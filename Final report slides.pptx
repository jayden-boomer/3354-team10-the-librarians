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5143500" cx="9144000"/>
  <p:notesSz cx="6858000" cy="9144000"/>
  <p:embeddedFontLst>
    <p:embeddedFont>
      <p:font typeface="Noto Sans"/>
      <p:regular r:id="rId37"/>
      <p:bold r:id="rId38"/>
      <p:italic r:id="rId39"/>
      <p:boldItalic r:id="rId40"/>
    </p:embeddedFont>
    <p:embeddedFont>
      <p:font typeface="Lexend Deca"/>
      <p:regular r:id="rId41"/>
      <p:bold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0DC0049-D09D-4465-A186-822489509525}">
  <a:tblStyle styleId="{E0DC0049-D09D-4465-A186-82248950952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75FD36E1-138D-49D2-A26C-2B218A005E71}"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NotoSans-boldItalic.fntdata"/><Relationship Id="rId20" Type="http://schemas.openxmlformats.org/officeDocument/2006/relationships/slide" Target="slides/slide15.xml"/><Relationship Id="rId42" Type="http://schemas.openxmlformats.org/officeDocument/2006/relationships/font" Target="fonts/LexendDeca-bold.fntdata"/><Relationship Id="rId41" Type="http://schemas.openxmlformats.org/officeDocument/2006/relationships/font" Target="fonts/LexendDeca-regular.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NotoSans-regular.fntdata"/><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NotoSans-italic.fntdata"/><Relationship Id="rId16" Type="http://schemas.openxmlformats.org/officeDocument/2006/relationships/slide" Target="slides/slide11.xml"/><Relationship Id="rId38" Type="http://schemas.openxmlformats.org/officeDocument/2006/relationships/font" Target="fonts/NotoSans-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26dea47fbb3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26dea47fbb3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9ce6443b1c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39ce6443b1c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26dea47fbb3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26dea47fbb3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9ce6443b1c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39ce6443b1c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3a37b8e993a_2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8" name="Google Shape;648;g3a37b8e993a_2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a37b8e993a_2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6" name="Google Shape;656;g3a37b8e993a_2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3a37b8e993a_2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5" name="Google Shape;665;g3a37b8e993a_2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3a37b8e993a_2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4" name="Google Shape;674;g3a37b8e993a_2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3a37b8e993a_2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3a37b8e993a_2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g3a37b8e993a_2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3" name="Google Shape;693;g3a37b8e993a_2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9ce6443b1c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2" name="Google Shape;702;g39ce6443b1c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g3a34aba8e9d_7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2" name="Google Shape;872;g3a34aba8e9d_7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a Gantt chart of the project schedule.</a:t>
            </a:r>
            <a:br>
              <a:rPr lang="en"/>
            </a:br>
            <a:r>
              <a:rPr lang="en"/>
              <a:t>We estimate that the project will take about 10 weeks overall, excluding weekends and assuming 5 hours of work per day per person.</a:t>
            </a:r>
            <a:br>
              <a:rPr lang="en"/>
            </a:br>
            <a:br>
              <a:rPr lang="en"/>
            </a:br>
            <a:r>
              <a:rPr lang="en"/>
              <a:t>We estimate that it would take 1 week to implement the project architecture, 1 week for UI prototyping, 2 weeks to implementat of the core functionality like importing and reading books, 2 weeks for the advanced features such as bookmarks, annotations, and user preferences, and then we give 4 weeks for integration, testing, and documentation.2</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g39ce6443b1c_0_2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3" name="Google Shape;883;g39ce6443b1c_0_2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g26dea47fbb3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3" name="Google Shape;893;g26dea47fbb3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5" name="Shape 975"/>
        <p:cNvGrpSpPr/>
        <p:nvPr/>
      </p:nvGrpSpPr>
      <p:grpSpPr>
        <a:xfrm>
          <a:off x="0" y="0"/>
          <a:ext cx="0" cy="0"/>
          <a:chOff x="0" y="0"/>
          <a:chExt cx="0" cy="0"/>
        </a:xfrm>
      </p:grpSpPr>
      <p:sp>
        <p:nvSpPr>
          <p:cNvPr id="976" name="Google Shape;976;g39ce6443b1c_0_2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7" name="Google Shape;977;g39ce6443b1c_0_2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g3a8e9b6f1e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6" name="Google Shape;986;g3a8e9b6f1e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g3a37b8e993a_2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5" name="Google Shape;995;g3a37b8e993a_2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g3a37b8e993a_2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4" name="Google Shape;1004;g3a37b8e993a_2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g3a37b8e993a_2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3" name="Google Shape;1013;g3a37b8e993a_2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0" name="Shape 1020"/>
        <p:cNvGrpSpPr/>
        <p:nvPr/>
      </p:nvGrpSpPr>
      <p:grpSpPr>
        <a:xfrm>
          <a:off x="0" y="0"/>
          <a:ext cx="0" cy="0"/>
          <a:chOff x="0" y="0"/>
          <a:chExt cx="0" cy="0"/>
        </a:xfrm>
      </p:grpSpPr>
      <p:sp>
        <p:nvSpPr>
          <p:cNvPr id="1021" name="Google Shape;1021;g39ce6443b1c_0_2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2" name="Google Shape;1022;g39ce6443b1c_0_2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1" name="Shape 1031"/>
        <p:cNvGrpSpPr/>
        <p:nvPr/>
      </p:nvGrpSpPr>
      <p:grpSpPr>
        <a:xfrm>
          <a:off x="0" y="0"/>
          <a:ext cx="0" cy="0"/>
          <a:chOff x="0" y="0"/>
          <a:chExt cx="0" cy="0"/>
        </a:xfrm>
      </p:grpSpPr>
      <p:sp>
        <p:nvSpPr>
          <p:cNvPr id="1032" name="Google Shape;1032;g39ce6443b1c_0_2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3" name="Google Shape;1033;g39ce6443b1c_0_2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0" name="Shape 1040"/>
        <p:cNvGrpSpPr/>
        <p:nvPr/>
      </p:nvGrpSpPr>
      <p:grpSpPr>
        <a:xfrm>
          <a:off x="0" y="0"/>
          <a:ext cx="0" cy="0"/>
          <a:chOff x="0" y="0"/>
          <a:chExt cx="0" cy="0"/>
        </a:xfrm>
      </p:grpSpPr>
      <p:sp>
        <p:nvSpPr>
          <p:cNvPr id="1041" name="Google Shape;1041;g3a2e2489ee2_2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2" name="Google Shape;1042;g3a2e2489ee2_2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g3a2e2489ee2_2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1" name="Google Shape;1051;g3a2e2489ee2_2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g39ce6443b1c_0_2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0" name="Google Shape;1060;g39ce6443b1c_0_2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g3a349eab02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0" name="Google Shape;1070;g3a349eab02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g3a34aba8e9d_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0" name="Google Shape;1080;g3a34aba8e9d_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g39ce6443b1c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6" name="Google Shape;1086;g39ce6443b1c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3a1c9a59444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1" name="Google Shape;1201;g3a1c9a59444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5" name="Shape 1205"/>
        <p:cNvGrpSpPr/>
        <p:nvPr/>
      </p:nvGrpSpPr>
      <p:grpSpPr>
        <a:xfrm>
          <a:off x="0" y="0"/>
          <a:ext cx="0" cy="0"/>
          <a:chOff x="0" y="0"/>
          <a:chExt cx="0" cy="0"/>
        </a:xfrm>
      </p:grpSpPr>
      <p:sp>
        <p:nvSpPr>
          <p:cNvPr id="1206" name="Google Shape;1206;g27547c11bce_0_4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7" name="Google Shape;1207;g27547c11bce_0_4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7" name="Shape 1337"/>
        <p:cNvGrpSpPr/>
        <p:nvPr/>
      </p:nvGrpSpPr>
      <p:grpSpPr>
        <a:xfrm>
          <a:off x="0" y="0"/>
          <a:ext cx="0" cy="0"/>
          <a:chOff x="0" y="0"/>
          <a:chExt cx="0" cy="0"/>
        </a:xfrm>
      </p:grpSpPr>
      <p:sp>
        <p:nvSpPr>
          <p:cNvPr id="1338" name="Google Shape;1338;g27547c11bce_0_180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9" name="Google Shape;1339;g27547c11bce_0_180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p:nvPr/>
        </p:nvSpPr>
        <p:spPr>
          <a:xfrm flipH="1" rot="-619628">
            <a:off x="2611424" y="4465630"/>
            <a:ext cx="3921299" cy="1962701"/>
          </a:xfrm>
          <a:custGeom>
            <a:rect b="b" l="l" r="r" t="t"/>
            <a:pathLst>
              <a:path extrusionOk="0" h="32526" w="64984">
                <a:moveTo>
                  <a:pt x="40012" y="1"/>
                </a:moveTo>
                <a:cubicBezTo>
                  <a:pt x="36896" y="1"/>
                  <a:pt x="34164" y="1251"/>
                  <a:pt x="31547" y="2618"/>
                </a:cubicBezTo>
                <a:cubicBezTo>
                  <a:pt x="28443" y="4240"/>
                  <a:pt x="25967" y="6405"/>
                  <a:pt x="21456" y="6405"/>
                </a:cubicBezTo>
                <a:cubicBezTo>
                  <a:pt x="21245" y="6405"/>
                  <a:pt x="21028" y="6401"/>
                  <a:pt x="20808" y="6391"/>
                </a:cubicBezTo>
                <a:cubicBezTo>
                  <a:pt x="17708" y="6253"/>
                  <a:pt x="15532" y="5489"/>
                  <a:pt x="13201" y="5489"/>
                </a:cubicBezTo>
                <a:cubicBezTo>
                  <a:pt x="11827" y="5489"/>
                  <a:pt x="10399" y="5754"/>
                  <a:pt x="8696" y="6570"/>
                </a:cubicBezTo>
                <a:cubicBezTo>
                  <a:pt x="4193" y="8727"/>
                  <a:pt x="1761" y="12773"/>
                  <a:pt x="1198" y="17809"/>
                </a:cubicBezTo>
                <a:cubicBezTo>
                  <a:pt x="0" y="28497"/>
                  <a:pt x="8710" y="32526"/>
                  <a:pt x="15528" y="32526"/>
                </a:cubicBezTo>
                <a:cubicBezTo>
                  <a:pt x="18533" y="32526"/>
                  <a:pt x="21171" y="31743"/>
                  <a:pt x="22431" y="30403"/>
                </a:cubicBezTo>
                <a:cubicBezTo>
                  <a:pt x="28847" y="23583"/>
                  <a:pt x="27231" y="22950"/>
                  <a:pt x="37145" y="22950"/>
                </a:cubicBezTo>
                <a:cubicBezTo>
                  <a:pt x="39165" y="22950"/>
                  <a:pt x="41664" y="22976"/>
                  <a:pt x="44807" y="22981"/>
                </a:cubicBezTo>
                <a:cubicBezTo>
                  <a:pt x="44815" y="22981"/>
                  <a:pt x="44823" y="22981"/>
                  <a:pt x="44832" y="22981"/>
                </a:cubicBezTo>
                <a:cubicBezTo>
                  <a:pt x="56092" y="22981"/>
                  <a:pt x="64983" y="9600"/>
                  <a:pt x="45684" y="1143"/>
                </a:cubicBezTo>
                <a:cubicBezTo>
                  <a:pt x="44411" y="586"/>
                  <a:pt x="42899" y="259"/>
                  <a:pt x="41364" y="80"/>
                </a:cubicBezTo>
                <a:cubicBezTo>
                  <a:pt x="40905" y="26"/>
                  <a:pt x="40455" y="1"/>
                  <a:pt x="4001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2"/>
          <p:cNvSpPr txBox="1"/>
          <p:nvPr>
            <p:ph type="ctrTitle"/>
          </p:nvPr>
        </p:nvSpPr>
        <p:spPr>
          <a:xfrm>
            <a:off x="713225" y="812381"/>
            <a:ext cx="5773800" cy="2710800"/>
          </a:xfrm>
          <a:prstGeom prst="rect">
            <a:avLst/>
          </a:prstGeom>
        </p:spPr>
        <p:txBody>
          <a:bodyPr anchorCtr="0" anchor="b" bIns="91425" lIns="91425" spcFirstLastPara="1" rIns="91425" wrap="square" tIns="91425">
            <a:noAutofit/>
          </a:bodyPr>
          <a:lstStyle>
            <a:lvl1pPr lvl="0">
              <a:spcBef>
                <a:spcPts val="0"/>
              </a:spcBef>
              <a:spcAft>
                <a:spcPts val="0"/>
              </a:spcAft>
              <a:buSzPts val="5200"/>
              <a:buNone/>
              <a:defRPr sz="43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713225" y="3732619"/>
            <a:ext cx="1996200" cy="59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800"/>
              <a:buNone/>
              <a:defRPr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grpSp>
        <p:nvGrpSpPr>
          <p:cNvPr id="12" name="Google Shape;12;p2"/>
          <p:cNvGrpSpPr/>
          <p:nvPr/>
        </p:nvGrpSpPr>
        <p:grpSpPr>
          <a:xfrm>
            <a:off x="-75" y="-2325"/>
            <a:ext cx="9144150" cy="5145825"/>
            <a:chOff x="0" y="-2325"/>
            <a:chExt cx="9144150" cy="5145825"/>
          </a:xfrm>
        </p:grpSpPr>
        <p:sp>
          <p:nvSpPr>
            <p:cNvPr id="13" name="Google Shape;13;p2"/>
            <p:cNvSpPr/>
            <p:nvPr/>
          </p:nvSpPr>
          <p:spPr>
            <a:xfrm>
              <a:off x="0" y="0"/>
              <a:ext cx="9144000" cy="5143500"/>
            </a:xfrm>
            <a:prstGeom prst="frame">
              <a:avLst>
                <a:gd fmla="val 408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a:hlinkClick action="ppaction://hlinkshowjump?jump=nextslide"/>
            </p:cNvPr>
            <p:cNvSpPr/>
            <p:nvPr/>
          </p:nvSpPr>
          <p:spPr>
            <a:xfrm>
              <a:off x="8562150" y="-2325"/>
              <a:ext cx="58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grpSp>
        <p:nvGrpSpPr>
          <p:cNvPr id="16" name="Google Shape;16;p3"/>
          <p:cNvGrpSpPr/>
          <p:nvPr/>
        </p:nvGrpSpPr>
        <p:grpSpPr>
          <a:xfrm flipH="1">
            <a:off x="116136" y="3018325"/>
            <a:ext cx="3704635" cy="2055987"/>
            <a:chOff x="5496994" y="2708250"/>
            <a:chExt cx="3704635" cy="2055987"/>
          </a:xfrm>
        </p:grpSpPr>
        <p:sp>
          <p:nvSpPr>
            <p:cNvPr id="17" name="Google Shape;17;p3"/>
            <p:cNvSpPr/>
            <p:nvPr/>
          </p:nvSpPr>
          <p:spPr>
            <a:xfrm>
              <a:off x="5496994" y="4371390"/>
              <a:ext cx="679348" cy="392847"/>
            </a:xfrm>
            <a:custGeom>
              <a:rect b="b" l="l" r="r" t="t"/>
              <a:pathLst>
                <a:path extrusionOk="0" h="7111" w="12297">
                  <a:moveTo>
                    <a:pt x="7010" y="1"/>
                  </a:moveTo>
                  <a:cubicBezTo>
                    <a:pt x="6595" y="1"/>
                    <a:pt x="6149" y="29"/>
                    <a:pt x="5672" y="89"/>
                  </a:cubicBezTo>
                  <a:cubicBezTo>
                    <a:pt x="5672" y="89"/>
                    <a:pt x="1" y="943"/>
                    <a:pt x="363" y="4242"/>
                  </a:cubicBezTo>
                  <a:cubicBezTo>
                    <a:pt x="596" y="6359"/>
                    <a:pt x="2334" y="7110"/>
                    <a:pt x="4280" y="7110"/>
                  </a:cubicBezTo>
                  <a:cubicBezTo>
                    <a:pt x="6235" y="7110"/>
                    <a:pt x="8402" y="6352"/>
                    <a:pt x="9465" y="5459"/>
                  </a:cubicBezTo>
                  <a:cubicBezTo>
                    <a:pt x="12297" y="3081"/>
                    <a:pt x="11345" y="1"/>
                    <a:pt x="701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8570080" y="2708250"/>
              <a:ext cx="373732" cy="150929"/>
            </a:xfrm>
            <a:custGeom>
              <a:rect b="b" l="l" r="r" t="t"/>
              <a:pathLst>
                <a:path extrusionOk="0" h="2732" w="6765">
                  <a:moveTo>
                    <a:pt x="3520" y="1"/>
                  </a:moveTo>
                  <a:cubicBezTo>
                    <a:pt x="2537" y="1"/>
                    <a:pt x="1006" y="188"/>
                    <a:pt x="501" y="1288"/>
                  </a:cubicBezTo>
                  <a:cubicBezTo>
                    <a:pt x="0" y="2380"/>
                    <a:pt x="1282" y="2731"/>
                    <a:pt x="2639" y="2731"/>
                  </a:cubicBezTo>
                  <a:cubicBezTo>
                    <a:pt x="3354" y="2731"/>
                    <a:pt x="4091" y="2634"/>
                    <a:pt x="4598" y="2495"/>
                  </a:cubicBezTo>
                  <a:cubicBezTo>
                    <a:pt x="6068" y="2096"/>
                    <a:pt x="6765" y="315"/>
                    <a:pt x="4388" y="50"/>
                  </a:cubicBezTo>
                  <a:cubicBezTo>
                    <a:pt x="4388" y="50"/>
                    <a:pt x="4027" y="1"/>
                    <a:pt x="352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8333233" y="4373135"/>
              <a:ext cx="868396" cy="389367"/>
            </a:xfrm>
            <a:custGeom>
              <a:rect b="b" l="l" r="r" t="t"/>
              <a:pathLst>
                <a:path extrusionOk="0" h="7048" w="15719">
                  <a:moveTo>
                    <a:pt x="9557" y="1"/>
                  </a:moveTo>
                  <a:cubicBezTo>
                    <a:pt x="9303" y="1"/>
                    <a:pt x="9037" y="8"/>
                    <a:pt x="8759" y="23"/>
                  </a:cubicBezTo>
                  <a:cubicBezTo>
                    <a:pt x="8759" y="23"/>
                    <a:pt x="749" y="632"/>
                    <a:pt x="285" y="4143"/>
                  </a:cubicBezTo>
                  <a:cubicBezTo>
                    <a:pt x="0" y="6299"/>
                    <a:pt x="2337" y="7047"/>
                    <a:pt x="4905" y="7047"/>
                  </a:cubicBezTo>
                  <a:cubicBezTo>
                    <a:pt x="6521" y="7047"/>
                    <a:pt x="8228" y="6751"/>
                    <a:pt x="9432" y="6322"/>
                  </a:cubicBezTo>
                  <a:cubicBezTo>
                    <a:pt x="15083" y="4312"/>
                    <a:pt x="15719" y="1"/>
                    <a:pt x="955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 name="Google Shape;20;p3"/>
          <p:cNvSpPr txBox="1"/>
          <p:nvPr>
            <p:ph type="title"/>
          </p:nvPr>
        </p:nvSpPr>
        <p:spPr>
          <a:xfrm>
            <a:off x="4813075" y="2814538"/>
            <a:ext cx="36177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1" name="Google Shape;21;p3"/>
          <p:cNvSpPr txBox="1"/>
          <p:nvPr>
            <p:ph hasCustomPrompt="1" idx="2" type="title"/>
          </p:nvPr>
        </p:nvSpPr>
        <p:spPr>
          <a:xfrm>
            <a:off x="5968075" y="1487163"/>
            <a:ext cx="1307700" cy="1209300"/>
          </a:xfrm>
          <a:prstGeom prst="rect">
            <a:avLst/>
          </a:prstGeom>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4000"/>
              <a:buNone/>
              <a:defRPr sz="4500"/>
            </a:lvl1pPr>
            <a:lvl2pPr lvl="1" rtl="0" algn="ctr">
              <a:spcBef>
                <a:spcPts val="0"/>
              </a:spcBef>
              <a:spcAft>
                <a:spcPts val="0"/>
              </a:spcAft>
              <a:buSzPts val="4000"/>
              <a:buNone/>
              <a:defRPr sz="4000"/>
            </a:lvl2pPr>
            <a:lvl3pPr lvl="2" rtl="0" algn="ctr">
              <a:spcBef>
                <a:spcPts val="0"/>
              </a:spcBef>
              <a:spcAft>
                <a:spcPts val="0"/>
              </a:spcAft>
              <a:buSzPts val="4000"/>
              <a:buNone/>
              <a:defRPr sz="4000"/>
            </a:lvl3pPr>
            <a:lvl4pPr lvl="3" rtl="0" algn="ctr">
              <a:spcBef>
                <a:spcPts val="0"/>
              </a:spcBef>
              <a:spcAft>
                <a:spcPts val="0"/>
              </a:spcAft>
              <a:buSzPts val="4000"/>
              <a:buNone/>
              <a:defRPr sz="4000"/>
            </a:lvl4pPr>
            <a:lvl5pPr lvl="4" rtl="0" algn="ctr">
              <a:spcBef>
                <a:spcPts val="0"/>
              </a:spcBef>
              <a:spcAft>
                <a:spcPts val="0"/>
              </a:spcAft>
              <a:buSzPts val="4000"/>
              <a:buNone/>
              <a:defRPr sz="4000"/>
            </a:lvl5pPr>
            <a:lvl6pPr lvl="5" rtl="0" algn="ctr">
              <a:spcBef>
                <a:spcPts val="0"/>
              </a:spcBef>
              <a:spcAft>
                <a:spcPts val="0"/>
              </a:spcAft>
              <a:buSzPts val="4000"/>
              <a:buNone/>
              <a:defRPr sz="4000"/>
            </a:lvl6pPr>
            <a:lvl7pPr lvl="6" rtl="0" algn="ctr">
              <a:spcBef>
                <a:spcPts val="0"/>
              </a:spcBef>
              <a:spcAft>
                <a:spcPts val="0"/>
              </a:spcAft>
              <a:buSzPts val="4000"/>
              <a:buNone/>
              <a:defRPr sz="4000"/>
            </a:lvl7pPr>
            <a:lvl8pPr lvl="7" rtl="0" algn="ctr">
              <a:spcBef>
                <a:spcPts val="0"/>
              </a:spcBef>
              <a:spcAft>
                <a:spcPts val="0"/>
              </a:spcAft>
              <a:buSzPts val="4000"/>
              <a:buNone/>
              <a:defRPr sz="4000"/>
            </a:lvl8pPr>
            <a:lvl9pPr lvl="8" rtl="0" algn="ctr">
              <a:spcBef>
                <a:spcPts val="0"/>
              </a:spcBef>
              <a:spcAft>
                <a:spcPts val="0"/>
              </a:spcAft>
              <a:buSzPts val="4000"/>
              <a:buNone/>
              <a:defRPr sz="4000"/>
            </a:lvl9pPr>
          </a:lstStyle>
          <a:p>
            <a:r>
              <a:t>xx%</a:t>
            </a:r>
          </a:p>
        </p:txBody>
      </p:sp>
      <p:grpSp>
        <p:nvGrpSpPr>
          <p:cNvPr id="22" name="Google Shape;22;p3"/>
          <p:cNvGrpSpPr/>
          <p:nvPr/>
        </p:nvGrpSpPr>
        <p:grpSpPr>
          <a:xfrm>
            <a:off x="-75" y="-2325"/>
            <a:ext cx="9144150" cy="5145825"/>
            <a:chOff x="0" y="-2325"/>
            <a:chExt cx="9144150" cy="5145825"/>
          </a:xfrm>
        </p:grpSpPr>
        <p:sp>
          <p:nvSpPr>
            <p:cNvPr id="23" name="Google Shape;23;p3"/>
            <p:cNvSpPr/>
            <p:nvPr/>
          </p:nvSpPr>
          <p:spPr>
            <a:xfrm>
              <a:off x="0" y="0"/>
              <a:ext cx="9144000" cy="5143500"/>
            </a:xfrm>
            <a:prstGeom prst="frame">
              <a:avLst>
                <a:gd fmla="val 408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a:hlinkClick action="ppaction://hlinkshowjump?jump=nextslide"/>
            </p:cNvPr>
            <p:cNvSpPr/>
            <p:nvPr/>
          </p:nvSpPr>
          <p:spPr>
            <a:xfrm>
              <a:off x="8562150" y="-2325"/>
              <a:ext cx="58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grpSp>
        <p:nvGrpSpPr>
          <p:cNvPr id="26" name="Google Shape;26;p4"/>
          <p:cNvGrpSpPr/>
          <p:nvPr/>
        </p:nvGrpSpPr>
        <p:grpSpPr>
          <a:xfrm>
            <a:off x="6822842" y="-604253"/>
            <a:ext cx="2079763" cy="1199640"/>
            <a:chOff x="4057999" y="181766"/>
            <a:chExt cx="1647076" cy="950059"/>
          </a:xfrm>
        </p:grpSpPr>
        <p:sp>
          <p:nvSpPr>
            <p:cNvPr id="27" name="Google Shape;27;p4"/>
            <p:cNvSpPr/>
            <p:nvPr/>
          </p:nvSpPr>
          <p:spPr>
            <a:xfrm>
              <a:off x="4080475" y="318675"/>
              <a:ext cx="1624600" cy="813150"/>
            </a:xfrm>
            <a:custGeom>
              <a:rect b="b" l="l" r="r" t="t"/>
              <a:pathLst>
                <a:path extrusionOk="0" h="32526" w="64984">
                  <a:moveTo>
                    <a:pt x="40012" y="1"/>
                  </a:moveTo>
                  <a:cubicBezTo>
                    <a:pt x="36896" y="1"/>
                    <a:pt x="34164" y="1251"/>
                    <a:pt x="31547" y="2618"/>
                  </a:cubicBezTo>
                  <a:cubicBezTo>
                    <a:pt x="28443" y="4240"/>
                    <a:pt x="25967" y="6405"/>
                    <a:pt x="21456" y="6405"/>
                  </a:cubicBezTo>
                  <a:cubicBezTo>
                    <a:pt x="21245" y="6405"/>
                    <a:pt x="21028" y="6401"/>
                    <a:pt x="20808" y="6391"/>
                  </a:cubicBezTo>
                  <a:cubicBezTo>
                    <a:pt x="17708" y="6253"/>
                    <a:pt x="15532" y="5489"/>
                    <a:pt x="13201" y="5489"/>
                  </a:cubicBezTo>
                  <a:cubicBezTo>
                    <a:pt x="11827" y="5489"/>
                    <a:pt x="10399" y="5754"/>
                    <a:pt x="8696" y="6570"/>
                  </a:cubicBezTo>
                  <a:cubicBezTo>
                    <a:pt x="4193" y="8727"/>
                    <a:pt x="1761" y="12773"/>
                    <a:pt x="1198" y="17809"/>
                  </a:cubicBezTo>
                  <a:cubicBezTo>
                    <a:pt x="0" y="28497"/>
                    <a:pt x="8710" y="32526"/>
                    <a:pt x="15528" y="32526"/>
                  </a:cubicBezTo>
                  <a:cubicBezTo>
                    <a:pt x="18533" y="32526"/>
                    <a:pt x="21171" y="31743"/>
                    <a:pt x="22431" y="30403"/>
                  </a:cubicBezTo>
                  <a:cubicBezTo>
                    <a:pt x="28847" y="23583"/>
                    <a:pt x="27231" y="22950"/>
                    <a:pt x="37145" y="22950"/>
                  </a:cubicBezTo>
                  <a:cubicBezTo>
                    <a:pt x="39165" y="22950"/>
                    <a:pt x="41664" y="22976"/>
                    <a:pt x="44807" y="22981"/>
                  </a:cubicBezTo>
                  <a:cubicBezTo>
                    <a:pt x="44815" y="22981"/>
                    <a:pt x="44823" y="22981"/>
                    <a:pt x="44832" y="22981"/>
                  </a:cubicBezTo>
                  <a:cubicBezTo>
                    <a:pt x="56092" y="22981"/>
                    <a:pt x="64983" y="9600"/>
                    <a:pt x="45684" y="1143"/>
                  </a:cubicBezTo>
                  <a:cubicBezTo>
                    <a:pt x="44411" y="586"/>
                    <a:pt x="42899" y="259"/>
                    <a:pt x="41364" y="80"/>
                  </a:cubicBezTo>
                  <a:cubicBezTo>
                    <a:pt x="40905" y="26"/>
                    <a:pt x="40455" y="1"/>
                    <a:pt x="4001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4"/>
            <p:cNvSpPr/>
            <p:nvPr/>
          </p:nvSpPr>
          <p:spPr>
            <a:xfrm>
              <a:off x="4057999" y="297298"/>
              <a:ext cx="307425" cy="177775"/>
            </a:xfrm>
            <a:custGeom>
              <a:rect b="b" l="l" r="r" t="t"/>
              <a:pathLst>
                <a:path extrusionOk="0" h="7111" w="12297">
                  <a:moveTo>
                    <a:pt x="7010" y="1"/>
                  </a:moveTo>
                  <a:cubicBezTo>
                    <a:pt x="6595" y="1"/>
                    <a:pt x="6149" y="29"/>
                    <a:pt x="5672" y="89"/>
                  </a:cubicBezTo>
                  <a:cubicBezTo>
                    <a:pt x="5672" y="89"/>
                    <a:pt x="1" y="943"/>
                    <a:pt x="363" y="4242"/>
                  </a:cubicBezTo>
                  <a:cubicBezTo>
                    <a:pt x="596" y="6359"/>
                    <a:pt x="2334" y="7110"/>
                    <a:pt x="4280" y="7110"/>
                  </a:cubicBezTo>
                  <a:cubicBezTo>
                    <a:pt x="6235" y="7110"/>
                    <a:pt x="8402" y="6352"/>
                    <a:pt x="9465" y="5459"/>
                  </a:cubicBezTo>
                  <a:cubicBezTo>
                    <a:pt x="12297" y="3081"/>
                    <a:pt x="11345" y="1"/>
                    <a:pt x="701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4"/>
            <p:cNvSpPr/>
            <p:nvPr/>
          </p:nvSpPr>
          <p:spPr>
            <a:xfrm>
              <a:off x="5106014" y="181766"/>
              <a:ext cx="169125" cy="68300"/>
            </a:xfrm>
            <a:custGeom>
              <a:rect b="b" l="l" r="r" t="t"/>
              <a:pathLst>
                <a:path extrusionOk="0" h="2732" w="6765">
                  <a:moveTo>
                    <a:pt x="3520" y="1"/>
                  </a:moveTo>
                  <a:cubicBezTo>
                    <a:pt x="2537" y="1"/>
                    <a:pt x="1006" y="188"/>
                    <a:pt x="501" y="1288"/>
                  </a:cubicBezTo>
                  <a:cubicBezTo>
                    <a:pt x="0" y="2380"/>
                    <a:pt x="1282" y="2731"/>
                    <a:pt x="2639" y="2731"/>
                  </a:cubicBezTo>
                  <a:cubicBezTo>
                    <a:pt x="3354" y="2731"/>
                    <a:pt x="4091" y="2634"/>
                    <a:pt x="4598" y="2495"/>
                  </a:cubicBezTo>
                  <a:cubicBezTo>
                    <a:pt x="6068" y="2096"/>
                    <a:pt x="6765" y="315"/>
                    <a:pt x="4388" y="50"/>
                  </a:cubicBezTo>
                  <a:cubicBezTo>
                    <a:pt x="4388" y="50"/>
                    <a:pt x="4027" y="1"/>
                    <a:pt x="352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4"/>
            <p:cNvSpPr/>
            <p:nvPr/>
          </p:nvSpPr>
          <p:spPr>
            <a:xfrm>
              <a:off x="4667119" y="950098"/>
              <a:ext cx="392975" cy="176200"/>
            </a:xfrm>
            <a:custGeom>
              <a:rect b="b" l="l" r="r" t="t"/>
              <a:pathLst>
                <a:path extrusionOk="0" h="7048" w="15719">
                  <a:moveTo>
                    <a:pt x="9557" y="1"/>
                  </a:moveTo>
                  <a:cubicBezTo>
                    <a:pt x="9303" y="1"/>
                    <a:pt x="9037" y="8"/>
                    <a:pt x="8759" y="23"/>
                  </a:cubicBezTo>
                  <a:cubicBezTo>
                    <a:pt x="8759" y="23"/>
                    <a:pt x="749" y="632"/>
                    <a:pt x="285" y="4143"/>
                  </a:cubicBezTo>
                  <a:cubicBezTo>
                    <a:pt x="0" y="6299"/>
                    <a:pt x="2337" y="7047"/>
                    <a:pt x="4905" y="7047"/>
                  </a:cubicBezTo>
                  <a:cubicBezTo>
                    <a:pt x="6521" y="7047"/>
                    <a:pt x="8228" y="6751"/>
                    <a:pt x="9432" y="6322"/>
                  </a:cubicBezTo>
                  <a:cubicBezTo>
                    <a:pt x="15083" y="4312"/>
                    <a:pt x="15719" y="1"/>
                    <a:pt x="955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 name="Google Shape;31;p4"/>
          <p:cNvSpPr txBox="1"/>
          <p:nvPr>
            <p:ph type="title"/>
          </p:nvPr>
        </p:nvSpPr>
        <p:spPr>
          <a:xfrm>
            <a:off x="713475" y="463300"/>
            <a:ext cx="7717200" cy="5649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32" name="Google Shape;32;p4"/>
          <p:cNvSpPr txBox="1"/>
          <p:nvPr>
            <p:ph idx="1" type="subTitle"/>
          </p:nvPr>
        </p:nvSpPr>
        <p:spPr>
          <a:xfrm>
            <a:off x="706175" y="1031375"/>
            <a:ext cx="7717200" cy="269400"/>
          </a:xfrm>
          <a:prstGeom prst="rect">
            <a:avLst/>
          </a:prstGeom>
        </p:spPr>
        <p:txBody>
          <a:bodyPr anchorCtr="0" anchor="t" bIns="91425" lIns="91425" spcFirstLastPara="1" rIns="91425" wrap="square" tIns="91425">
            <a:noAutofit/>
          </a:bodyPr>
          <a:lstStyle>
            <a:lvl1pPr lvl="0">
              <a:spcBef>
                <a:spcPts val="0"/>
              </a:spcBef>
              <a:spcAft>
                <a:spcPts val="0"/>
              </a:spcAft>
              <a:buSzPts val="1100"/>
              <a:buNone/>
              <a:defRPr sz="11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grpSp>
        <p:nvGrpSpPr>
          <p:cNvPr id="33" name="Google Shape;33;p4"/>
          <p:cNvGrpSpPr/>
          <p:nvPr/>
        </p:nvGrpSpPr>
        <p:grpSpPr>
          <a:xfrm>
            <a:off x="-75" y="-2325"/>
            <a:ext cx="9144150" cy="5145825"/>
            <a:chOff x="0" y="-2325"/>
            <a:chExt cx="9144150" cy="5145825"/>
          </a:xfrm>
        </p:grpSpPr>
        <p:sp>
          <p:nvSpPr>
            <p:cNvPr id="34" name="Google Shape;34;p4"/>
            <p:cNvSpPr/>
            <p:nvPr/>
          </p:nvSpPr>
          <p:spPr>
            <a:xfrm>
              <a:off x="0" y="0"/>
              <a:ext cx="9144000" cy="5143500"/>
            </a:xfrm>
            <a:prstGeom prst="frame">
              <a:avLst>
                <a:gd fmla="val 408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a:hlinkClick action="ppaction://hlinkshowjump?jump=nextslide"/>
            </p:cNvPr>
            <p:cNvSpPr/>
            <p:nvPr/>
          </p:nvSpPr>
          <p:spPr>
            <a:xfrm>
              <a:off x="8562150" y="-2325"/>
              <a:ext cx="58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6" name="Shape 36"/>
        <p:cNvGrpSpPr/>
        <p:nvPr/>
      </p:nvGrpSpPr>
      <p:grpSpPr>
        <a:xfrm>
          <a:off x="0" y="0"/>
          <a:ext cx="0" cy="0"/>
          <a:chOff x="0" y="0"/>
          <a:chExt cx="0" cy="0"/>
        </a:xfrm>
      </p:grpSpPr>
      <p:grpSp>
        <p:nvGrpSpPr>
          <p:cNvPr id="37" name="Google Shape;37;p5"/>
          <p:cNvGrpSpPr/>
          <p:nvPr/>
        </p:nvGrpSpPr>
        <p:grpSpPr>
          <a:xfrm rot="2463322">
            <a:off x="-543742" y="4352123"/>
            <a:ext cx="2830486" cy="1561755"/>
            <a:chOff x="4080475" y="247414"/>
            <a:chExt cx="1624600" cy="896393"/>
          </a:xfrm>
        </p:grpSpPr>
        <p:sp>
          <p:nvSpPr>
            <p:cNvPr id="38" name="Google Shape;38;p5"/>
            <p:cNvSpPr/>
            <p:nvPr/>
          </p:nvSpPr>
          <p:spPr>
            <a:xfrm>
              <a:off x="4080475" y="318675"/>
              <a:ext cx="1624600" cy="813150"/>
            </a:xfrm>
            <a:custGeom>
              <a:rect b="b" l="l" r="r" t="t"/>
              <a:pathLst>
                <a:path extrusionOk="0" h="32526" w="64984">
                  <a:moveTo>
                    <a:pt x="40012" y="1"/>
                  </a:moveTo>
                  <a:cubicBezTo>
                    <a:pt x="36896" y="1"/>
                    <a:pt x="34164" y="1251"/>
                    <a:pt x="31547" y="2618"/>
                  </a:cubicBezTo>
                  <a:cubicBezTo>
                    <a:pt x="28443" y="4240"/>
                    <a:pt x="25967" y="6405"/>
                    <a:pt x="21456" y="6405"/>
                  </a:cubicBezTo>
                  <a:cubicBezTo>
                    <a:pt x="21245" y="6405"/>
                    <a:pt x="21028" y="6401"/>
                    <a:pt x="20808" y="6391"/>
                  </a:cubicBezTo>
                  <a:cubicBezTo>
                    <a:pt x="17708" y="6253"/>
                    <a:pt x="15532" y="5489"/>
                    <a:pt x="13201" y="5489"/>
                  </a:cubicBezTo>
                  <a:cubicBezTo>
                    <a:pt x="11827" y="5489"/>
                    <a:pt x="10399" y="5754"/>
                    <a:pt x="8696" y="6570"/>
                  </a:cubicBezTo>
                  <a:cubicBezTo>
                    <a:pt x="4193" y="8727"/>
                    <a:pt x="1761" y="12773"/>
                    <a:pt x="1198" y="17809"/>
                  </a:cubicBezTo>
                  <a:cubicBezTo>
                    <a:pt x="0" y="28497"/>
                    <a:pt x="8710" y="32526"/>
                    <a:pt x="15528" y="32526"/>
                  </a:cubicBezTo>
                  <a:cubicBezTo>
                    <a:pt x="18533" y="32526"/>
                    <a:pt x="21171" y="31743"/>
                    <a:pt x="22431" y="30403"/>
                  </a:cubicBezTo>
                  <a:cubicBezTo>
                    <a:pt x="28847" y="23583"/>
                    <a:pt x="27231" y="22950"/>
                    <a:pt x="37145" y="22950"/>
                  </a:cubicBezTo>
                  <a:cubicBezTo>
                    <a:pt x="39165" y="22950"/>
                    <a:pt x="41664" y="22976"/>
                    <a:pt x="44807" y="22981"/>
                  </a:cubicBezTo>
                  <a:cubicBezTo>
                    <a:pt x="44815" y="22981"/>
                    <a:pt x="44823" y="22981"/>
                    <a:pt x="44832" y="22981"/>
                  </a:cubicBezTo>
                  <a:cubicBezTo>
                    <a:pt x="56092" y="22981"/>
                    <a:pt x="64983" y="9600"/>
                    <a:pt x="45684" y="1143"/>
                  </a:cubicBezTo>
                  <a:cubicBezTo>
                    <a:pt x="44411" y="586"/>
                    <a:pt x="42899" y="259"/>
                    <a:pt x="41364" y="80"/>
                  </a:cubicBezTo>
                  <a:cubicBezTo>
                    <a:pt x="40905" y="26"/>
                    <a:pt x="40455" y="1"/>
                    <a:pt x="4001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5"/>
            <p:cNvSpPr/>
            <p:nvPr/>
          </p:nvSpPr>
          <p:spPr>
            <a:xfrm>
              <a:off x="4091959" y="247414"/>
              <a:ext cx="307425" cy="177775"/>
            </a:xfrm>
            <a:custGeom>
              <a:rect b="b" l="l" r="r" t="t"/>
              <a:pathLst>
                <a:path extrusionOk="0" h="7111" w="12297">
                  <a:moveTo>
                    <a:pt x="7010" y="1"/>
                  </a:moveTo>
                  <a:cubicBezTo>
                    <a:pt x="6595" y="1"/>
                    <a:pt x="6149" y="29"/>
                    <a:pt x="5672" y="89"/>
                  </a:cubicBezTo>
                  <a:cubicBezTo>
                    <a:pt x="5672" y="89"/>
                    <a:pt x="1" y="943"/>
                    <a:pt x="363" y="4242"/>
                  </a:cubicBezTo>
                  <a:cubicBezTo>
                    <a:pt x="596" y="6359"/>
                    <a:pt x="2334" y="7110"/>
                    <a:pt x="4280" y="7110"/>
                  </a:cubicBezTo>
                  <a:cubicBezTo>
                    <a:pt x="6235" y="7110"/>
                    <a:pt x="8402" y="6352"/>
                    <a:pt x="9465" y="5459"/>
                  </a:cubicBezTo>
                  <a:cubicBezTo>
                    <a:pt x="12297" y="3081"/>
                    <a:pt x="11345" y="1"/>
                    <a:pt x="701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5"/>
            <p:cNvSpPr/>
            <p:nvPr/>
          </p:nvSpPr>
          <p:spPr>
            <a:xfrm>
              <a:off x="5479698" y="376858"/>
              <a:ext cx="169125" cy="68300"/>
            </a:xfrm>
            <a:custGeom>
              <a:rect b="b" l="l" r="r" t="t"/>
              <a:pathLst>
                <a:path extrusionOk="0" h="2732" w="6765">
                  <a:moveTo>
                    <a:pt x="3520" y="1"/>
                  </a:moveTo>
                  <a:cubicBezTo>
                    <a:pt x="2537" y="1"/>
                    <a:pt x="1006" y="188"/>
                    <a:pt x="501" y="1288"/>
                  </a:cubicBezTo>
                  <a:cubicBezTo>
                    <a:pt x="0" y="2380"/>
                    <a:pt x="1282" y="2731"/>
                    <a:pt x="2639" y="2731"/>
                  </a:cubicBezTo>
                  <a:cubicBezTo>
                    <a:pt x="3354" y="2731"/>
                    <a:pt x="4091" y="2634"/>
                    <a:pt x="4598" y="2495"/>
                  </a:cubicBezTo>
                  <a:cubicBezTo>
                    <a:pt x="6068" y="2096"/>
                    <a:pt x="6765" y="315"/>
                    <a:pt x="4388" y="50"/>
                  </a:cubicBezTo>
                  <a:cubicBezTo>
                    <a:pt x="4388" y="50"/>
                    <a:pt x="4027" y="1"/>
                    <a:pt x="352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5"/>
            <p:cNvSpPr/>
            <p:nvPr/>
          </p:nvSpPr>
          <p:spPr>
            <a:xfrm>
              <a:off x="4748952" y="967607"/>
              <a:ext cx="392975" cy="176200"/>
            </a:xfrm>
            <a:custGeom>
              <a:rect b="b" l="l" r="r" t="t"/>
              <a:pathLst>
                <a:path extrusionOk="0" h="7048" w="15719">
                  <a:moveTo>
                    <a:pt x="9557" y="1"/>
                  </a:moveTo>
                  <a:cubicBezTo>
                    <a:pt x="9303" y="1"/>
                    <a:pt x="9037" y="8"/>
                    <a:pt x="8759" y="23"/>
                  </a:cubicBezTo>
                  <a:cubicBezTo>
                    <a:pt x="8759" y="23"/>
                    <a:pt x="749" y="632"/>
                    <a:pt x="285" y="4143"/>
                  </a:cubicBezTo>
                  <a:cubicBezTo>
                    <a:pt x="0" y="6299"/>
                    <a:pt x="2337" y="7047"/>
                    <a:pt x="4905" y="7047"/>
                  </a:cubicBezTo>
                  <a:cubicBezTo>
                    <a:pt x="6521" y="7047"/>
                    <a:pt x="8228" y="6751"/>
                    <a:pt x="9432" y="6322"/>
                  </a:cubicBezTo>
                  <a:cubicBezTo>
                    <a:pt x="15083" y="4312"/>
                    <a:pt x="15719" y="1"/>
                    <a:pt x="955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 name="Google Shape;42;p5"/>
          <p:cNvSpPr txBox="1"/>
          <p:nvPr>
            <p:ph type="title"/>
          </p:nvPr>
        </p:nvSpPr>
        <p:spPr>
          <a:xfrm>
            <a:off x="713475" y="463300"/>
            <a:ext cx="7717200" cy="5649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43" name="Google Shape;43;p5"/>
          <p:cNvSpPr txBox="1"/>
          <p:nvPr>
            <p:ph idx="1" type="subTitle"/>
          </p:nvPr>
        </p:nvSpPr>
        <p:spPr>
          <a:xfrm>
            <a:off x="1018151" y="2548100"/>
            <a:ext cx="3237300" cy="12624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44" name="Google Shape;44;p5"/>
          <p:cNvSpPr txBox="1"/>
          <p:nvPr>
            <p:ph idx="2" type="subTitle"/>
          </p:nvPr>
        </p:nvSpPr>
        <p:spPr>
          <a:xfrm>
            <a:off x="4888549" y="2548100"/>
            <a:ext cx="3237300" cy="12624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None/>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45" name="Google Shape;45;p5"/>
          <p:cNvSpPr txBox="1"/>
          <p:nvPr>
            <p:ph idx="3" type="subTitle"/>
          </p:nvPr>
        </p:nvSpPr>
        <p:spPr>
          <a:xfrm>
            <a:off x="1018151" y="2263700"/>
            <a:ext cx="3237300" cy="412200"/>
          </a:xfrm>
          <a:prstGeom prst="rect">
            <a:avLst/>
          </a:prstGeom>
        </p:spPr>
        <p:txBody>
          <a:bodyPr anchorCtr="0" anchor="b" bIns="91425" lIns="91425" spcFirstLastPara="1" rIns="91425" wrap="square" tIns="91425">
            <a:noAutofit/>
          </a:bodyPr>
          <a:lstStyle>
            <a:lvl1pPr lvl="0" rtl="0">
              <a:spcBef>
                <a:spcPts val="0"/>
              </a:spcBef>
              <a:spcAft>
                <a:spcPts val="0"/>
              </a:spcAft>
              <a:buSzPts val="1900"/>
              <a:buFont typeface="Lexend Deca"/>
              <a:buNone/>
              <a:defRPr b="1" sz="1900">
                <a:latin typeface="Lexend Deca"/>
                <a:ea typeface="Lexend Deca"/>
                <a:cs typeface="Lexend Deca"/>
                <a:sym typeface="Lexend Deca"/>
              </a:defRPr>
            </a:lvl1pPr>
            <a:lvl2pPr lvl="1" rtl="0">
              <a:spcBef>
                <a:spcPts val="0"/>
              </a:spcBef>
              <a:spcAft>
                <a:spcPts val="0"/>
              </a:spcAft>
              <a:buSzPts val="1900"/>
              <a:buFont typeface="Lexend Deca"/>
              <a:buNone/>
              <a:defRPr b="1" sz="1900">
                <a:latin typeface="Lexend Deca"/>
                <a:ea typeface="Lexend Deca"/>
                <a:cs typeface="Lexend Deca"/>
                <a:sym typeface="Lexend Deca"/>
              </a:defRPr>
            </a:lvl2pPr>
            <a:lvl3pPr lvl="2" rtl="0">
              <a:spcBef>
                <a:spcPts val="0"/>
              </a:spcBef>
              <a:spcAft>
                <a:spcPts val="0"/>
              </a:spcAft>
              <a:buSzPts val="1900"/>
              <a:buFont typeface="Lexend Deca"/>
              <a:buNone/>
              <a:defRPr b="1" sz="1900">
                <a:latin typeface="Lexend Deca"/>
                <a:ea typeface="Lexend Deca"/>
                <a:cs typeface="Lexend Deca"/>
                <a:sym typeface="Lexend Deca"/>
              </a:defRPr>
            </a:lvl3pPr>
            <a:lvl4pPr lvl="3" rtl="0">
              <a:spcBef>
                <a:spcPts val="0"/>
              </a:spcBef>
              <a:spcAft>
                <a:spcPts val="0"/>
              </a:spcAft>
              <a:buSzPts val="1900"/>
              <a:buFont typeface="Lexend Deca"/>
              <a:buNone/>
              <a:defRPr b="1" sz="1900">
                <a:latin typeface="Lexend Deca"/>
                <a:ea typeface="Lexend Deca"/>
                <a:cs typeface="Lexend Deca"/>
                <a:sym typeface="Lexend Deca"/>
              </a:defRPr>
            </a:lvl4pPr>
            <a:lvl5pPr lvl="4" rtl="0">
              <a:spcBef>
                <a:spcPts val="0"/>
              </a:spcBef>
              <a:spcAft>
                <a:spcPts val="0"/>
              </a:spcAft>
              <a:buSzPts val="1900"/>
              <a:buFont typeface="Lexend Deca"/>
              <a:buNone/>
              <a:defRPr b="1" sz="1900">
                <a:latin typeface="Lexend Deca"/>
                <a:ea typeface="Lexend Deca"/>
                <a:cs typeface="Lexend Deca"/>
                <a:sym typeface="Lexend Deca"/>
              </a:defRPr>
            </a:lvl5pPr>
            <a:lvl6pPr lvl="5" rtl="0">
              <a:spcBef>
                <a:spcPts val="0"/>
              </a:spcBef>
              <a:spcAft>
                <a:spcPts val="0"/>
              </a:spcAft>
              <a:buSzPts val="1900"/>
              <a:buFont typeface="Lexend Deca"/>
              <a:buNone/>
              <a:defRPr b="1" sz="1900">
                <a:latin typeface="Lexend Deca"/>
                <a:ea typeface="Lexend Deca"/>
                <a:cs typeface="Lexend Deca"/>
                <a:sym typeface="Lexend Deca"/>
              </a:defRPr>
            </a:lvl6pPr>
            <a:lvl7pPr lvl="6" rtl="0">
              <a:spcBef>
                <a:spcPts val="0"/>
              </a:spcBef>
              <a:spcAft>
                <a:spcPts val="0"/>
              </a:spcAft>
              <a:buSzPts val="1900"/>
              <a:buFont typeface="Lexend Deca"/>
              <a:buNone/>
              <a:defRPr b="1" sz="1900">
                <a:latin typeface="Lexend Deca"/>
                <a:ea typeface="Lexend Deca"/>
                <a:cs typeface="Lexend Deca"/>
                <a:sym typeface="Lexend Deca"/>
              </a:defRPr>
            </a:lvl7pPr>
            <a:lvl8pPr lvl="7" rtl="0">
              <a:spcBef>
                <a:spcPts val="0"/>
              </a:spcBef>
              <a:spcAft>
                <a:spcPts val="0"/>
              </a:spcAft>
              <a:buSzPts val="1900"/>
              <a:buFont typeface="Lexend Deca"/>
              <a:buNone/>
              <a:defRPr b="1" sz="1900">
                <a:latin typeface="Lexend Deca"/>
                <a:ea typeface="Lexend Deca"/>
                <a:cs typeface="Lexend Deca"/>
                <a:sym typeface="Lexend Deca"/>
              </a:defRPr>
            </a:lvl8pPr>
            <a:lvl9pPr lvl="8" rtl="0">
              <a:spcBef>
                <a:spcPts val="0"/>
              </a:spcBef>
              <a:spcAft>
                <a:spcPts val="0"/>
              </a:spcAft>
              <a:buSzPts val="1900"/>
              <a:buFont typeface="Lexend Deca"/>
              <a:buNone/>
              <a:defRPr b="1" sz="1900">
                <a:latin typeface="Lexend Deca"/>
                <a:ea typeface="Lexend Deca"/>
                <a:cs typeface="Lexend Deca"/>
                <a:sym typeface="Lexend Deca"/>
              </a:defRPr>
            </a:lvl9pPr>
          </a:lstStyle>
          <a:p/>
        </p:txBody>
      </p:sp>
      <p:sp>
        <p:nvSpPr>
          <p:cNvPr id="46" name="Google Shape;46;p5"/>
          <p:cNvSpPr txBox="1"/>
          <p:nvPr>
            <p:ph idx="4" type="subTitle"/>
          </p:nvPr>
        </p:nvSpPr>
        <p:spPr>
          <a:xfrm>
            <a:off x="4888546" y="2263700"/>
            <a:ext cx="3237300" cy="412200"/>
          </a:xfrm>
          <a:prstGeom prst="rect">
            <a:avLst/>
          </a:prstGeom>
        </p:spPr>
        <p:txBody>
          <a:bodyPr anchorCtr="0" anchor="b" bIns="91425" lIns="91425" spcFirstLastPara="1" rIns="91425" wrap="square" tIns="91425">
            <a:noAutofit/>
          </a:bodyPr>
          <a:lstStyle>
            <a:lvl1pPr lvl="0" rtl="0">
              <a:spcBef>
                <a:spcPts val="0"/>
              </a:spcBef>
              <a:spcAft>
                <a:spcPts val="0"/>
              </a:spcAft>
              <a:buSzPts val="1900"/>
              <a:buFont typeface="Lexend Deca"/>
              <a:buNone/>
              <a:defRPr b="1" sz="1900">
                <a:latin typeface="Lexend Deca"/>
                <a:ea typeface="Lexend Deca"/>
                <a:cs typeface="Lexend Deca"/>
                <a:sym typeface="Lexend Deca"/>
              </a:defRPr>
            </a:lvl1pPr>
            <a:lvl2pPr lvl="1" rtl="0">
              <a:spcBef>
                <a:spcPts val="0"/>
              </a:spcBef>
              <a:spcAft>
                <a:spcPts val="0"/>
              </a:spcAft>
              <a:buSzPts val="1900"/>
              <a:buFont typeface="Lexend Deca"/>
              <a:buNone/>
              <a:defRPr b="1" sz="1900">
                <a:latin typeface="Lexend Deca"/>
                <a:ea typeface="Lexend Deca"/>
                <a:cs typeface="Lexend Deca"/>
                <a:sym typeface="Lexend Deca"/>
              </a:defRPr>
            </a:lvl2pPr>
            <a:lvl3pPr lvl="2" rtl="0">
              <a:spcBef>
                <a:spcPts val="0"/>
              </a:spcBef>
              <a:spcAft>
                <a:spcPts val="0"/>
              </a:spcAft>
              <a:buSzPts val="1900"/>
              <a:buFont typeface="Lexend Deca"/>
              <a:buNone/>
              <a:defRPr b="1" sz="1900">
                <a:latin typeface="Lexend Deca"/>
                <a:ea typeface="Lexend Deca"/>
                <a:cs typeface="Lexend Deca"/>
                <a:sym typeface="Lexend Deca"/>
              </a:defRPr>
            </a:lvl3pPr>
            <a:lvl4pPr lvl="3" rtl="0">
              <a:spcBef>
                <a:spcPts val="0"/>
              </a:spcBef>
              <a:spcAft>
                <a:spcPts val="0"/>
              </a:spcAft>
              <a:buSzPts val="1900"/>
              <a:buFont typeface="Lexend Deca"/>
              <a:buNone/>
              <a:defRPr b="1" sz="1900">
                <a:latin typeface="Lexend Deca"/>
                <a:ea typeface="Lexend Deca"/>
                <a:cs typeface="Lexend Deca"/>
                <a:sym typeface="Lexend Deca"/>
              </a:defRPr>
            </a:lvl4pPr>
            <a:lvl5pPr lvl="4" rtl="0">
              <a:spcBef>
                <a:spcPts val="0"/>
              </a:spcBef>
              <a:spcAft>
                <a:spcPts val="0"/>
              </a:spcAft>
              <a:buSzPts val="1900"/>
              <a:buFont typeface="Lexend Deca"/>
              <a:buNone/>
              <a:defRPr b="1" sz="1900">
                <a:latin typeface="Lexend Deca"/>
                <a:ea typeface="Lexend Deca"/>
                <a:cs typeface="Lexend Deca"/>
                <a:sym typeface="Lexend Deca"/>
              </a:defRPr>
            </a:lvl5pPr>
            <a:lvl6pPr lvl="5" rtl="0">
              <a:spcBef>
                <a:spcPts val="0"/>
              </a:spcBef>
              <a:spcAft>
                <a:spcPts val="0"/>
              </a:spcAft>
              <a:buSzPts val="1900"/>
              <a:buFont typeface="Lexend Deca"/>
              <a:buNone/>
              <a:defRPr b="1" sz="1900">
                <a:latin typeface="Lexend Deca"/>
                <a:ea typeface="Lexend Deca"/>
                <a:cs typeface="Lexend Deca"/>
                <a:sym typeface="Lexend Deca"/>
              </a:defRPr>
            </a:lvl6pPr>
            <a:lvl7pPr lvl="6" rtl="0">
              <a:spcBef>
                <a:spcPts val="0"/>
              </a:spcBef>
              <a:spcAft>
                <a:spcPts val="0"/>
              </a:spcAft>
              <a:buSzPts val="1900"/>
              <a:buFont typeface="Lexend Deca"/>
              <a:buNone/>
              <a:defRPr b="1" sz="1900">
                <a:latin typeface="Lexend Deca"/>
                <a:ea typeface="Lexend Deca"/>
                <a:cs typeface="Lexend Deca"/>
                <a:sym typeface="Lexend Deca"/>
              </a:defRPr>
            </a:lvl7pPr>
            <a:lvl8pPr lvl="7" rtl="0">
              <a:spcBef>
                <a:spcPts val="0"/>
              </a:spcBef>
              <a:spcAft>
                <a:spcPts val="0"/>
              </a:spcAft>
              <a:buSzPts val="1900"/>
              <a:buFont typeface="Lexend Deca"/>
              <a:buNone/>
              <a:defRPr b="1" sz="1900">
                <a:latin typeface="Lexend Deca"/>
                <a:ea typeface="Lexend Deca"/>
                <a:cs typeface="Lexend Deca"/>
                <a:sym typeface="Lexend Deca"/>
              </a:defRPr>
            </a:lvl8pPr>
            <a:lvl9pPr lvl="8" rtl="0">
              <a:spcBef>
                <a:spcPts val="0"/>
              </a:spcBef>
              <a:spcAft>
                <a:spcPts val="0"/>
              </a:spcAft>
              <a:buSzPts val="1900"/>
              <a:buFont typeface="Lexend Deca"/>
              <a:buNone/>
              <a:defRPr b="1" sz="1900">
                <a:latin typeface="Lexend Deca"/>
                <a:ea typeface="Lexend Deca"/>
                <a:cs typeface="Lexend Deca"/>
                <a:sym typeface="Lexend Deca"/>
              </a:defRPr>
            </a:lvl9pPr>
          </a:lstStyle>
          <a:p/>
        </p:txBody>
      </p:sp>
      <p:grpSp>
        <p:nvGrpSpPr>
          <p:cNvPr id="47" name="Google Shape;47;p5"/>
          <p:cNvGrpSpPr/>
          <p:nvPr/>
        </p:nvGrpSpPr>
        <p:grpSpPr>
          <a:xfrm>
            <a:off x="-75" y="-2325"/>
            <a:ext cx="9144150" cy="5145825"/>
            <a:chOff x="0" y="-2325"/>
            <a:chExt cx="9144150" cy="5145825"/>
          </a:xfrm>
        </p:grpSpPr>
        <p:sp>
          <p:nvSpPr>
            <p:cNvPr id="48" name="Google Shape;48;p5"/>
            <p:cNvSpPr/>
            <p:nvPr/>
          </p:nvSpPr>
          <p:spPr>
            <a:xfrm>
              <a:off x="0" y="0"/>
              <a:ext cx="9144000" cy="5143500"/>
            </a:xfrm>
            <a:prstGeom prst="frame">
              <a:avLst>
                <a:gd fmla="val 408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5">
              <a:hlinkClick action="ppaction://hlinkshowjump?jump=nextslide"/>
            </p:cNvPr>
            <p:cNvSpPr/>
            <p:nvPr/>
          </p:nvSpPr>
          <p:spPr>
            <a:xfrm>
              <a:off x="8562150" y="-2325"/>
              <a:ext cx="58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grpSp>
        <p:nvGrpSpPr>
          <p:cNvPr id="51" name="Google Shape;51;p6"/>
          <p:cNvGrpSpPr/>
          <p:nvPr/>
        </p:nvGrpSpPr>
        <p:grpSpPr>
          <a:xfrm rot="-7454932">
            <a:off x="-713687" y="4146997"/>
            <a:ext cx="1901727" cy="1096946"/>
            <a:chOff x="4057999" y="181766"/>
            <a:chExt cx="1647076" cy="950059"/>
          </a:xfrm>
        </p:grpSpPr>
        <p:sp>
          <p:nvSpPr>
            <p:cNvPr id="52" name="Google Shape;52;p6"/>
            <p:cNvSpPr/>
            <p:nvPr/>
          </p:nvSpPr>
          <p:spPr>
            <a:xfrm>
              <a:off x="4080475" y="318675"/>
              <a:ext cx="1624600" cy="813150"/>
            </a:xfrm>
            <a:custGeom>
              <a:rect b="b" l="l" r="r" t="t"/>
              <a:pathLst>
                <a:path extrusionOk="0" h="32526" w="64984">
                  <a:moveTo>
                    <a:pt x="40012" y="1"/>
                  </a:moveTo>
                  <a:cubicBezTo>
                    <a:pt x="36896" y="1"/>
                    <a:pt x="34164" y="1251"/>
                    <a:pt x="31547" y="2618"/>
                  </a:cubicBezTo>
                  <a:cubicBezTo>
                    <a:pt x="28443" y="4240"/>
                    <a:pt x="25967" y="6405"/>
                    <a:pt x="21456" y="6405"/>
                  </a:cubicBezTo>
                  <a:cubicBezTo>
                    <a:pt x="21245" y="6405"/>
                    <a:pt x="21028" y="6401"/>
                    <a:pt x="20808" y="6391"/>
                  </a:cubicBezTo>
                  <a:cubicBezTo>
                    <a:pt x="17708" y="6253"/>
                    <a:pt x="15532" y="5489"/>
                    <a:pt x="13201" y="5489"/>
                  </a:cubicBezTo>
                  <a:cubicBezTo>
                    <a:pt x="11827" y="5489"/>
                    <a:pt x="10399" y="5754"/>
                    <a:pt x="8696" y="6570"/>
                  </a:cubicBezTo>
                  <a:cubicBezTo>
                    <a:pt x="4193" y="8727"/>
                    <a:pt x="1761" y="12773"/>
                    <a:pt x="1198" y="17809"/>
                  </a:cubicBezTo>
                  <a:cubicBezTo>
                    <a:pt x="0" y="28497"/>
                    <a:pt x="8710" y="32526"/>
                    <a:pt x="15528" y="32526"/>
                  </a:cubicBezTo>
                  <a:cubicBezTo>
                    <a:pt x="18533" y="32526"/>
                    <a:pt x="21171" y="31743"/>
                    <a:pt x="22431" y="30403"/>
                  </a:cubicBezTo>
                  <a:cubicBezTo>
                    <a:pt x="28847" y="23583"/>
                    <a:pt x="27231" y="22950"/>
                    <a:pt x="37145" y="22950"/>
                  </a:cubicBezTo>
                  <a:cubicBezTo>
                    <a:pt x="39165" y="22950"/>
                    <a:pt x="41664" y="22976"/>
                    <a:pt x="44807" y="22981"/>
                  </a:cubicBezTo>
                  <a:cubicBezTo>
                    <a:pt x="44815" y="22981"/>
                    <a:pt x="44823" y="22981"/>
                    <a:pt x="44832" y="22981"/>
                  </a:cubicBezTo>
                  <a:cubicBezTo>
                    <a:pt x="56092" y="22981"/>
                    <a:pt x="64983" y="9600"/>
                    <a:pt x="45684" y="1143"/>
                  </a:cubicBezTo>
                  <a:cubicBezTo>
                    <a:pt x="44411" y="586"/>
                    <a:pt x="42899" y="259"/>
                    <a:pt x="41364" y="80"/>
                  </a:cubicBezTo>
                  <a:cubicBezTo>
                    <a:pt x="40905" y="26"/>
                    <a:pt x="40455" y="1"/>
                    <a:pt x="4001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6"/>
            <p:cNvSpPr/>
            <p:nvPr/>
          </p:nvSpPr>
          <p:spPr>
            <a:xfrm>
              <a:off x="4057999" y="297298"/>
              <a:ext cx="307425" cy="177775"/>
            </a:xfrm>
            <a:custGeom>
              <a:rect b="b" l="l" r="r" t="t"/>
              <a:pathLst>
                <a:path extrusionOk="0" h="7111" w="12297">
                  <a:moveTo>
                    <a:pt x="7010" y="1"/>
                  </a:moveTo>
                  <a:cubicBezTo>
                    <a:pt x="6595" y="1"/>
                    <a:pt x="6149" y="29"/>
                    <a:pt x="5672" y="89"/>
                  </a:cubicBezTo>
                  <a:cubicBezTo>
                    <a:pt x="5672" y="89"/>
                    <a:pt x="1" y="943"/>
                    <a:pt x="363" y="4242"/>
                  </a:cubicBezTo>
                  <a:cubicBezTo>
                    <a:pt x="596" y="6359"/>
                    <a:pt x="2334" y="7110"/>
                    <a:pt x="4280" y="7110"/>
                  </a:cubicBezTo>
                  <a:cubicBezTo>
                    <a:pt x="6235" y="7110"/>
                    <a:pt x="8402" y="6352"/>
                    <a:pt x="9465" y="5459"/>
                  </a:cubicBezTo>
                  <a:cubicBezTo>
                    <a:pt x="12297" y="3081"/>
                    <a:pt x="11345" y="1"/>
                    <a:pt x="701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6"/>
            <p:cNvSpPr/>
            <p:nvPr/>
          </p:nvSpPr>
          <p:spPr>
            <a:xfrm>
              <a:off x="5106014" y="181766"/>
              <a:ext cx="169125" cy="68300"/>
            </a:xfrm>
            <a:custGeom>
              <a:rect b="b" l="l" r="r" t="t"/>
              <a:pathLst>
                <a:path extrusionOk="0" h="2732" w="6765">
                  <a:moveTo>
                    <a:pt x="3520" y="1"/>
                  </a:moveTo>
                  <a:cubicBezTo>
                    <a:pt x="2537" y="1"/>
                    <a:pt x="1006" y="188"/>
                    <a:pt x="501" y="1288"/>
                  </a:cubicBezTo>
                  <a:cubicBezTo>
                    <a:pt x="0" y="2380"/>
                    <a:pt x="1282" y="2731"/>
                    <a:pt x="2639" y="2731"/>
                  </a:cubicBezTo>
                  <a:cubicBezTo>
                    <a:pt x="3354" y="2731"/>
                    <a:pt x="4091" y="2634"/>
                    <a:pt x="4598" y="2495"/>
                  </a:cubicBezTo>
                  <a:cubicBezTo>
                    <a:pt x="6068" y="2096"/>
                    <a:pt x="6765" y="315"/>
                    <a:pt x="4388" y="50"/>
                  </a:cubicBezTo>
                  <a:cubicBezTo>
                    <a:pt x="4388" y="50"/>
                    <a:pt x="4027" y="1"/>
                    <a:pt x="352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6"/>
            <p:cNvSpPr/>
            <p:nvPr/>
          </p:nvSpPr>
          <p:spPr>
            <a:xfrm>
              <a:off x="4796918" y="952475"/>
              <a:ext cx="392975" cy="176200"/>
            </a:xfrm>
            <a:custGeom>
              <a:rect b="b" l="l" r="r" t="t"/>
              <a:pathLst>
                <a:path extrusionOk="0" h="7048" w="15719">
                  <a:moveTo>
                    <a:pt x="9557" y="1"/>
                  </a:moveTo>
                  <a:cubicBezTo>
                    <a:pt x="9303" y="1"/>
                    <a:pt x="9037" y="8"/>
                    <a:pt x="8759" y="23"/>
                  </a:cubicBezTo>
                  <a:cubicBezTo>
                    <a:pt x="8759" y="23"/>
                    <a:pt x="749" y="632"/>
                    <a:pt x="285" y="4143"/>
                  </a:cubicBezTo>
                  <a:cubicBezTo>
                    <a:pt x="0" y="6299"/>
                    <a:pt x="2337" y="7047"/>
                    <a:pt x="4905" y="7047"/>
                  </a:cubicBezTo>
                  <a:cubicBezTo>
                    <a:pt x="6521" y="7047"/>
                    <a:pt x="8228" y="6751"/>
                    <a:pt x="9432" y="6322"/>
                  </a:cubicBezTo>
                  <a:cubicBezTo>
                    <a:pt x="15083" y="4312"/>
                    <a:pt x="15719" y="1"/>
                    <a:pt x="955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 name="Google Shape;56;p6"/>
          <p:cNvSpPr txBox="1"/>
          <p:nvPr>
            <p:ph type="title"/>
          </p:nvPr>
        </p:nvSpPr>
        <p:spPr>
          <a:xfrm>
            <a:off x="713475" y="463300"/>
            <a:ext cx="7717200" cy="5649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grpSp>
        <p:nvGrpSpPr>
          <p:cNvPr id="57" name="Google Shape;57;p6"/>
          <p:cNvGrpSpPr/>
          <p:nvPr/>
        </p:nvGrpSpPr>
        <p:grpSpPr>
          <a:xfrm>
            <a:off x="-75" y="-2325"/>
            <a:ext cx="9144150" cy="5145825"/>
            <a:chOff x="0" y="-2325"/>
            <a:chExt cx="9144150" cy="5145825"/>
          </a:xfrm>
        </p:grpSpPr>
        <p:sp>
          <p:nvSpPr>
            <p:cNvPr id="58" name="Google Shape;58;p6"/>
            <p:cNvSpPr/>
            <p:nvPr/>
          </p:nvSpPr>
          <p:spPr>
            <a:xfrm>
              <a:off x="0" y="0"/>
              <a:ext cx="9144000" cy="5143500"/>
            </a:xfrm>
            <a:prstGeom prst="frame">
              <a:avLst>
                <a:gd fmla="val 408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a:hlinkClick action="ppaction://hlinkshowjump?jump=nextslide"/>
            </p:cNvPr>
            <p:cNvSpPr/>
            <p:nvPr/>
          </p:nvSpPr>
          <p:spPr>
            <a:xfrm>
              <a:off x="8562150" y="-2325"/>
              <a:ext cx="58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0" name="Shape 60"/>
        <p:cNvGrpSpPr/>
        <p:nvPr/>
      </p:nvGrpSpPr>
      <p:grpSpPr>
        <a:xfrm>
          <a:off x="0" y="0"/>
          <a:ext cx="0" cy="0"/>
          <a:chOff x="0" y="0"/>
          <a:chExt cx="0" cy="0"/>
        </a:xfrm>
      </p:grpSpPr>
      <p:grpSp>
        <p:nvGrpSpPr>
          <p:cNvPr id="61" name="Google Shape;61;p7"/>
          <p:cNvGrpSpPr/>
          <p:nvPr/>
        </p:nvGrpSpPr>
        <p:grpSpPr>
          <a:xfrm rot="-2936678">
            <a:off x="-734651" y="-249156"/>
            <a:ext cx="2229214" cy="1759279"/>
            <a:chOff x="4244567" y="128629"/>
            <a:chExt cx="1279491" cy="1009764"/>
          </a:xfrm>
        </p:grpSpPr>
        <p:sp>
          <p:nvSpPr>
            <p:cNvPr id="62" name="Google Shape;62;p7"/>
            <p:cNvSpPr/>
            <p:nvPr/>
          </p:nvSpPr>
          <p:spPr>
            <a:xfrm>
              <a:off x="4330464" y="128629"/>
              <a:ext cx="1193594" cy="813150"/>
            </a:xfrm>
            <a:custGeom>
              <a:rect b="b" l="l" r="r" t="t"/>
              <a:pathLst>
                <a:path extrusionOk="0" h="32526" w="64984">
                  <a:moveTo>
                    <a:pt x="40012" y="1"/>
                  </a:moveTo>
                  <a:cubicBezTo>
                    <a:pt x="36896" y="1"/>
                    <a:pt x="34164" y="1251"/>
                    <a:pt x="31547" y="2618"/>
                  </a:cubicBezTo>
                  <a:cubicBezTo>
                    <a:pt x="28443" y="4240"/>
                    <a:pt x="25967" y="6405"/>
                    <a:pt x="21456" y="6405"/>
                  </a:cubicBezTo>
                  <a:cubicBezTo>
                    <a:pt x="21245" y="6405"/>
                    <a:pt x="21028" y="6401"/>
                    <a:pt x="20808" y="6391"/>
                  </a:cubicBezTo>
                  <a:cubicBezTo>
                    <a:pt x="17708" y="6253"/>
                    <a:pt x="15532" y="5489"/>
                    <a:pt x="13201" y="5489"/>
                  </a:cubicBezTo>
                  <a:cubicBezTo>
                    <a:pt x="11827" y="5489"/>
                    <a:pt x="10399" y="5754"/>
                    <a:pt x="8696" y="6570"/>
                  </a:cubicBezTo>
                  <a:cubicBezTo>
                    <a:pt x="4193" y="8727"/>
                    <a:pt x="1761" y="12773"/>
                    <a:pt x="1198" y="17809"/>
                  </a:cubicBezTo>
                  <a:cubicBezTo>
                    <a:pt x="0" y="28497"/>
                    <a:pt x="8710" y="32526"/>
                    <a:pt x="15528" y="32526"/>
                  </a:cubicBezTo>
                  <a:cubicBezTo>
                    <a:pt x="18533" y="32526"/>
                    <a:pt x="21171" y="31743"/>
                    <a:pt x="22431" y="30403"/>
                  </a:cubicBezTo>
                  <a:cubicBezTo>
                    <a:pt x="28847" y="23583"/>
                    <a:pt x="27231" y="22950"/>
                    <a:pt x="37145" y="22950"/>
                  </a:cubicBezTo>
                  <a:cubicBezTo>
                    <a:pt x="39165" y="22950"/>
                    <a:pt x="41664" y="22976"/>
                    <a:pt x="44807" y="22981"/>
                  </a:cubicBezTo>
                  <a:cubicBezTo>
                    <a:pt x="44815" y="22981"/>
                    <a:pt x="44823" y="22981"/>
                    <a:pt x="44832" y="22981"/>
                  </a:cubicBezTo>
                  <a:cubicBezTo>
                    <a:pt x="56092" y="22981"/>
                    <a:pt x="64983" y="9600"/>
                    <a:pt x="45684" y="1143"/>
                  </a:cubicBezTo>
                  <a:cubicBezTo>
                    <a:pt x="44411" y="586"/>
                    <a:pt x="42899" y="259"/>
                    <a:pt x="41364" y="80"/>
                  </a:cubicBezTo>
                  <a:cubicBezTo>
                    <a:pt x="40905" y="26"/>
                    <a:pt x="40455" y="1"/>
                    <a:pt x="4001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7"/>
            <p:cNvSpPr/>
            <p:nvPr/>
          </p:nvSpPr>
          <p:spPr>
            <a:xfrm>
              <a:off x="4244567" y="1012244"/>
              <a:ext cx="218149" cy="126149"/>
            </a:xfrm>
            <a:custGeom>
              <a:rect b="b" l="l" r="r" t="t"/>
              <a:pathLst>
                <a:path extrusionOk="0" h="7111" w="12297">
                  <a:moveTo>
                    <a:pt x="7010" y="1"/>
                  </a:moveTo>
                  <a:cubicBezTo>
                    <a:pt x="6595" y="1"/>
                    <a:pt x="6149" y="29"/>
                    <a:pt x="5672" y="89"/>
                  </a:cubicBezTo>
                  <a:cubicBezTo>
                    <a:pt x="5672" y="89"/>
                    <a:pt x="1" y="943"/>
                    <a:pt x="363" y="4242"/>
                  </a:cubicBezTo>
                  <a:cubicBezTo>
                    <a:pt x="596" y="6359"/>
                    <a:pt x="2334" y="7110"/>
                    <a:pt x="4280" y="7110"/>
                  </a:cubicBezTo>
                  <a:cubicBezTo>
                    <a:pt x="6235" y="7110"/>
                    <a:pt x="8402" y="6352"/>
                    <a:pt x="9465" y="5459"/>
                  </a:cubicBezTo>
                  <a:cubicBezTo>
                    <a:pt x="12297" y="3081"/>
                    <a:pt x="11345" y="1"/>
                    <a:pt x="701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7"/>
            <p:cNvSpPr/>
            <p:nvPr/>
          </p:nvSpPr>
          <p:spPr>
            <a:xfrm rot="5400000">
              <a:off x="5311703" y="843224"/>
              <a:ext cx="169125" cy="68300"/>
            </a:xfrm>
            <a:custGeom>
              <a:rect b="b" l="l" r="r" t="t"/>
              <a:pathLst>
                <a:path extrusionOk="0" h="2732" w="6765">
                  <a:moveTo>
                    <a:pt x="3520" y="1"/>
                  </a:moveTo>
                  <a:cubicBezTo>
                    <a:pt x="2537" y="1"/>
                    <a:pt x="1006" y="188"/>
                    <a:pt x="501" y="1288"/>
                  </a:cubicBezTo>
                  <a:cubicBezTo>
                    <a:pt x="0" y="2380"/>
                    <a:pt x="1282" y="2731"/>
                    <a:pt x="2639" y="2731"/>
                  </a:cubicBezTo>
                  <a:cubicBezTo>
                    <a:pt x="3354" y="2731"/>
                    <a:pt x="4091" y="2634"/>
                    <a:pt x="4598" y="2495"/>
                  </a:cubicBezTo>
                  <a:cubicBezTo>
                    <a:pt x="6068" y="2096"/>
                    <a:pt x="6765" y="315"/>
                    <a:pt x="4388" y="50"/>
                  </a:cubicBezTo>
                  <a:cubicBezTo>
                    <a:pt x="4388" y="50"/>
                    <a:pt x="4027" y="1"/>
                    <a:pt x="352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5" name="Google Shape;65;p7"/>
          <p:cNvSpPr txBox="1"/>
          <p:nvPr>
            <p:ph type="title"/>
          </p:nvPr>
        </p:nvSpPr>
        <p:spPr>
          <a:xfrm>
            <a:off x="713225" y="1024500"/>
            <a:ext cx="4728300" cy="674100"/>
          </a:xfrm>
          <a:prstGeom prst="rect">
            <a:avLst/>
          </a:prstGeom>
        </p:spPr>
        <p:txBody>
          <a:bodyPr anchorCtr="0" anchor="b"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66" name="Google Shape;66;p7"/>
          <p:cNvSpPr txBox="1"/>
          <p:nvPr>
            <p:ph idx="1" type="body"/>
          </p:nvPr>
        </p:nvSpPr>
        <p:spPr>
          <a:xfrm>
            <a:off x="713225" y="1700700"/>
            <a:ext cx="4728300" cy="2418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7" name="Google Shape;67;p7"/>
          <p:cNvSpPr/>
          <p:nvPr>
            <p:ph idx="2" type="pic"/>
          </p:nvPr>
        </p:nvSpPr>
        <p:spPr>
          <a:xfrm>
            <a:off x="5642900" y="317925"/>
            <a:ext cx="2775900" cy="4507500"/>
          </a:xfrm>
          <a:prstGeom prst="rect">
            <a:avLst/>
          </a:prstGeom>
          <a:noFill/>
          <a:ln>
            <a:noFill/>
          </a:ln>
        </p:spPr>
      </p:sp>
      <p:grpSp>
        <p:nvGrpSpPr>
          <p:cNvPr id="68" name="Google Shape;68;p7"/>
          <p:cNvGrpSpPr/>
          <p:nvPr/>
        </p:nvGrpSpPr>
        <p:grpSpPr>
          <a:xfrm>
            <a:off x="-75" y="-2325"/>
            <a:ext cx="9144150" cy="5145825"/>
            <a:chOff x="0" y="-2325"/>
            <a:chExt cx="9144150" cy="5145825"/>
          </a:xfrm>
        </p:grpSpPr>
        <p:sp>
          <p:nvSpPr>
            <p:cNvPr id="69" name="Google Shape;69;p7"/>
            <p:cNvSpPr/>
            <p:nvPr/>
          </p:nvSpPr>
          <p:spPr>
            <a:xfrm>
              <a:off x="0" y="0"/>
              <a:ext cx="9144000" cy="5143500"/>
            </a:xfrm>
            <a:prstGeom prst="frame">
              <a:avLst>
                <a:gd fmla="val 408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7">
              <a:hlinkClick action="ppaction://hlinkshowjump?jump=nextslide"/>
            </p:cNvPr>
            <p:cNvSpPr/>
            <p:nvPr/>
          </p:nvSpPr>
          <p:spPr>
            <a:xfrm>
              <a:off x="8562150" y="-2325"/>
              <a:ext cx="58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1" name="Shape 71"/>
        <p:cNvGrpSpPr/>
        <p:nvPr/>
      </p:nvGrpSpPr>
      <p:grpSpPr>
        <a:xfrm>
          <a:off x="0" y="0"/>
          <a:ext cx="0" cy="0"/>
          <a:chOff x="0" y="0"/>
          <a:chExt cx="0" cy="0"/>
        </a:xfrm>
      </p:grpSpPr>
      <p:grpSp>
        <p:nvGrpSpPr>
          <p:cNvPr id="72" name="Google Shape;72;p8"/>
          <p:cNvGrpSpPr/>
          <p:nvPr/>
        </p:nvGrpSpPr>
        <p:grpSpPr>
          <a:xfrm>
            <a:off x="-771058" y="-1372254"/>
            <a:ext cx="10442481" cy="7468269"/>
            <a:chOff x="-771058" y="-1372254"/>
            <a:chExt cx="10442481" cy="7468269"/>
          </a:xfrm>
        </p:grpSpPr>
        <p:grpSp>
          <p:nvGrpSpPr>
            <p:cNvPr id="73" name="Google Shape;73;p8"/>
            <p:cNvGrpSpPr/>
            <p:nvPr/>
          </p:nvGrpSpPr>
          <p:grpSpPr>
            <a:xfrm rot="2463322">
              <a:off x="-632973" y="3868202"/>
              <a:ext cx="2830486" cy="1480322"/>
              <a:chOff x="4104945" y="376858"/>
              <a:chExt cx="1624600" cy="849653"/>
            </a:xfrm>
          </p:grpSpPr>
          <p:sp>
            <p:nvSpPr>
              <p:cNvPr id="74" name="Google Shape;74;p8"/>
              <p:cNvSpPr/>
              <p:nvPr/>
            </p:nvSpPr>
            <p:spPr>
              <a:xfrm>
                <a:off x="4104945" y="413361"/>
                <a:ext cx="1624600" cy="813150"/>
              </a:xfrm>
              <a:custGeom>
                <a:rect b="b" l="l" r="r" t="t"/>
                <a:pathLst>
                  <a:path extrusionOk="0" h="32526" w="64984">
                    <a:moveTo>
                      <a:pt x="40012" y="1"/>
                    </a:moveTo>
                    <a:cubicBezTo>
                      <a:pt x="36896" y="1"/>
                      <a:pt x="34164" y="1251"/>
                      <a:pt x="31547" y="2618"/>
                    </a:cubicBezTo>
                    <a:cubicBezTo>
                      <a:pt x="28443" y="4240"/>
                      <a:pt x="25967" y="6405"/>
                      <a:pt x="21456" y="6405"/>
                    </a:cubicBezTo>
                    <a:cubicBezTo>
                      <a:pt x="21245" y="6405"/>
                      <a:pt x="21028" y="6401"/>
                      <a:pt x="20808" y="6391"/>
                    </a:cubicBezTo>
                    <a:cubicBezTo>
                      <a:pt x="17708" y="6253"/>
                      <a:pt x="15532" y="5489"/>
                      <a:pt x="13201" y="5489"/>
                    </a:cubicBezTo>
                    <a:cubicBezTo>
                      <a:pt x="11827" y="5489"/>
                      <a:pt x="10399" y="5754"/>
                      <a:pt x="8696" y="6570"/>
                    </a:cubicBezTo>
                    <a:cubicBezTo>
                      <a:pt x="4193" y="8727"/>
                      <a:pt x="1761" y="12773"/>
                      <a:pt x="1198" y="17809"/>
                    </a:cubicBezTo>
                    <a:cubicBezTo>
                      <a:pt x="0" y="28497"/>
                      <a:pt x="8710" y="32526"/>
                      <a:pt x="15528" y="32526"/>
                    </a:cubicBezTo>
                    <a:cubicBezTo>
                      <a:pt x="18533" y="32526"/>
                      <a:pt x="21171" y="31743"/>
                      <a:pt x="22431" y="30403"/>
                    </a:cubicBezTo>
                    <a:cubicBezTo>
                      <a:pt x="28847" y="23583"/>
                      <a:pt x="27231" y="22950"/>
                      <a:pt x="37145" y="22950"/>
                    </a:cubicBezTo>
                    <a:cubicBezTo>
                      <a:pt x="39165" y="22950"/>
                      <a:pt x="41664" y="22976"/>
                      <a:pt x="44807" y="22981"/>
                    </a:cubicBezTo>
                    <a:cubicBezTo>
                      <a:pt x="44815" y="22981"/>
                      <a:pt x="44823" y="22981"/>
                      <a:pt x="44832" y="22981"/>
                    </a:cubicBezTo>
                    <a:cubicBezTo>
                      <a:pt x="56092" y="22981"/>
                      <a:pt x="64983" y="9600"/>
                      <a:pt x="45684" y="1143"/>
                    </a:cubicBezTo>
                    <a:cubicBezTo>
                      <a:pt x="44411" y="586"/>
                      <a:pt x="42899" y="259"/>
                      <a:pt x="41364" y="80"/>
                    </a:cubicBezTo>
                    <a:cubicBezTo>
                      <a:pt x="40905" y="26"/>
                      <a:pt x="40455" y="1"/>
                      <a:pt x="4001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a:off x="4173880" y="408061"/>
                <a:ext cx="307425" cy="177775"/>
              </a:xfrm>
              <a:custGeom>
                <a:rect b="b" l="l" r="r" t="t"/>
                <a:pathLst>
                  <a:path extrusionOk="0" h="7111" w="12297">
                    <a:moveTo>
                      <a:pt x="7010" y="1"/>
                    </a:moveTo>
                    <a:cubicBezTo>
                      <a:pt x="6595" y="1"/>
                      <a:pt x="6149" y="29"/>
                      <a:pt x="5672" y="89"/>
                    </a:cubicBezTo>
                    <a:cubicBezTo>
                      <a:pt x="5672" y="89"/>
                      <a:pt x="1" y="943"/>
                      <a:pt x="363" y="4242"/>
                    </a:cubicBezTo>
                    <a:cubicBezTo>
                      <a:pt x="596" y="6359"/>
                      <a:pt x="2334" y="7110"/>
                      <a:pt x="4280" y="7110"/>
                    </a:cubicBezTo>
                    <a:cubicBezTo>
                      <a:pt x="6235" y="7110"/>
                      <a:pt x="8402" y="6352"/>
                      <a:pt x="9465" y="5459"/>
                    </a:cubicBezTo>
                    <a:cubicBezTo>
                      <a:pt x="12297" y="3081"/>
                      <a:pt x="11345" y="1"/>
                      <a:pt x="701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a:off x="5479698" y="376858"/>
                <a:ext cx="169125" cy="68300"/>
              </a:xfrm>
              <a:custGeom>
                <a:rect b="b" l="l" r="r" t="t"/>
                <a:pathLst>
                  <a:path extrusionOk="0" h="2732" w="6765">
                    <a:moveTo>
                      <a:pt x="3520" y="1"/>
                    </a:moveTo>
                    <a:cubicBezTo>
                      <a:pt x="2537" y="1"/>
                      <a:pt x="1006" y="188"/>
                      <a:pt x="501" y="1288"/>
                    </a:cubicBezTo>
                    <a:cubicBezTo>
                      <a:pt x="0" y="2380"/>
                      <a:pt x="1282" y="2731"/>
                      <a:pt x="2639" y="2731"/>
                    </a:cubicBezTo>
                    <a:cubicBezTo>
                      <a:pt x="3354" y="2731"/>
                      <a:pt x="4091" y="2634"/>
                      <a:pt x="4598" y="2495"/>
                    </a:cubicBezTo>
                    <a:cubicBezTo>
                      <a:pt x="6068" y="2096"/>
                      <a:pt x="6765" y="315"/>
                      <a:pt x="4388" y="50"/>
                    </a:cubicBezTo>
                    <a:cubicBezTo>
                      <a:pt x="4388" y="50"/>
                      <a:pt x="4027" y="1"/>
                      <a:pt x="352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a:off x="4744697" y="1029313"/>
                <a:ext cx="392975" cy="176200"/>
              </a:xfrm>
              <a:custGeom>
                <a:rect b="b" l="l" r="r" t="t"/>
                <a:pathLst>
                  <a:path extrusionOk="0" h="7048" w="15719">
                    <a:moveTo>
                      <a:pt x="9557" y="1"/>
                    </a:moveTo>
                    <a:cubicBezTo>
                      <a:pt x="9303" y="1"/>
                      <a:pt x="9037" y="8"/>
                      <a:pt x="8759" y="23"/>
                    </a:cubicBezTo>
                    <a:cubicBezTo>
                      <a:pt x="8759" y="23"/>
                      <a:pt x="749" y="632"/>
                      <a:pt x="285" y="4143"/>
                    </a:cubicBezTo>
                    <a:cubicBezTo>
                      <a:pt x="0" y="6299"/>
                      <a:pt x="2337" y="7047"/>
                      <a:pt x="4905" y="7047"/>
                    </a:cubicBezTo>
                    <a:cubicBezTo>
                      <a:pt x="6521" y="7047"/>
                      <a:pt x="8228" y="6751"/>
                      <a:pt x="9432" y="6322"/>
                    </a:cubicBezTo>
                    <a:cubicBezTo>
                      <a:pt x="15083" y="4312"/>
                      <a:pt x="15719" y="1"/>
                      <a:pt x="955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 name="Google Shape;78;p8"/>
            <p:cNvGrpSpPr/>
            <p:nvPr/>
          </p:nvGrpSpPr>
          <p:grpSpPr>
            <a:xfrm rot="-8336678">
              <a:off x="6676108" y="-634777"/>
              <a:ext cx="2830486" cy="1561755"/>
              <a:chOff x="4080475" y="247414"/>
              <a:chExt cx="1624600" cy="896393"/>
            </a:xfrm>
          </p:grpSpPr>
          <p:sp>
            <p:nvSpPr>
              <p:cNvPr id="79" name="Google Shape;79;p8"/>
              <p:cNvSpPr/>
              <p:nvPr/>
            </p:nvSpPr>
            <p:spPr>
              <a:xfrm>
                <a:off x="4080475" y="318675"/>
                <a:ext cx="1624600" cy="813150"/>
              </a:xfrm>
              <a:custGeom>
                <a:rect b="b" l="l" r="r" t="t"/>
                <a:pathLst>
                  <a:path extrusionOk="0" h="32526" w="64984">
                    <a:moveTo>
                      <a:pt x="40012" y="1"/>
                    </a:moveTo>
                    <a:cubicBezTo>
                      <a:pt x="36896" y="1"/>
                      <a:pt x="34164" y="1251"/>
                      <a:pt x="31547" y="2618"/>
                    </a:cubicBezTo>
                    <a:cubicBezTo>
                      <a:pt x="28443" y="4240"/>
                      <a:pt x="25967" y="6405"/>
                      <a:pt x="21456" y="6405"/>
                    </a:cubicBezTo>
                    <a:cubicBezTo>
                      <a:pt x="21245" y="6405"/>
                      <a:pt x="21028" y="6401"/>
                      <a:pt x="20808" y="6391"/>
                    </a:cubicBezTo>
                    <a:cubicBezTo>
                      <a:pt x="17708" y="6253"/>
                      <a:pt x="15532" y="5489"/>
                      <a:pt x="13201" y="5489"/>
                    </a:cubicBezTo>
                    <a:cubicBezTo>
                      <a:pt x="11827" y="5489"/>
                      <a:pt x="10399" y="5754"/>
                      <a:pt x="8696" y="6570"/>
                    </a:cubicBezTo>
                    <a:cubicBezTo>
                      <a:pt x="4193" y="8727"/>
                      <a:pt x="1761" y="12773"/>
                      <a:pt x="1198" y="17809"/>
                    </a:cubicBezTo>
                    <a:cubicBezTo>
                      <a:pt x="0" y="28497"/>
                      <a:pt x="8710" y="32526"/>
                      <a:pt x="15528" y="32526"/>
                    </a:cubicBezTo>
                    <a:cubicBezTo>
                      <a:pt x="18533" y="32526"/>
                      <a:pt x="21171" y="31743"/>
                      <a:pt x="22431" y="30403"/>
                    </a:cubicBezTo>
                    <a:cubicBezTo>
                      <a:pt x="28847" y="23583"/>
                      <a:pt x="27231" y="22950"/>
                      <a:pt x="37145" y="22950"/>
                    </a:cubicBezTo>
                    <a:cubicBezTo>
                      <a:pt x="39165" y="22950"/>
                      <a:pt x="41664" y="22976"/>
                      <a:pt x="44807" y="22981"/>
                    </a:cubicBezTo>
                    <a:cubicBezTo>
                      <a:pt x="44815" y="22981"/>
                      <a:pt x="44823" y="22981"/>
                      <a:pt x="44832" y="22981"/>
                    </a:cubicBezTo>
                    <a:cubicBezTo>
                      <a:pt x="56092" y="22981"/>
                      <a:pt x="64983" y="9600"/>
                      <a:pt x="45684" y="1143"/>
                    </a:cubicBezTo>
                    <a:cubicBezTo>
                      <a:pt x="44411" y="586"/>
                      <a:pt x="42899" y="259"/>
                      <a:pt x="41364" y="80"/>
                    </a:cubicBezTo>
                    <a:cubicBezTo>
                      <a:pt x="40905" y="26"/>
                      <a:pt x="40455" y="1"/>
                      <a:pt x="4001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a:off x="4091959" y="247414"/>
                <a:ext cx="307425" cy="177775"/>
              </a:xfrm>
              <a:custGeom>
                <a:rect b="b" l="l" r="r" t="t"/>
                <a:pathLst>
                  <a:path extrusionOk="0" h="7111" w="12297">
                    <a:moveTo>
                      <a:pt x="7010" y="1"/>
                    </a:moveTo>
                    <a:cubicBezTo>
                      <a:pt x="6595" y="1"/>
                      <a:pt x="6149" y="29"/>
                      <a:pt x="5672" y="89"/>
                    </a:cubicBezTo>
                    <a:cubicBezTo>
                      <a:pt x="5672" y="89"/>
                      <a:pt x="1" y="943"/>
                      <a:pt x="363" y="4242"/>
                    </a:cubicBezTo>
                    <a:cubicBezTo>
                      <a:pt x="596" y="6359"/>
                      <a:pt x="2334" y="7110"/>
                      <a:pt x="4280" y="7110"/>
                    </a:cubicBezTo>
                    <a:cubicBezTo>
                      <a:pt x="6235" y="7110"/>
                      <a:pt x="8402" y="6352"/>
                      <a:pt x="9465" y="5459"/>
                    </a:cubicBezTo>
                    <a:cubicBezTo>
                      <a:pt x="12297" y="3081"/>
                      <a:pt x="11345" y="1"/>
                      <a:pt x="701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a:off x="5479698" y="376858"/>
                <a:ext cx="169125" cy="68300"/>
              </a:xfrm>
              <a:custGeom>
                <a:rect b="b" l="l" r="r" t="t"/>
                <a:pathLst>
                  <a:path extrusionOk="0" h="2732" w="6765">
                    <a:moveTo>
                      <a:pt x="3520" y="1"/>
                    </a:moveTo>
                    <a:cubicBezTo>
                      <a:pt x="2537" y="1"/>
                      <a:pt x="1006" y="188"/>
                      <a:pt x="501" y="1288"/>
                    </a:cubicBezTo>
                    <a:cubicBezTo>
                      <a:pt x="0" y="2380"/>
                      <a:pt x="1282" y="2731"/>
                      <a:pt x="2639" y="2731"/>
                    </a:cubicBezTo>
                    <a:cubicBezTo>
                      <a:pt x="3354" y="2731"/>
                      <a:pt x="4091" y="2634"/>
                      <a:pt x="4598" y="2495"/>
                    </a:cubicBezTo>
                    <a:cubicBezTo>
                      <a:pt x="6068" y="2096"/>
                      <a:pt x="6765" y="315"/>
                      <a:pt x="4388" y="50"/>
                    </a:cubicBezTo>
                    <a:cubicBezTo>
                      <a:pt x="4388" y="50"/>
                      <a:pt x="4027" y="1"/>
                      <a:pt x="352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748952" y="967607"/>
                <a:ext cx="392975" cy="176200"/>
              </a:xfrm>
              <a:custGeom>
                <a:rect b="b" l="l" r="r" t="t"/>
                <a:pathLst>
                  <a:path extrusionOk="0" h="7048" w="15719">
                    <a:moveTo>
                      <a:pt x="9557" y="1"/>
                    </a:moveTo>
                    <a:cubicBezTo>
                      <a:pt x="9303" y="1"/>
                      <a:pt x="9037" y="8"/>
                      <a:pt x="8759" y="23"/>
                    </a:cubicBezTo>
                    <a:cubicBezTo>
                      <a:pt x="8759" y="23"/>
                      <a:pt x="749" y="632"/>
                      <a:pt x="285" y="4143"/>
                    </a:cubicBezTo>
                    <a:cubicBezTo>
                      <a:pt x="0" y="6299"/>
                      <a:pt x="2337" y="7047"/>
                      <a:pt x="4905" y="7047"/>
                    </a:cubicBezTo>
                    <a:cubicBezTo>
                      <a:pt x="6521" y="7047"/>
                      <a:pt x="8228" y="6751"/>
                      <a:pt x="9432" y="6322"/>
                    </a:cubicBezTo>
                    <a:cubicBezTo>
                      <a:pt x="15083" y="4312"/>
                      <a:pt x="15719" y="1"/>
                      <a:pt x="955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3" name="Google Shape;83;p8"/>
          <p:cNvSpPr txBox="1"/>
          <p:nvPr>
            <p:ph type="title"/>
          </p:nvPr>
        </p:nvSpPr>
        <p:spPr>
          <a:xfrm>
            <a:off x="1873150" y="1281950"/>
            <a:ext cx="5397600" cy="2577300"/>
          </a:xfrm>
          <a:prstGeom prst="rect">
            <a:avLst/>
          </a:prstGeom>
        </p:spPr>
        <p:txBody>
          <a:bodyPr anchorCtr="0" anchor="ctr" bIns="91425" lIns="91425" spcFirstLastPara="1" rIns="91425" wrap="square" tIns="91425">
            <a:noAutofit/>
          </a:bodyPr>
          <a:lstStyle>
            <a:lvl1pPr lvl="0">
              <a:spcBef>
                <a:spcPts val="0"/>
              </a:spcBef>
              <a:spcAft>
                <a:spcPts val="0"/>
              </a:spcAft>
              <a:buSzPts val="5300"/>
              <a:buNone/>
              <a:defRPr sz="5300"/>
            </a:lvl1pPr>
            <a:lvl2pPr lvl="1">
              <a:spcBef>
                <a:spcPts val="0"/>
              </a:spcBef>
              <a:spcAft>
                <a:spcPts val="0"/>
              </a:spcAft>
              <a:buSzPts val="5300"/>
              <a:buNone/>
              <a:defRPr sz="5300"/>
            </a:lvl2pPr>
            <a:lvl3pPr lvl="2">
              <a:spcBef>
                <a:spcPts val="0"/>
              </a:spcBef>
              <a:spcAft>
                <a:spcPts val="0"/>
              </a:spcAft>
              <a:buSzPts val="5300"/>
              <a:buNone/>
              <a:defRPr sz="5300"/>
            </a:lvl3pPr>
            <a:lvl4pPr lvl="3">
              <a:spcBef>
                <a:spcPts val="0"/>
              </a:spcBef>
              <a:spcAft>
                <a:spcPts val="0"/>
              </a:spcAft>
              <a:buSzPts val="5300"/>
              <a:buNone/>
              <a:defRPr sz="5300"/>
            </a:lvl4pPr>
            <a:lvl5pPr lvl="4">
              <a:spcBef>
                <a:spcPts val="0"/>
              </a:spcBef>
              <a:spcAft>
                <a:spcPts val="0"/>
              </a:spcAft>
              <a:buSzPts val="5300"/>
              <a:buNone/>
              <a:defRPr sz="5300"/>
            </a:lvl5pPr>
            <a:lvl6pPr lvl="5">
              <a:spcBef>
                <a:spcPts val="0"/>
              </a:spcBef>
              <a:spcAft>
                <a:spcPts val="0"/>
              </a:spcAft>
              <a:buSzPts val="5300"/>
              <a:buNone/>
              <a:defRPr sz="5300"/>
            </a:lvl6pPr>
            <a:lvl7pPr lvl="6">
              <a:spcBef>
                <a:spcPts val="0"/>
              </a:spcBef>
              <a:spcAft>
                <a:spcPts val="0"/>
              </a:spcAft>
              <a:buSzPts val="5300"/>
              <a:buNone/>
              <a:defRPr sz="5300"/>
            </a:lvl7pPr>
            <a:lvl8pPr lvl="7">
              <a:spcBef>
                <a:spcPts val="0"/>
              </a:spcBef>
              <a:spcAft>
                <a:spcPts val="0"/>
              </a:spcAft>
              <a:buSzPts val="5300"/>
              <a:buNone/>
              <a:defRPr sz="5300"/>
            </a:lvl8pPr>
            <a:lvl9pPr lvl="8">
              <a:spcBef>
                <a:spcPts val="0"/>
              </a:spcBef>
              <a:spcAft>
                <a:spcPts val="0"/>
              </a:spcAft>
              <a:buSzPts val="5300"/>
              <a:buNone/>
              <a:defRPr sz="5300"/>
            </a:lvl9pPr>
          </a:lstStyle>
          <a:p/>
        </p:txBody>
      </p:sp>
      <p:grpSp>
        <p:nvGrpSpPr>
          <p:cNvPr id="84" name="Google Shape;84;p8"/>
          <p:cNvGrpSpPr/>
          <p:nvPr/>
        </p:nvGrpSpPr>
        <p:grpSpPr>
          <a:xfrm>
            <a:off x="-75" y="-2325"/>
            <a:ext cx="9144150" cy="5145825"/>
            <a:chOff x="0" y="-2325"/>
            <a:chExt cx="9144150" cy="5145825"/>
          </a:xfrm>
        </p:grpSpPr>
        <p:sp>
          <p:nvSpPr>
            <p:cNvPr id="85" name="Google Shape;85;p8"/>
            <p:cNvSpPr/>
            <p:nvPr/>
          </p:nvSpPr>
          <p:spPr>
            <a:xfrm>
              <a:off x="0" y="0"/>
              <a:ext cx="9144000" cy="5143500"/>
            </a:xfrm>
            <a:prstGeom prst="frame">
              <a:avLst>
                <a:gd fmla="val 408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a:hlinkClick action="ppaction://hlinkshowjump?jump=nextslide"/>
            </p:cNvPr>
            <p:cNvSpPr/>
            <p:nvPr/>
          </p:nvSpPr>
          <p:spPr>
            <a:xfrm>
              <a:off x="8562150" y="-2325"/>
              <a:ext cx="58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7" name="Shape 87"/>
        <p:cNvGrpSpPr/>
        <p:nvPr/>
      </p:nvGrpSpPr>
      <p:grpSpPr>
        <a:xfrm>
          <a:off x="0" y="0"/>
          <a:ext cx="0" cy="0"/>
          <a:chOff x="0" y="0"/>
          <a:chExt cx="0" cy="0"/>
        </a:xfrm>
      </p:grpSpPr>
      <p:grpSp>
        <p:nvGrpSpPr>
          <p:cNvPr id="88" name="Google Shape;88;p9"/>
          <p:cNvGrpSpPr/>
          <p:nvPr/>
        </p:nvGrpSpPr>
        <p:grpSpPr>
          <a:xfrm>
            <a:off x="-1075872" y="-203693"/>
            <a:ext cx="10684822" cy="6161358"/>
            <a:chOff x="-1075872" y="-203693"/>
            <a:chExt cx="10684822" cy="6161358"/>
          </a:xfrm>
        </p:grpSpPr>
        <p:grpSp>
          <p:nvGrpSpPr>
            <p:cNvPr id="89" name="Google Shape;89;p9"/>
            <p:cNvGrpSpPr/>
            <p:nvPr/>
          </p:nvGrpSpPr>
          <p:grpSpPr>
            <a:xfrm rot="6375967">
              <a:off x="-1345083" y="592733"/>
              <a:ext cx="2830443" cy="1561732"/>
              <a:chOff x="4080475" y="247414"/>
              <a:chExt cx="1624600" cy="896393"/>
            </a:xfrm>
          </p:grpSpPr>
          <p:sp>
            <p:nvSpPr>
              <p:cNvPr id="90" name="Google Shape;90;p9"/>
              <p:cNvSpPr/>
              <p:nvPr/>
            </p:nvSpPr>
            <p:spPr>
              <a:xfrm>
                <a:off x="4080475" y="318675"/>
                <a:ext cx="1624600" cy="813150"/>
              </a:xfrm>
              <a:custGeom>
                <a:rect b="b" l="l" r="r" t="t"/>
                <a:pathLst>
                  <a:path extrusionOk="0" h="32526" w="64984">
                    <a:moveTo>
                      <a:pt x="40012" y="1"/>
                    </a:moveTo>
                    <a:cubicBezTo>
                      <a:pt x="36896" y="1"/>
                      <a:pt x="34164" y="1251"/>
                      <a:pt x="31547" y="2618"/>
                    </a:cubicBezTo>
                    <a:cubicBezTo>
                      <a:pt x="28443" y="4240"/>
                      <a:pt x="25967" y="6405"/>
                      <a:pt x="21456" y="6405"/>
                    </a:cubicBezTo>
                    <a:cubicBezTo>
                      <a:pt x="21245" y="6405"/>
                      <a:pt x="21028" y="6401"/>
                      <a:pt x="20808" y="6391"/>
                    </a:cubicBezTo>
                    <a:cubicBezTo>
                      <a:pt x="17708" y="6253"/>
                      <a:pt x="15532" y="5489"/>
                      <a:pt x="13201" y="5489"/>
                    </a:cubicBezTo>
                    <a:cubicBezTo>
                      <a:pt x="11827" y="5489"/>
                      <a:pt x="10399" y="5754"/>
                      <a:pt x="8696" y="6570"/>
                    </a:cubicBezTo>
                    <a:cubicBezTo>
                      <a:pt x="4193" y="8727"/>
                      <a:pt x="1761" y="12773"/>
                      <a:pt x="1198" y="17809"/>
                    </a:cubicBezTo>
                    <a:cubicBezTo>
                      <a:pt x="0" y="28497"/>
                      <a:pt x="8710" y="32526"/>
                      <a:pt x="15528" y="32526"/>
                    </a:cubicBezTo>
                    <a:cubicBezTo>
                      <a:pt x="18533" y="32526"/>
                      <a:pt x="21171" y="31743"/>
                      <a:pt x="22431" y="30403"/>
                    </a:cubicBezTo>
                    <a:cubicBezTo>
                      <a:pt x="28847" y="23583"/>
                      <a:pt x="27231" y="22950"/>
                      <a:pt x="37145" y="22950"/>
                    </a:cubicBezTo>
                    <a:cubicBezTo>
                      <a:pt x="39165" y="22950"/>
                      <a:pt x="41664" y="22976"/>
                      <a:pt x="44807" y="22981"/>
                    </a:cubicBezTo>
                    <a:cubicBezTo>
                      <a:pt x="44815" y="22981"/>
                      <a:pt x="44823" y="22981"/>
                      <a:pt x="44832" y="22981"/>
                    </a:cubicBezTo>
                    <a:cubicBezTo>
                      <a:pt x="56092" y="22981"/>
                      <a:pt x="64983" y="9600"/>
                      <a:pt x="45684" y="1143"/>
                    </a:cubicBezTo>
                    <a:cubicBezTo>
                      <a:pt x="44411" y="586"/>
                      <a:pt x="42899" y="259"/>
                      <a:pt x="41364" y="80"/>
                    </a:cubicBezTo>
                    <a:cubicBezTo>
                      <a:pt x="40905" y="26"/>
                      <a:pt x="40455" y="1"/>
                      <a:pt x="4001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9"/>
              <p:cNvSpPr/>
              <p:nvPr/>
            </p:nvSpPr>
            <p:spPr>
              <a:xfrm>
                <a:off x="4091959" y="247414"/>
                <a:ext cx="307425" cy="177775"/>
              </a:xfrm>
              <a:custGeom>
                <a:rect b="b" l="l" r="r" t="t"/>
                <a:pathLst>
                  <a:path extrusionOk="0" h="7111" w="12297">
                    <a:moveTo>
                      <a:pt x="7010" y="1"/>
                    </a:moveTo>
                    <a:cubicBezTo>
                      <a:pt x="6595" y="1"/>
                      <a:pt x="6149" y="29"/>
                      <a:pt x="5672" y="89"/>
                    </a:cubicBezTo>
                    <a:cubicBezTo>
                      <a:pt x="5672" y="89"/>
                      <a:pt x="1" y="943"/>
                      <a:pt x="363" y="4242"/>
                    </a:cubicBezTo>
                    <a:cubicBezTo>
                      <a:pt x="596" y="6359"/>
                      <a:pt x="2334" y="7110"/>
                      <a:pt x="4280" y="7110"/>
                    </a:cubicBezTo>
                    <a:cubicBezTo>
                      <a:pt x="6235" y="7110"/>
                      <a:pt x="8402" y="6352"/>
                      <a:pt x="9465" y="5459"/>
                    </a:cubicBezTo>
                    <a:cubicBezTo>
                      <a:pt x="12297" y="3081"/>
                      <a:pt x="11345" y="1"/>
                      <a:pt x="701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9"/>
              <p:cNvSpPr/>
              <p:nvPr/>
            </p:nvSpPr>
            <p:spPr>
              <a:xfrm>
                <a:off x="5479698" y="376858"/>
                <a:ext cx="169125" cy="68300"/>
              </a:xfrm>
              <a:custGeom>
                <a:rect b="b" l="l" r="r" t="t"/>
                <a:pathLst>
                  <a:path extrusionOk="0" h="2732" w="6765">
                    <a:moveTo>
                      <a:pt x="3520" y="1"/>
                    </a:moveTo>
                    <a:cubicBezTo>
                      <a:pt x="2537" y="1"/>
                      <a:pt x="1006" y="188"/>
                      <a:pt x="501" y="1288"/>
                    </a:cubicBezTo>
                    <a:cubicBezTo>
                      <a:pt x="0" y="2380"/>
                      <a:pt x="1282" y="2731"/>
                      <a:pt x="2639" y="2731"/>
                    </a:cubicBezTo>
                    <a:cubicBezTo>
                      <a:pt x="3354" y="2731"/>
                      <a:pt x="4091" y="2634"/>
                      <a:pt x="4598" y="2495"/>
                    </a:cubicBezTo>
                    <a:cubicBezTo>
                      <a:pt x="6068" y="2096"/>
                      <a:pt x="6765" y="315"/>
                      <a:pt x="4388" y="50"/>
                    </a:cubicBezTo>
                    <a:cubicBezTo>
                      <a:pt x="4388" y="50"/>
                      <a:pt x="4027" y="1"/>
                      <a:pt x="352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9"/>
              <p:cNvSpPr/>
              <p:nvPr/>
            </p:nvSpPr>
            <p:spPr>
              <a:xfrm>
                <a:off x="4748952" y="967607"/>
                <a:ext cx="392975" cy="176200"/>
              </a:xfrm>
              <a:custGeom>
                <a:rect b="b" l="l" r="r" t="t"/>
                <a:pathLst>
                  <a:path extrusionOk="0" h="7048" w="15719">
                    <a:moveTo>
                      <a:pt x="9557" y="1"/>
                    </a:moveTo>
                    <a:cubicBezTo>
                      <a:pt x="9303" y="1"/>
                      <a:pt x="9037" y="8"/>
                      <a:pt x="8759" y="23"/>
                    </a:cubicBezTo>
                    <a:cubicBezTo>
                      <a:pt x="8759" y="23"/>
                      <a:pt x="749" y="632"/>
                      <a:pt x="285" y="4143"/>
                    </a:cubicBezTo>
                    <a:cubicBezTo>
                      <a:pt x="0" y="6299"/>
                      <a:pt x="2337" y="7047"/>
                      <a:pt x="4905" y="7047"/>
                    </a:cubicBezTo>
                    <a:cubicBezTo>
                      <a:pt x="6521" y="7047"/>
                      <a:pt x="8228" y="6751"/>
                      <a:pt x="9432" y="6322"/>
                    </a:cubicBezTo>
                    <a:cubicBezTo>
                      <a:pt x="15083" y="4312"/>
                      <a:pt x="15719" y="1"/>
                      <a:pt x="955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 name="Google Shape;94;p9"/>
            <p:cNvGrpSpPr/>
            <p:nvPr/>
          </p:nvGrpSpPr>
          <p:grpSpPr>
            <a:xfrm flipH="1" rot="-6375967">
              <a:off x="7047717" y="3599508"/>
              <a:ext cx="2830443" cy="1561732"/>
              <a:chOff x="4080475" y="247414"/>
              <a:chExt cx="1624600" cy="896393"/>
            </a:xfrm>
          </p:grpSpPr>
          <p:sp>
            <p:nvSpPr>
              <p:cNvPr id="95" name="Google Shape;95;p9"/>
              <p:cNvSpPr/>
              <p:nvPr/>
            </p:nvSpPr>
            <p:spPr>
              <a:xfrm>
                <a:off x="4080475" y="318675"/>
                <a:ext cx="1624600" cy="813150"/>
              </a:xfrm>
              <a:custGeom>
                <a:rect b="b" l="l" r="r" t="t"/>
                <a:pathLst>
                  <a:path extrusionOk="0" h="32526" w="64984">
                    <a:moveTo>
                      <a:pt x="40012" y="1"/>
                    </a:moveTo>
                    <a:cubicBezTo>
                      <a:pt x="36896" y="1"/>
                      <a:pt x="34164" y="1251"/>
                      <a:pt x="31547" y="2618"/>
                    </a:cubicBezTo>
                    <a:cubicBezTo>
                      <a:pt x="28443" y="4240"/>
                      <a:pt x="25967" y="6405"/>
                      <a:pt x="21456" y="6405"/>
                    </a:cubicBezTo>
                    <a:cubicBezTo>
                      <a:pt x="21245" y="6405"/>
                      <a:pt x="21028" y="6401"/>
                      <a:pt x="20808" y="6391"/>
                    </a:cubicBezTo>
                    <a:cubicBezTo>
                      <a:pt x="17708" y="6253"/>
                      <a:pt x="15532" y="5489"/>
                      <a:pt x="13201" y="5489"/>
                    </a:cubicBezTo>
                    <a:cubicBezTo>
                      <a:pt x="11827" y="5489"/>
                      <a:pt x="10399" y="5754"/>
                      <a:pt x="8696" y="6570"/>
                    </a:cubicBezTo>
                    <a:cubicBezTo>
                      <a:pt x="4193" y="8727"/>
                      <a:pt x="1761" y="12773"/>
                      <a:pt x="1198" y="17809"/>
                    </a:cubicBezTo>
                    <a:cubicBezTo>
                      <a:pt x="0" y="28497"/>
                      <a:pt x="8710" y="32526"/>
                      <a:pt x="15528" y="32526"/>
                    </a:cubicBezTo>
                    <a:cubicBezTo>
                      <a:pt x="18533" y="32526"/>
                      <a:pt x="21171" y="31743"/>
                      <a:pt x="22431" y="30403"/>
                    </a:cubicBezTo>
                    <a:cubicBezTo>
                      <a:pt x="28847" y="23583"/>
                      <a:pt x="27231" y="22950"/>
                      <a:pt x="37145" y="22950"/>
                    </a:cubicBezTo>
                    <a:cubicBezTo>
                      <a:pt x="39165" y="22950"/>
                      <a:pt x="41664" y="22976"/>
                      <a:pt x="44807" y="22981"/>
                    </a:cubicBezTo>
                    <a:cubicBezTo>
                      <a:pt x="44815" y="22981"/>
                      <a:pt x="44823" y="22981"/>
                      <a:pt x="44832" y="22981"/>
                    </a:cubicBezTo>
                    <a:cubicBezTo>
                      <a:pt x="56092" y="22981"/>
                      <a:pt x="64983" y="9600"/>
                      <a:pt x="45684" y="1143"/>
                    </a:cubicBezTo>
                    <a:cubicBezTo>
                      <a:pt x="44411" y="586"/>
                      <a:pt x="42899" y="259"/>
                      <a:pt x="41364" y="80"/>
                    </a:cubicBezTo>
                    <a:cubicBezTo>
                      <a:pt x="40905" y="26"/>
                      <a:pt x="40455" y="1"/>
                      <a:pt x="4001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9"/>
              <p:cNvSpPr/>
              <p:nvPr/>
            </p:nvSpPr>
            <p:spPr>
              <a:xfrm>
                <a:off x="4091959" y="247414"/>
                <a:ext cx="307425" cy="177775"/>
              </a:xfrm>
              <a:custGeom>
                <a:rect b="b" l="l" r="r" t="t"/>
                <a:pathLst>
                  <a:path extrusionOk="0" h="7111" w="12297">
                    <a:moveTo>
                      <a:pt x="7010" y="1"/>
                    </a:moveTo>
                    <a:cubicBezTo>
                      <a:pt x="6595" y="1"/>
                      <a:pt x="6149" y="29"/>
                      <a:pt x="5672" y="89"/>
                    </a:cubicBezTo>
                    <a:cubicBezTo>
                      <a:pt x="5672" y="89"/>
                      <a:pt x="1" y="943"/>
                      <a:pt x="363" y="4242"/>
                    </a:cubicBezTo>
                    <a:cubicBezTo>
                      <a:pt x="596" y="6359"/>
                      <a:pt x="2334" y="7110"/>
                      <a:pt x="4280" y="7110"/>
                    </a:cubicBezTo>
                    <a:cubicBezTo>
                      <a:pt x="6235" y="7110"/>
                      <a:pt x="8402" y="6352"/>
                      <a:pt x="9465" y="5459"/>
                    </a:cubicBezTo>
                    <a:cubicBezTo>
                      <a:pt x="12297" y="3081"/>
                      <a:pt x="11345" y="1"/>
                      <a:pt x="701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5479698" y="376858"/>
                <a:ext cx="169125" cy="68300"/>
              </a:xfrm>
              <a:custGeom>
                <a:rect b="b" l="l" r="r" t="t"/>
                <a:pathLst>
                  <a:path extrusionOk="0" h="2732" w="6765">
                    <a:moveTo>
                      <a:pt x="3520" y="1"/>
                    </a:moveTo>
                    <a:cubicBezTo>
                      <a:pt x="2537" y="1"/>
                      <a:pt x="1006" y="188"/>
                      <a:pt x="501" y="1288"/>
                    </a:cubicBezTo>
                    <a:cubicBezTo>
                      <a:pt x="0" y="2380"/>
                      <a:pt x="1282" y="2731"/>
                      <a:pt x="2639" y="2731"/>
                    </a:cubicBezTo>
                    <a:cubicBezTo>
                      <a:pt x="3354" y="2731"/>
                      <a:pt x="4091" y="2634"/>
                      <a:pt x="4598" y="2495"/>
                    </a:cubicBezTo>
                    <a:cubicBezTo>
                      <a:pt x="6068" y="2096"/>
                      <a:pt x="6765" y="315"/>
                      <a:pt x="4388" y="50"/>
                    </a:cubicBezTo>
                    <a:cubicBezTo>
                      <a:pt x="4388" y="50"/>
                      <a:pt x="4027" y="1"/>
                      <a:pt x="352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4748952" y="967607"/>
                <a:ext cx="392975" cy="176200"/>
              </a:xfrm>
              <a:custGeom>
                <a:rect b="b" l="l" r="r" t="t"/>
                <a:pathLst>
                  <a:path extrusionOk="0" h="7048" w="15719">
                    <a:moveTo>
                      <a:pt x="9557" y="1"/>
                    </a:moveTo>
                    <a:cubicBezTo>
                      <a:pt x="9303" y="1"/>
                      <a:pt x="9037" y="8"/>
                      <a:pt x="8759" y="23"/>
                    </a:cubicBezTo>
                    <a:cubicBezTo>
                      <a:pt x="8759" y="23"/>
                      <a:pt x="749" y="632"/>
                      <a:pt x="285" y="4143"/>
                    </a:cubicBezTo>
                    <a:cubicBezTo>
                      <a:pt x="0" y="6299"/>
                      <a:pt x="2337" y="7047"/>
                      <a:pt x="4905" y="7047"/>
                    </a:cubicBezTo>
                    <a:cubicBezTo>
                      <a:pt x="6521" y="7047"/>
                      <a:pt x="8228" y="6751"/>
                      <a:pt x="9432" y="6322"/>
                    </a:cubicBezTo>
                    <a:cubicBezTo>
                      <a:pt x="15083" y="4312"/>
                      <a:pt x="15719" y="1"/>
                      <a:pt x="955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9" name="Google Shape;99;p9"/>
          <p:cNvSpPr txBox="1"/>
          <p:nvPr>
            <p:ph type="title"/>
          </p:nvPr>
        </p:nvSpPr>
        <p:spPr>
          <a:xfrm>
            <a:off x="25494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00" name="Google Shape;100;p9"/>
          <p:cNvSpPr txBox="1"/>
          <p:nvPr>
            <p:ph idx="1" type="subTitle"/>
          </p:nvPr>
        </p:nvSpPr>
        <p:spPr>
          <a:xfrm>
            <a:off x="25494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grpSp>
        <p:nvGrpSpPr>
          <p:cNvPr id="101" name="Google Shape;101;p9"/>
          <p:cNvGrpSpPr/>
          <p:nvPr/>
        </p:nvGrpSpPr>
        <p:grpSpPr>
          <a:xfrm>
            <a:off x="-75" y="-2325"/>
            <a:ext cx="9144150" cy="5145825"/>
            <a:chOff x="0" y="-2325"/>
            <a:chExt cx="9144150" cy="5145825"/>
          </a:xfrm>
        </p:grpSpPr>
        <p:sp>
          <p:nvSpPr>
            <p:cNvPr id="102" name="Google Shape;102;p9"/>
            <p:cNvSpPr/>
            <p:nvPr/>
          </p:nvSpPr>
          <p:spPr>
            <a:xfrm>
              <a:off x="0" y="0"/>
              <a:ext cx="9144000" cy="5143500"/>
            </a:xfrm>
            <a:prstGeom prst="frame">
              <a:avLst>
                <a:gd fmla="val 408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9">
              <a:hlinkClick action="ppaction://hlinkshowjump?jump=nextslide"/>
            </p:cNvPr>
            <p:cNvSpPr/>
            <p:nvPr/>
          </p:nvSpPr>
          <p:spPr>
            <a:xfrm>
              <a:off x="8562150" y="-2325"/>
              <a:ext cx="58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4" name="Shape 104"/>
        <p:cNvGrpSpPr/>
        <p:nvPr/>
      </p:nvGrpSpPr>
      <p:grpSpPr>
        <a:xfrm>
          <a:off x="0" y="0"/>
          <a:ext cx="0" cy="0"/>
          <a:chOff x="0" y="0"/>
          <a:chExt cx="0" cy="0"/>
        </a:xfrm>
      </p:grpSpPr>
      <p:sp>
        <p:nvSpPr>
          <p:cNvPr id="105" name="Google Shape;105;p10"/>
          <p:cNvSpPr/>
          <p:nvPr>
            <p:ph idx="2" type="pic"/>
          </p:nvPr>
        </p:nvSpPr>
        <p:spPr>
          <a:xfrm>
            <a:off x="14575" y="-2425"/>
            <a:ext cx="9144000" cy="5143500"/>
          </a:xfrm>
          <a:prstGeom prst="rect">
            <a:avLst/>
          </a:prstGeom>
          <a:noFill/>
          <a:ln>
            <a:noFill/>
          </a:ln>
        </p:spPr>
      </p:sp>
      <p:sp>
        <p:nvSpPr>
          <p:cNvPr id="106" name="Google Shape;106;p10"/>
          <p:cNvSpPr txBox="1"/>
          <p:nvPr>
            <p:ph idx="1" type="body"/>
          </p:nvPr>
        </p:nvSpPr>
        <p:spPr>
          <a:xfrm>
            <a:off x="713225" y="3407150"/>
            <a:ext cx="3858900" cy="1201500"/>
          </a:xfrm>
          <a:prstGeom prst="rect">
            <a:avLst/>
          </a:prstGeom>
          <a:solidFill>
            <a:schemeClr val="lt1"/>
          </a:solidFill>
          <a:ln cap="flat" cmpd="sng" w="28575">
            <a:solidFill>
              <a:schemeClr val="dk1"/>
            </a:solidFill>
            <a:prstDash val="solid"/>
            <a:round/>
            <a:headEnd len="sm" w="sm" type="none"/>
            <a:tailEnd len="sm" w="sm" type="none"/>
          </a:ln>
        </p:spPr>
        <p:txBody>
          <a:bodyPr anchorCtr="0" anchor="b" bIns="91425" lIns="91425" spcFirstLastPara="1" rIns="91425" wrap="square" tIns="91425">
            <a:noAutofit/>
          </a:bodyPr>
          <a:lstStyle>
            <a:lvl1pPr indent="-228600" lvl="0" marL="457200">
              <a:lnSpc>
                <a:spcPct val="100000"/>
              </a:lnSpc>
              <a:spcBef>
                <a:spcPts val="0"/>
              </a:spcBef>
              <a:spcAft>
                <a:spcPts val="0"/>
              </a:spcAft>
              <a:buSzPts val="3400"/>
              <a:buFont typeface="Lexend Deca"/>
              <a:buNone/>
              <a:defRPr b="1" sz="3400">
                <a:latin typeface="Lexend Deca"/>
                <a:ea typeface="Lexend Deca"/>
                <a:cs typeface="Lexend Deca"/>
                <a:sym typeface="Lexend Deca"/>
              </a:defRPr>
            </a:lvl1pPr>
          </a:lstStyle>
          <a:p/>
        </p:txBody>
      </p:sp>
      <p:grpSp>
        <p:nvGrpSpPr>
          <p:cNvPr id="107" name="Google Shape;107;p10"/>
          <p:cNvGrpSpPr/>
          <p:nvPr/>
        </p:nvGrpSpPr>
        <p:grpSpPr>
          <a:xfrm>
            <a:off x="-75" y="-2325"/>
            <a:ext cx="9144150" cy="5145825"/>
            <a:chOff x="0" y="-2325"/>
            <a:chExt cx="9144150" cy="5145825"/>
          </a:xfrm>
        </p:grpSpPr>
        <p:sp>
          <p:nvSpPr>
            <p:cNvPr id="108" name="Google Shape;108;p10"/>
            <p:cNvSpPr/>
            <p:nvPr/>
          </p:nvSpPr>
          <p:spPr>
            <a:xfrm>
              <a:off x="0" y="0"/>
              <a:ext cx="9144000" cy="5143500"/>
            </a:xfrm>
            <a:prstGeom prst="frame">
              <a:avLst>
                <a:gd fmla="val 408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0">
              <a:hlinkClick action="ppaction://hlinkshowjump?jump=nextslide"/>
            </p:cNvPr>
            <p:cNvSpPr/>
            <p:nvPr/>
          </p:nvSpPr>
          <p:spPr>
            <a:xfrm>
              <a:off x="8562150" y="-2325"/>
              <a:ext cx="58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0" name="Shape 110"/>
        <p:cNvGrpSpPr/>
        <p:nvPr/>
      </p:nvGrpSpPr>
      <p:grpSpPr>
        <a:xfrm>
          <a:off x="0" y="0"/>
          <a:ext cx="0" cy="0"/>
          <a:chOff x="0" y="0"/>
          <a:chExt cx="0" cy="0"/>
        </a:xfrm>
      </p:grpSpPr>
      <p:sp>
        <p:nvSpPr>
          <p:cNvPr id="111" name="Google Shape;111;p11"/>
          <p:cNvSpPr txBox="1"/>
          <p:nvPr>
            <p:ph hasCustomPrompt="1" type="title"/>
          </p:nvPr>
        </p:nvSpPr>
        <p:spPr>
          <a:xfrm>
            <a:off x="713225" y="539488"/>
            <a:ext cx="5121900" cy="1099200"/>
          </a:xfrm>
          <a:prstGeom prst="rect">
            <a:avLst/>
          </a:prstGeom>
        </p:spPr>
        <p:txBody>
          <a:bodyPr anchorCtr="0" anchor="b" bIns="91425" lIns="91425" spcFirstLastPara="1" rIns="91425" wrap="square" tIns="91425">
            <a:noAutofit/>
          </a:bodyPr>
          <a:lstStyle>
            <a:lvl1pPr lvl="0">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112" name="Google Shape;112;p11"/>
          <p:cNvSpPr txBox="1"/>
          <p:nvPr>
            <p:ph idx="1" type="subTitle"/>
          </p:nvPr>
        </p:nvSpPr>
        <p:spPr>
          <a:xfrm>
            <a:off x="713225" y="1953613"/>
            <a:ext cx="2758200" cy="61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sz="1400"/>
            </a:lvl2pPr>
            <a:lvl3pPr lvl="2">
              <a:spcBef>
                <a:spcPts val="0"/>
              </a:spcBef>
              <a:spcAft>
                <a:spcPts val="0"/>
              </a:spcAft>
              <a:buSzPts val="1400"/>
              <a:buNone/>
              <a:defRPr sz="1400"/>
            </a:lvl3pPr>
            <a:lvl4pPr lvl="3">
              <a:spcBef>
                <a:spcPts val="0"/>
              </a:spcBef>
              <a:spcAft>
                <a:spcPts val="0"/>
              </a:spcAft>
              <a:buSzPts val="1400"/>
              <a:buNone/>
              <a:defRPr sz="1400"/>
            </a:lvl4pPr>
            <a:lvl5pPr lvl="4">
              <a:spcBef>
                <a:spcPts val="0"/>
              </a:spcBef>
              <a:spcAft>
                <a:spcPts val="0"/>
              </a:spcAft>
              <a:buSzPts val="1400"/>
              <a:buNone/>
              <a:defRPr sz="1400"/>
            </a:lvl5pPr>
            <a:lvl6pPr lvl="5">
              <a:spcBef>
                <a:spcPts val="0"/>
              </a:spcBef>
              <a:spcAft>
                <a:spcPts val="0"/>
              </a:spcAft>
              <a:buSzPts val="1400"/>
              <a:buNone/>
              <a:defRPr sz="1400"/>
            </a:lvl6pPr>
            <a:lvl7pPr lvl="6">
              <a:spcBef>
                <a:spcPts val="0"/>
              </a:spcBef>
              <a:spcAft>
                <a:spcPts val="0"/>
              </a:spcAft>
              <a:buSzPts val="1400"/>
              <a:buNone/>
              <a:defRPr sz="1400"/>
            </a:lvl7pPr>
            <a:lvl8pPr lvl="7">
              <a:spcBef>
                <a:spcPts val="0"/>
              </a:spcBef>
              <a:spcAft>
                <a:spcPts val="0"/>
              </a:spcAft>
              <a:buSzPts val="1400"/>
              <a:buNone/>
              <a:defRPr sz="1400"/>
            </a:lvl8pPr>
            <a:lvl9pPr lvl="8">
              <a:spcBef>
                <a:spcPts val="0"/>
              </a:spcBef>
              <a:spcAft>
                <a:spcPts val="0"/>
              </a:spcAft>
              <a:buSzPts val="1400"/>
              <a:buNone/>
              <a:defRPr sz="1400"/>
            </a:lvl9pPr>
          </a:lstStyle>
          <a:p/>
        </p:txBody>
      </p:sp>
      <p:grpSp>
        <p:nvGrpSpPr>
          <p:cNvPr id="113" name="Google Shape;113;p11"/>
          <p:cNvGrpSpPr/>
          <p:nvPr/>
        </p:nvGrpSpPr>
        <p:grpSpPr>
          <a:xfrm>
            <a:off x="-75" y="-2325"/>
            <a:ext cx="9144150" cy="5145825"/>
            <a:chOff x="0" y="-2325"/>
            <a:chExt cx="9144150" cy="5145825"/>
          </a:xfrm>
        </p:grpSpPr>
        <p:sp>
          <p:nvSpPr>
            <p:cNvPr id="114" name="Google Shape;114;p11"/>
            <p:cNvSpPr/>
            <p:nvPr/>
          </p:nvSpPr>
          <p:spPr>
            <a:xfrm>
              <a:off x="0" y="0"/>
              <a:ext cx="9144000" cy="5143500"/>
            </a:xfrm>
            <a:prstGeom prst="frame">
              <a:avLst>
                <a:gd fmla="val 408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a:hlinkClick action="ppaction://hlinkshowjump?jump=nextslide"/>
            </p:cNvPr>
            <p:cNvSpPr/>
            <p:nvPr/>
          </p:nvSpPr>
          <p:spPr>
            <a:xfrm>
              <a:off x="8562150" y="-2325"/>
              <a:ext cx="58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16" name="Shape 116"/>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117" name="Shape 117"/>
        <p:cNvGrpSpPr/>
        <p:nvPr/>
      </p:nvGrpSpPr>
      <p:grpSpPr>
        <a:xfrm>
          <a:off x="0" y="0"/>
          <a:ext cx="0" cy="0"/>
          <a:chOff x="0" y="0"/>
          <a:chExt cx="0" cy="0"/>
        </a:xfrm>
      </p:grpSpPr>
      <p:grpSp>
        <p:nvGrpSpPr>
          <p:cNvPr id="118" name="Google Shape;118;p13"/>
          <p:cNvGrpSpPr/>
          <p:nvPr/>
        </p:nvGrpSpPr>
        <p:grpSpPr>
          <a:xfrm rot="-7454779">
            <a:off x="7399863" y="-239249"/>
            <a:ext cx="2079802" cy="1199662"/>
            <a:chOff x="4057999" y="181766"/>
            <a:chExt cx="1647076" cy="950059"/>
          </a:xfrm>
        </p:grpSpPr>
        <p:sp>
          <p:nvSpPr>
            <p:cNvPr id="119" name="Google Shape;119;p13"/>
            <p:cNvSpPr/>
            <p:nvPr/>
          </p:nvSpPr>
          <p:spPr>
            <a:xfrm>
              <a:off x="4080475" y="318675"/>
              <a:ext cx="1624600" cy="813150"/>
            </a:xfrm>
            <a:custGeom>
              <a:rect b="b" l="l" r="r" t="t"/>
              <a:pathLst>
                <a:path extrusionOk="0" h="32526" w="64984">
                  <a:moveTo>
                    <a:pt x="40012" y="1"/>
                  </a:moveTo>
                  <a:cubicBezTo>
                    <a:pt x="36896" y="1"/>
                    <a:pt x="34164" y="1251"/>
                    <a:pt x="31547" y="2618"/>
                  </a:cubicBezTo>
                  <a:cubicBezTo>
                    <a:pt x="28443" y="4240"/>
                    <a:pt x="25967" y="6405"/>
                    <a:pt x="21456" y="6405"/>
                  </a:cubicBezTo>
                  <a:cubicBezTo>
                    <a:pt x="21245" y="6405"/>
                    <a:pt x="21028" y="6401"/>
                    <a:pt x="20808" y="6391"/>
                  </a:cubicBezTo>
                  <a:cubicBezTo>
                    <a:pt x="17708" y="6253"/>
                    <a:pt x="15532" y="5489"/>
                    <a:pt x="13201" y="5489"/>
                  </a:cubicBezTo>
                  <a:cubicBezTo>
                    <a:pt x="11827" y="5489"/>
                    <a:pt x="10399" y="5754"/>
                    <a:pt x="8696" y="6570"/>
                  </a:cubicBezTo>
                  <a:cubicBezTo>
                    <a:pt x="4193" y="8727"/>
                    <a:pt x="1761" y="12773"/>
                    <a:pt x="1198" y="17809"/>
                  </a:cubicBezTo>
                  <a:cubicBezTo>
                    <a:pt x="0" y="28497"/>
                    <a:pt x="8710" y="32526"/>
                    <a:pt x="15528" y="32526"/>
                  </a:cubicBezTo>
                  <a:cubicBezTo>
                    <a:pt x="18533" y="32526"/>
                    <a:pt x="21171" y="31743"/>
                    <a:pt x="22431" y="30403"/>
                  </a:cubicBezTo>
                  <a:cubicBezTo>
                    <a:pt x="28847" y="23583"/>
                    <a:pt x="27231" y="22950"/>
                    <a:pt x="37145" y="22950"/>
                  </a:cubicBezTo>
                  <a:cubicBezTo>
                    <a:pt x="39165" y="22950"/>
                    <a:pt x="41664" y="22976"/>
                    <a:pt x="44807" y="22981"/>
                  </a:cubicBezTo>
                  <a:cubicBezTo>
                    <a:pt x="44815" y="22981"/>
                    <a:pt x="44823" y="22981"/>
                    <a:pt x="44832" y="22981"/>
                  </a:cubicBezTo>
                  <a:cubicBezTo>
                    <a:pt x="56092" y="22981"/>
                    <a:pt x="64983" y="9600"/>
                    <a:pt x="45684" y="1143"/>
                  </a:cubicBezTo>
                  <a:cubicBezTo>
                    <a:pt x="44411" y="586"/>
                    <a:pt x="42899" y="259"/>
                    <a:pt x="41364" y="80"/>
                  </a:cubicBezTo>
                  <a:cubicBezTo>
                    <a:pt x="40905" y="26"/>
                    <a:pt x="40455" y="1"/>
                    <a:pt x="4001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3"/>
            <p:cNvSpPr/>
            <p:nvPr/>
          </p:nvSpPr>
          <p:spPr>
            <a:xfrm>
              <a:off x="4057999" y="297298"/>
              <a:ext cx="307425" cy="177775"/>
            </a:xfrm>
            <a:custGeom>
              <a:rect b="b" l="l" r="r" t="t"/>
              <a:pathLst>
                <a:path extrusionOk="0" h="7111" w="12297">
                  <a:moveTo>
                    <a:pt x="7010" y="1"/>
                  </a:moveTo>
                  <a:cubicBezTo>
                    <a:pt x="6595" y="1"/>
                    <a:pt x="6149" y="29"/>
                    <a:pt x="5672" y="89"/>
                  </a:cubicBezTo>
                  <a:cubicBezTo>
                    <a:pt x="5672" y="89"/>
                    <a:pt x="1" y="943"/>
                    <a:pt x="363" y="4242"/>
                  </a:cubicBezTo>
                  <a:cubicBezTo>
                    <a:pt x="596" y="6359"/>
                    <a:pt x="2334" y="7110"/>
                    <a:pt x="4280" y="7110"/>
                  </a:cubicBezTo>
                  <a:cubicBezTo>
                    <a:pt x="6235" y="7110"/>
                    <a:pt x="8402" y="6352"/>
                    <a:pt x="9465" y="5459"/>
                  </a:cubicBezTo>
                  <a:cubicBezTo>
                    <a:pt x="12297" y="3081"/>
                    <a:pt x="11345" y="1"/>
                    <a:pt x="701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3"/>
            <p:cNvSpPr/>
            <p:nvPr/>
          </p:nvSpPr>
          <p:spPr>
            <a:xfrm>
              <a:off x="5106014" y="181766"/>
              <a:ext cx="169125" cy="68300"/>
            </a:xfrm>
            <a:custGeom>
              <a:rect b="b" l="l" r="r" t="t"/>
              <a:pathLst>
                <a:path extrusionOk="0" h="2732" w="6765">
                  <a:moveTo>
                    <a:pt x="3520" y="1"/>
                  </a:moveTo>
                  <a:cubicBezTo>
                    <a:pt x="2537" y="1"/>
                    <a:pt x="1006" y="188"/>
                    <a:pt x="501" y="1288"/>
                  </a:cubicBezTo>
                  <a:cubicBezTo>
                    <a:pt x="0" y="2380"/>
                    <a:pt x="1282" y="2731"/>
                    <a:pt x="2639" y="2731"/>
                  </a:cubicBezTo>
                  <a:cubicBezTo>
                    <a:pt x="3354" y="2731"/>
                    <a:pt x="4091" y="2634"/>
                    <a:pt x="4598" y="2495"/>
                  </a:cubicBezTo>
                  <a:cubicBezTo>
                    <a:pt x="6068" y="2096"/>
                    <a:pt x="6765" y="315"/>
                    <a:pt x="4388" y="50"/>
                  </a:cubicBezTo>
                  <a:cubicBezTo>
                    <a:pt x="4388" y="50"/>
                    <a:pt x="4027" y="1"/>
                    <a:pt x="352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3"/>
            <p:cNvSpPr/>
            <p:nvPr/>
          </p:nvSpPr>
          <p:spPr>
            <a:xfrm>
              <a:off x="4667119" y="950098"/>
              <a:ext cx="392975" cy="176200"/>
            </a:xfrm>
            <a:custGeom>
              <a:rect b="b" l="l" r="r" t="t"/>
              <a:pathLst>
                <a:path extrusionOk="0" h="7048" w="15719">
                  <a:moveTo>
                    <a:pt x="9557" y="1"/>
                  </a:moveTo>
                  <a:cubicBezTo>
                    <a:pt x="9303" y="1"/>
                    <a:pt x="9037" y="8"/>
                    <a:pt x="8759" y="23"/>
                  </a:cubicBezTo>
                  <a:cubicBezTo>
                    <a:pt x="8759" y="23"/>
                    <a:pt x="749" y="632"/>
                    <a:pt x="285" y="4143"/>
                  </a:cubicBezTo>
                  <a:cubicBezTo>
                    <a:pt x="0" y="6299"/>
                    <a:pt x="2337" y="7047"/>
                    <a:pt x="4905" y="7047"/>
                  </a:cubicBezTo>
                  <a:cubicBezTo>
                    <a:pt x="6521" y="7047"/>
                    <a:pt x="8228" y="6751"/>
                    <a:pt x="9432" y="6322"/>
                  </a:cubicBezTo>
                  <a:cubicBezTo>
                    <a:pt x="15083" y="4312"/>
                    <a:pt x="15719" y="1"/>
                    <a:pt x="955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3" name="Google Shape;123;p13"/>
          <p:cNvSpPr txBox="1"/>
          <p:nvPr>
            <p:ph type="title"/>
          </p:nvPr>
        </p:nvSpPr>
        <p:spPr>
          <a:xfrm>
            <a:off x="713475" y="463300"/>
            <a:ext cx="7717200" cy="56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800"/>
              <a:buFont typeface="Lexend Deca"/>
              <a:buNone/>
              <a:defRPr b="1">
                <a:solidFill>
                  <a:schemeClr val="dk1"/>
                </a:solidFill>
                <a:latin typeface="Lexend Deca"/>
                <a:ea typeface="Lexend Deca"/>
                <a:cs typeface="Lexend Deca"/>
                <a:sym typeface="Lexend Deca"/>
              </a:defRPr>
            </a:lvl1pPr>
            <a:lvl2pPr lvl="1" rtl="0">
              <a:lnSpc>
                <a:spcPct val="100000"/>
              </a:lnSpc>
              <a:spcBef>
                <a:spcPts val="0"/>
              </a:spcBef>
              <a:spcAft>
                <a:spcPts val="0"/>
              </a:spcAft>
              <a:buClr>
                <a:schemeClr val="dk1"/>
              </a:buClr>
              <a:buSzPts val="2800"/>
              <a:buFont typeface="Lexend Deca"/>
              <a:buNone/>
              <a:defRPr b="1" sz="2800">
                <a:solidFill>
                  <a:schemeClr val="dk1"/>
                </a:solidFill>
                <a:latin typeface="Lexend Deca"/>
                <a:ea typeface="Lexend Deca"/>
                <a:cs typeface="Lexend Deca"/>
                <a:sym typeface="Lexend Deca"/>
              </a:defRPr>
            </a:lvl2pPr>
            <a:lvl3pPr lvl="2" rtl="0">
              <a:lnSpc>
                <a:spcPct val="100000"/>
              </a:lnSpc>
              <a:spcBef>
                <a:spcPts val="0"/>
              </a:spcBef>
              <a:spcAft>
                <a:spcPts val="0"/>
              </a:spcAft>
              <a:buClr>
                <a:schemeClr val="dk1"/>
              </a:buClr>
              <a:buSzPts val="2800"/>
              <a:buFont typeface="Lexend Deca"/>
              <a:buNone/>
              <a:defRPr b="1" sz="2800">
                <a:solidFill>
                  <a:schemeClr val="dk1"/>
                </a:solidFill>
                <a:latin typeface="Lexend Deca"/>
                <a:ea typeface="Lexend Deca"/>
                <a:cs typeface="Lexend Deca"/>
                <a:sym typeface="Lexend Deca"/>
              </a:defRPr>
            </a:lvl3pPr>
            <a:lvl4pPr lvl="3" rtl="0">
              <a:lnSpc>
                <a:spcPct val="100000"/>
              </a:lnSpc>
              <a:spcBef>
                <a:spcPts val="0"/>
              </a:spcBef>
              <a:spcAft>
                <a:spcPts val="0"/>
              </a:spcAft>
              <a:buClr>
                <a:schemeClr val="dk1"/>
              </a:buClr>
              <a:buSzPts val="2800"/>
              <a:buFont typeface="Lexend Deca"/>
              <a:buNone/>
              <a:defRPr b="1" sz="2800">
                <a:solidFill>
                  <a:schemeClr val="dk1"/>
                </a:solidFill>
                <a:latin typeface="Lexend Deca"/>
                <a:ea typeface="Lexend Deca"/>
                <a:cs typeface="Lexend Deca"/>
                <a:sym typeface="Lexend Deca"/>
              </a:defRPr>
            </a:lvl4pPr>
            <a:lvl5pPr lvl="4" rtl="0">
              <a:lnSpc>
                <a:spcPct val="100000"/>
              </a:lnSpc>
              <a:spcBef>
                <a:spcPts val="0"/>
              </a:spcBef>
              <a:spcAft>
                <a:spcPts val="0"/>
              </a:spcAft>
              <a:buClr>
                <a:schemeClr val="dk1"/>
              </a:buClr>
              <a:buSzPts val="2800"/>
              <a:buFont typeface="Lexend Deca"/>
              <a:buNone/>
              <a:defRPr b="1" sz="2800">
                <a:solidFill>
                  <a:schemeClr val="dk1"/>
                </a:solidFill>
                <a:latin typeface="Lexend Deca"/>
                <a:ea typeface="Lexend Deca"/>
                <a:cs typeface="Lexend Deca"/>
                <a:sym typeface="Lexend Deca"/>
              </a:defRPr>
            </a:lvl5pPr>
            <a:lvl6pPr lvl="5" rtl="0">
              <a:lnSpc>
                <a:spcPct val="100000"/>
              </a:lnSpc>
              <a:spcBef>
                <a:spcPts val="0"/>
              </a:spcBef>
              <a:spcAft>
                <a:spcPts val="0"/>
              </a:spcAft>
              <a:buClr>
                <a:schemeClr val="dk1"/>
              </a:buClr>
              <a:buSzPts val="2800"/>
              <a:buFont typeface="Lexend Deca"/>
              <a:buNone/>
              <a:defRPr b="1" sz="2800">
                <a:solidFill>
                  <a:schemeClr val="dk1"/>
                </a:solidFill>
                <a:latin typeface="Lexend Deca"/>
                <a:ea typeface="Lexend Deca"/>
                <a:cs typeface="Lexend Deca"/>
                <a:sym typeface="Lexend Deca"/>
              </a:defRPr>
            </a:lvl6pPr>
            <a:lvl7pPr lvl="6" rtl="0">
              <a:lnSpc>
                <a:spcPct val="100000"/>
              </a:lnSpc>
              <a:spcBef>
                <a:spcPts val="0"/>
              </a:spcBef>
              <a:spcAft>
                <a:spcPts val="0"/>
              </a:spcAft>
              <a:buClr>
                <a:schemeClr val="dk1"/>
              </a:buClr>
              <a:buSzPts val="2800"/>
              <a:buFont typeface="Lexend Deca"/>
              <a:buNone/>
              <a:defRPr b="1" sz="2800">
                <a:solidFill>
                  <a:schemeClr val="dk1"/>
                </a:solidFill>
                <a:latin typeface="Lexend Deca"/>
                <a:ea typeface="Lexend Deca"/>
                <a:cs typeface="Lexend Deca"/>
                <a:sym typeface="Lexend Deca"/>
              </a:defRPr>
            </a:lvl7pPr>
            <a:lvl8pPr lvl="7" rtl="0">
              <a:lnSpc>
                <a:spcPct val="100000"/>
              </a:lnSpc>
              <a:spcBef>
                <a:spcPts val="0"/>
              </a:spcBef>
              <a:spcAft>
                <a:spcPts val="0"/>
              </a:spcAft>
              <a:buClr>
                <a:schemeClr val="dk1"/>
              </a:buClr>
              <a:buSzPts val="2800"/>
              <a:buFont typeface="Lexend Deca"/>
              <a:buNone/>
              <a:defRPr b="1" sz="2800">
                <a:solidFill>
                  <a:schemeClr val="dk1"/>
                </a:solidFill>
                <a:latin typeface="Lexend Deca"/>
                <a:ea typeface="Lexend Deca"/>
                <a:cs typeface="Lexend Deca"/>
                <a:sym typeface="Lexend Deca"/>
              </a:defRPr>
            </a:lvl8pPr>
            <a:lvl9pPr lvl="8" rtl="0">
              <a:lnSpc>
                <a:spcPct val="100000"/>
              </a:lnSpc>
              <a:spcBef>
                <a:spcPts val="0"/>
              </a:spcBef>
              <a:spcAft>
                <a:spcPts val="0"/>
              </a:spcAft>
              <a:buClr>
                <a:schemeClr val="dk1"/>
              </a:buClr>
              <a:buSzPts val="2800"/>
              <a:buFont typeface="Lexend Deca"/>
              <a:buNone/>
              <a:defRPr b="1" sz="2800">
                <a:solidFill>
                  <a:schemeClr val="dk1"/>
                </a:solidFill>
                <a:latin typeface="Lexend Deca"/>
                <a:ea typeface="Lexend Deca"/>
                <a:cs typeface="Lexend Deca"/>
                <a:sym typeface="Lexend Deca"/>
              </a:defRPr>
            </a:lvl9pPr>
          </a:lstStyle>
          <a:p/>
        </p:txBody>
      </p:sp>
      <p:sp>
        <p:nvSpPr>
          <p:cNvPr id="124" name="Google Shape;124;p13"/>
          <p:cNvSpPr txBox="1"/>
          <p:nvPr>
            <p:ph hasCustomPrompt="1" idx="2" type="title"/>
          </p:nvPr>
        </p:nvSpPr>
        <p:spPr>
          <a:xfrm>
            <a:off x="865675" y="1383950"/>
            <a:ext cx="822900" cy="761100"/>
          </a:xfrm>
          <a:prstGeom prst="rect">
            <a:avLst/>
          </a:prstGeom>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4000"/>
              <a:buNone/>
              <a:defRPr sz="3500"/>
            </a:lvl1pPr>
            <a:lvl2pPr lvl="1" rtl="0" algn="ctr">
              <a:spcBef>
                <a:spcPts val="0"/>
              </a:spcBef>
              <a:spcAft>
                <a:spcPts val="0"/>
              </a:spcAft>
              <a:buSzPts val="4000"/>
              <a:buNone/>
              <a:defRPr sz="4000"/>
            </a:lvl2pPr>
            <a:lvl3pPr lvl="2" rtl="0" algn="ctr">
              <a:spcBef>
                <a:spcPts val="0"/>
              </a:spcBef>
              <a:spcAft>
                <a:spcPts val="0"/>
              </a:spcAft>
              <a:buSzPts val="4000"/>
              <a:buNone/>
              <a:defRPr sz="4000"/>
            </a:lvl3pPr>
            <a:lvl4pPr lvl="3" rtl="0" algn="ctr">
              <a:spcBef>
                <a:spcPts val="0"/>
              </a:spcBef>
              <a:spcAft>
                <a:spcPts val="0"/>
              </a:spcAft>
              <a:buSzPts val="4000"/>
              <a:buNone/>
              <a:defRPr sz="4000"/>
            </a:lvl4pPr>
            <a:lvl5pPr lvl="4" rtl="0" algn="ctr">
              <a:spcBef>
                <a:spcPts val="0"/>
              </a:spcBef>
              <a:spcAft>
                <a:spcPts val="0"/>
              </a:spcAft>
              <a:buSzPts val="4000"/>
              <a:buNone/>
              <a:defRPr sz="4000"/>
            </a:lvl5pPr>
            <a:lvl6pPr lvl="5" rtl="0" algn="ctr">
              <a:spcBef>
                <a:spcPts val="0"/>
              </a:spcBef>
              <a:spcAft>
                <a:spcPts val="0"/>
              </a:spcAft>
              <a:buSzPts val="4000"/>
              <a:buNone/>
              <a:defRPr sz="4000"/>
            </a:lvl6pPr>
            <a:lvl7pPr lvl="6" rtl="0" algn="ctr">
              <a:spcBef>
                <a:spcPts val="0"/>
              </a:spcBef>
              <a:spcAft>
                <a:spcPts val="0"/>
              </a:spcAft>
              <a:buSzPts val="4000"/>
              <a:buNone/>
              <a:defRPr sz="4000"/>
            </a:lvl7pPr>
            <a:lvl8pPr lvl="7" rtl="0" algn="ctr">
              <a:spcBef>
                <a:spcPts val="0"/>
              </a:spcBef>
              <a:spcAft>
                <a:spcPts val="0"/>
              </a:spcAft>
              <a:buSzPts val="4000"/>
              <a:buNone/>
              <a:defRPr sz="4000"/>
            </a:lvl8pPr>
            <a:lvl9pPr lvl="8" rtl="0" algn="ctr">
              <a:spcBef>
                <a:spcPts val="0"/>
              </a:spcBef>
              <a:spcAft>
                <a:spcPts val="0"/>
              </a:spcAft>
              <a:buSzPts val="4000"/>
              <a:buNone/>
              <a:defRPr sz="4000"/>
            </a:lvl9pPr>
          </a:lstStyle>
          <a:p>
            <a:r>
              <a:t>xx%</a:t>
            </a:r>
          </a:p>
        </p:txBody>
      </p:sp>
      <p:sp>
        <p:nvSpPr>
          <p:cNvPr id="125" name="Google Shape;125;p13"/>
          <p:cNvSpPr txBox="1"/>
          <p:nvPr>
            <p:ph idx="1" type="subTitle"/>
          </p:nvPr>
        </p:nvSpPr>
        <p:spPr>
          <a:xfrm>
            <a:off x="1773150" y="1383950"/>
            <a:ext cx="2743200" cy="761100"/>
          </a:xfrm>
          <a:prstGeom prst="rect">
            <a:avLst/>
          </a:prstGeom>
        </p:spPr>
        <p:txBody>
          <a:bodyPr anchorCtr="0" anchor="ctr" bIns="91425" lIns="91425" spcFirstLastPara="1" rIns="91425" wrap="square" tIns="91425">
            <a:noAutofit/>
          </a:bodyPr>
          <a:lstStyle>
            <a:lvl1pPr lvl="0">
              <a:spcBef>
                <a:spcPts val="0"/>
              </a:spcBef>
              <a:spcAft>
                <a:spcPts val="0"/>
              </a:spcAft>
              <a:buSzPts val="1900"/>
              <a:buFont typeface="Lexend Deca"/>
              <a:buNone/>
              <a:defRPr b="1" sz="1900">
                <a:latin typeface="Lexend Deca"/>
                <a:ea typeface="Lexend Deca"/>
                <a:cs typeface="Lexend Deca"/>
                <a:sym typeface="Lexend Deca"/>
              </a:defRPr>
            </a:lvl1pPr>
            <a:lvl2pPr lvl="1">
              <a:spcBef>
                <a:spcPts val="0"/>
              </a:spcBef>
              <a:spcAft>
                <a:spcPts val="0"/>
              </a:spcAft>
              <a:buSzPts val="1900"/>
              <a:buFont typeface="Lexend Deca"/>
              <a:buNone/>
              <a:defRPr b="1" sz="1900">
                <a:latin typeface="Lexend Deca"/>
                <a:ea typeface="Lexend Deca"/>
                <a:cs typeface="Lexend Deca"/>
                <a:sym typeface="Lexend Deca"/>
              </a:defRPr>
            </a:lvl2pPr>
            <a:lvl3pPr lvl="2">
              <a:spcBef>
                <a:spcPts val="0"/>
              </a:spcBef>
              <a:spcAft>
                <a:spcPts val="0"/>
              </a:spcAft>
              <a:buSzPts val="1900"/>
              <a:buFont typeface="Lexend Deca"/>
              <a:buNone/>
              <a:defRPr b="1" sz="1900">
                <a:latin typeface="Lexend Deca"/>
                <a:ea typeface="Lexend Deca"/>
                <a:cs typeface="Lexend Deca"/>
                <a:sym typeface="Lexend Deca"/>
              </a:defRPr>
            </a:lvl3pPr>
            <a:lvl4pPr lvl="3">
              <a:spcBef>
                <a:spcPts val="0"/>
              </a:spcBef>
              <a:spcAft>
                <a:spcPts val="0"/>
              </a:spcAft>
              <a:buSzPts val="1900"/>
              <a:buFont typeface="Lexend Deca"/>
              <a:buNone/>
              <a:defRPr b="1" sz="1900">
                <a:latin typeface="Lexend Deca"/>
                <a:ea typeface="Lexend Deca"/>
                <a:cs typeface="Lexend Deca"/>
                <a:sym typeface="Lexend Deca"/>
              </a:defRPr>
            </a:lvl4pPr>
            <a:lvl5pPr lvl="4">
              <a:spcBef>
                <a:spcPts val="0"/>
              </a:spcBef>
              <a:spcAft>
                <a:spcPts val="0"/>
              </a:spcAft>
              <a:buSzPts val="1900"/>
              <a:buFont typeface="Lexend Deca"/>
              <a:buNone/>
              <a:defRPr b="1" sz="1900">
                <a:latin typeface="Lexend Deca"/>
                <a:ea typeface="Lexend Deca"/>
                <a:cs typeface="Lexend Deca"/>
                <a:sym typeface="Lexend Deca"/>
              </a:defRPr>
            </a:lvl5pPr>
            <a:lvl6pPr lvl="5">
              <a:spcBef>
                <a:spcPts val="0"/>
              </a:spcBef>
              <a:spcAft>
                <a:spcPts val="0"/>
              </a:spcAft>
              <a:buSzPts val="1900"/>
              <a:buFont typeface="Lexend Deca"/>
              <a:buNone/>
              <a:defRPr b="1" sz="1900">
                <a:latin typeface="Lexend Deca"/>
                <a:ea typeface="Lexend Deca"/>
                <a:cs typeface="Lexend Deca"/>
                <a:sym typeface="Lexend Deca"/>
              </a:defRPr>
            </a:lvl6pPr>
            <a:lvl7pPr lvl="6">
              <a:spcBef>
                <a:spcPts val="0"/>
              </a:spcBef>
              <a:spcAft>
                <a:spcPts val="0"/>
              </a:spcAft>
              <a:buSzPts val="1900"/>
              <a:buFont typeface="Lexend Deca"/>
              <a:buNone/>
              <a:defRPr b="1" sz="1900">
                <a:latin typeface="Lexend Deca"/>
                <a:ea typeface="Lexend Deca"/>
                <a:cs typeface="Lexend Deca"/>
                <a:sym typeface="Lexend Deca"/>
              </a:defRPr>
            </a:lvl7pPr>
            <a:lvl8pPr lvl="7">
              <a:spcBef>
                <a:spcPts val="0"/>
              </a:spcBef>
              <a:spcAft>
                <a:spcPts val="0"/>
              </a:spcAft>
              <a:buSzPts val="1900"/>
              <a:buFont typeface="Lexend Deca"/>
              <a:buNone/>
              <a:defRPr b="1" sz="1900">
                <a:latin typeface="Lexend Deca"/>
                <a:ea typeface="Lexend Deca"/>
                <a:cs typeface="Lexend Deca"/>
                <a:sym typeface="Lexend Deca"/>
              </a:defRPr>
            </a:lvl8pPr>
            <a:lvl9pPr lvl="8">
              <a:spcBef>
                <a:spcPts val="0"/>
              </a:spcBef>
              <a:spcAft>
                <a:spcPts val="0"/>
              </a:spcAft>
              <a:buSzPts val="1900"/>
              <a:buFont typeface="Lexend Deca"/>
              <a:buNone/>
              <a:defRPr b="1" sz="1900">
                <a:latin typeface="Lexend Deca"/>
                <a:ea typeface="Lexend Deca"/>
                <a:cs typeface="Lexend Deca"/>
                <a:sym typeface="Lexend Deca"/>
              </a:defRPr>
            </a:lvl9pPr>
          </a:lstStyle>
          <a:p/>
        </p:txBody>
      </p:sp>
      <p:sp>
        <p:nvSpPr>
          <p:cNvPr id="126" name="Google Shape;126;p13"/>
          <p:cNvSpPr txBox="1"/>
          <p:nvPr>
            <p:ph hasCustomPrompt="1" idx="3" type="title"/>
          </p:nvPr>
        </p:nvSpPr>
        <p:spPr>
          <a:xfrm>
            <a:off x="865675" y="2525288"/>
            <a:ext cx="822900" cy="761100"/>
          </a:xfrm>
          <a:prstGeom prst="rect">
            <a:avLst/>
          </a:prstGeom>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4000"/>
              <a:buNone/>
              <a:defRPr sz="3500"/>
            </a:lvl1pPr>
            <a:lvl2pPr lvl="1" rtl="0" algn="ctr">
              <a:spcBef>
                <a:spcPts val="0"/>
              </a:spcBef>
              <a:spcAft>
                <a:spcPts val="0"/>
              </a:spcAft>
              <a:buSzPts val="4000"/>
              <a:buNone/>
              <a:defRPr sz="4000"/>
            </a:lvl2pPr>
            <a:lvl3pPr lvl="2" rtl="0" algn="ctr">
              <a:spcBef>
                <a:spcPts val="0"/>
              </a:spcBef>
              <a:spcAft>
                <a:spcPts val="0"/>
              </a:spcAft>
              <a:buSzPts val="4000"/>
              <a:buNone/>
              <a:defRPr sz="4000"/>
            </a:lvl3pPr>
            <a:lvl4pPr lvl="3" rtl="0" algn="ctr">
              <a:spcBef>
                <a:spcPts val="0"/>
              </a:spcBef>
              <a:spcAft>
                <a:spcPts val="0"/>
              </a:spcAft>
              <a:buSzPts val="4000"/>
              <a:buNone/>
              <a:defRPr sz="4000"/>
            </a:lvl4pPr>
            <a:lvl5pPr lvl="4" rtl="0" algn="ctr">
              <a:spcBef>
                <a:spcPts val="0"/>
              </a:spcBef>
              <a:spcAft>
                <a:spcPts val="0"/>
              </a:spcAft>
              <a:buSzPts val="4000"/>
              <a:buNone/>
              <a:defRPr sz="4000"/>
            </a:lvl5pPr>
            <a:lvl6pPr lvl="5" rtl="0" algn="ctr">
              <a:spcBef>
                <a:spcPts val="0"/>
              </a:spcBef>
              <a:spcAft>
                <a:spcPts val="0"/>
              </a:spcAft>
              <a:buSzPts val="4000"/>
              <a:buNone/>
              <a:defRPr sz="4000"/>
            </a:lvl6pPr>
            <a:lvl7pPr lvl="6" rtl="0" algn="ctr">
              <a:spcBef>
                <a:spcPts val="0"/>
              </a:spcBef>
              <a:spcAft>
                <a:spcPts val="0"/>
              </a:spcAft>
              <a:buSzPts val="4000"/>
              <a:buNone/>
              <a:defRPr sz="4000"/>
            </a:lvl7pPr>
            <a:lvl8pPr lvl="7" rtl="0" algn="ctr">
              <a:spcBef>
                <a:spcPts val="0"/>
              </a:spcBef>
              <a:spcAft>
                <a:spcPts val="0"/>
              </a:spcAft>
              <a:buSzPts val="4000"/>
              <a:buNone/>
              <a:defRPr sz="4000"/>
            </a:lvl8pPr>
            <a:lvl9pPr lvl="8" rtl="0" algn="ctr">
              <a:spcBef>
                <a:spcPts val="0"/>
              </a:spcBef>
              <a:spcAft>
                <a:spcPts val="0"/>
              </a:spcAft>
              <a:buSzPts val="4000"/>
              <a:buNone/>
              <a:defRPr sz="4000"/>
            </a:lvl9pPr>
          </a:lstStyle>
          <a:p>
            <a:r>
              <a:t>xx%</a:t>
            </a:r>
          </a:p>
        </p:txBody>
      </p:sp>
      <p:sp>
        <p:nvSpPr>
          <p:cNvPr id="127" name="Google Shape;127;p13"/>
          <p:cNvSpPr txBox="1"/>
          <p:nvPr>
            <p:ph idx="4" type="subTitle"/>
          </p:nvPr>
        </p:nvSpPr>
        <p:spPr>
          <a:xfrm>
            <a:off x="1773150" y="2525288"/>
            <a:ext cx="2743200" cy="761100"/>
          </a:xfrm>
          <a:prstGeom prst="rect">
            <a:avLst/>
          </a:prstGeom>
        </p:spPr>
        <p:txBody>
          <a:bodyPr anchorCtr="0" anchor="ctr" bIns="91425" lIns="91425" spcFirstLastPara="1" rIns="91425" wrap="square" tIns="91425">
            <a:noAutofit/>
          </a:bodyPr>
          <a:lstStyle>
            <a:lvl1pPr lvl="0" rtl="0">
              <a:spcBef>
                <a:spcPts val="0"/>
              </a:spcBef>
              <a:spcAft>
                <a:spcPts val="0"/>
              </a:spcAft>
              <a:buSzPts val="1900"/>
              <a:buFont typeface="Lexend Deca"/>
              <a:buNone/>
              <a:defRPr b="1" sz="1900">
                <a:latin typeface="Lexend Deca"/>
                <a:ea typeface="Lexend Deca"/>
                <a:cs typeface="Lexend Deca"/>
                <a:sym typeface="Lexend Deca"/>
              </a:defRPr>
            </a:lvl1pPr>
            <a:lvl2pPr lvl="1" rtl="0">
              <a:spcBef>
                <a:spcPts val="0"/>
              </a:spcBef>
              <a:spcAft>
                <a:spcPts val="0"/>
              </a:spcAft>
              <a:buSzPts val="1900"/>
              <a:buFont typeface="Lexend Deca"/>
              <a:buNone/>
              <a:defRPr b="1" sz="1900">
                <a:latin typeface="Lexend Deca"/>
                <a:ea typeface="Lexend Deca"/>
                <a:cs typeface="Lexend Deca"/>
                <a:sym typeface="Lexend Deca"/>
              </a:defRPr>
            </a:lvl2pPr>
            <a:lvl3pPr lvl="2" rtl="0">
              <a:spcBef>
                <a:spcPts val="0"/>
              </a:spcBef>
              <a:spcAft>
                <a:spcPts val="0"/>
              </a:spcAft>
              <a:buSzPts val="1900"/>
              <a:buFont typeface="Lexend Deca"/>
              <a:buNone/>
              <a:defRPr b="1" sz="1900">
                <a:latin typeface="Lexend Deca"/>
                <a:ea typeface="Lexend Deca"/>
                <a:cs typeface="Lexend Deca"/>
                <a:sym typeface="Lexend Deca"/>
              </a:defRPr>
            </a:lvl3pPr>
            <a:lvl4pPr lvl="3" rtl="0">
              <a:spcBef>
                <a:spcPts val="0"/>
              </a:spcBef>
              <a:spcAft>
                <a:spcPts val="0"/>
              </a:spcAft>
              <a:buSzPts val="1900"/>
              <a:buFont typeface="Lexend Deca"/>
              <a:buNone/>
              <a:defRPr b="1" sz="1900">
                <a:latin typeface="Lexend Deca"/>
                <a:ea typeface="Lexend Deca"/>
                <a:cs typeface="Lexend Deca"/>
                <a:sym typeface="Lexend Deca"/>
              </a:defRPr>
            </a:lvl4pPr>
            <a:lvl5pPr lvl="4" rtl="0">
              <a:spcBef>
                <a:spcPts val="0"/>
              </a:spcBef>
              <a:spcAft>
                <a:spcPts val="0"/>
              </a:spcAft>
              <a:buSzPts val="1900"/>
              <a:buFont typeface="Lexend Deca"/>
              <a:buNone/>
              <a:defRPr b="1" sz="1900">
                <a:latin typeface="Lexend Deca"/>
                <a:ea typeface="Lexend Deca"/>
                <a:cs typeface="Lexend Deca"/>
                <a:sym typeface="Lexend Deca"/>
              </a:defRPr>
            </a:lvl5pPr>
            <a:lvl6pPr lvl="5" rtl="0">
              <a:spcBef>
                <a:spcPts val="0"/>
              </a:spcBef>
              <a:spcAft>
                <a:spcPts val="0"/>
              </a:spcAft>
              <a:buSzPts val="1900"/>
              <a:buFont typeface="Lexend Deca"/>
              <a:buNone/>
              <a:defRPr b="1" sz="1900">
                <a:latin typeface="Lexend Deca"/>
                <a:ea typeface="Lexend Deca"/>
                <a:cs typeface="Lexend Deca"/>
                <a:sym typeface="Lexend Deca"/>
              </a:defRPr>
            </a:lvl6pPr>
            <a:lvl7pPr lvl="6" rtl="0">
              <a:spcBef>
                <a:spcPts val="0"/>
              </a:spcBef>
              <a:spcAft>
                <a:spcPts val="0"/>
              </a:spcAft>
              <a:buSzPts val="1900"/>
              <a:buFont typeface="Lexend Deca"/>
              <a:buNone/>
              <a:defRPr b="1" sz="1900">
                <a:latin typeface="Lexend Deca"/>
                <a:ea typeface="Lexend Deca"/>
                <a:cs typeface="Lexend Deca"/>
                <a:sym typeface="Lexend Deca"/>
              </a:defRPr>
            </a:lvl7pPr>
            <a:lvl8pPr lvl="7" rtl="0">
              <a:spcBef>
                <a:spcPts val="0"/>
              </a:spcBef>
              <a:spcAft>
                <a:spcPts val="0"/>
              </a:spcAft>
              <a:buSzPts val="1900"/>
              <a:buFont typeface="Lexend Deca"/>
              <a:buNone/>
              <a:defRPr b="1" sz="1900">
                <a:latin typeface="Lexend Deca"/>
                <a:ea typeface="Lexend Deca"/>
                <a:cs typeface="Lexend Deca"/>
                <a:sym typeface="Lexend Deca"/>
              </a:defRPr>
            </a:lvl8pPr>
            <a:lvl9pPr lvl="8" rtl="0">
              <a:spcBef>
                <a:spcPts val="0"/>
              </a:spcBef>
              <a:spcAft>
                <a:spcPts val="0"/>
              </a:spcAft>
              <a:buSzPts val="1900"/>
              <a:buFont typeface="Lexend Deca"/>
              <a:buNone/>
              <a:defRPr b="1" sz="1900">
                <a:latin typeface="Lexend Deca"/>
                <a:ea typeface="Lexend Deca"/>
                <a:cs typeface="Lexend Deca"/>
                <a:sym typeface="Lexend Deca"/>
              </a:defRPr>
            </a:lvl9pPr>
          </a:lstStyle>
          <a:p/>
        </p:txBody>
      </p:sp>
      <p:sp>
        <p:nvSpPr>
          <p:cNvPr id="128" name="Google Shape;128;p13"/>
          <p:cNvSpPr txBox="1"/>
          <p:nvPr>
            <p:ph hasCustomPrompt="1" idx="5" type="title"/>
          </p:nvPr>
        </p:nvSpPr>
        <p:spPr>
          <a:xfrm>
            <a:off x="865675" y="3666625"/>
            <a:ext cx="822900" cy="761100"/>
          </a:xfrm>
          <a:prstGeom prst="rect">
            <a:avLst/>
          </a:prstGeom>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4000"/>
              <a:buNone/>
              <a:defRPr sz="3500"/>
            </a:lvl1pPr>
            <a:lvl2pPr lvl="1" rtl="0" algn="ctr">
              <a:spcBef>
                <a:spcPts val="0"/>
              </a:spcBef>
              <a:spcAft>
                <a:spcPts val="0"/>
              </a:spcAft>
              <a:buSzPts val="4000"/>
              <a:buNone/>
              <a:defRPr sz="4000"/>
            </a:lvl2pPr>
            <a:lvl3pPr lvl="2" rtl="0" algn="ctr">
              <a:spcBef>
                <a:spcPts val="0"/>
              </a:spcBef>
              <a:spcAft>
                <a:spcPts val="0"/>
              </a:spcAft>
              <a:buSzPts val="4000"/>
              <a:buNone/>
              <a:defRPr sz="4000"/>
            </a:lvl3pPr>
            <a:lvl4pPr lvl="3" rtl="0" algn="ctr">
              <a:spcBef>
                <a:spcPts val="0"/>
              </a:spcBef>
              <a:spcAft>
                <a:spcPts val="0"/>
              </a:spcAft>
              <a:buSzPts val="4000"/>
              <a:buNone/>
              <a:defRPr sz="4000"/>
            </a:lvl4pPr>
            <a:lvl5pPr lvl="4" rtl="0" algn="ctr">
              <a:spcBef>
                <a:spcPts val="0"/>
              </a:spcBef>
              <a:spcAft>
                <a:spcPts val="0"/>
              </a:spcAft>
              <a:buSzPts val="4000"/>
              <a:buNone/>
              <a:defRPr sz="4000"/>
            </a:lvl5pPr>
            <a:lvl6pPr lvl="5" rtl="0" algn="ctr">
              <a:spcBef>
                <a:spcPts val="0"/>
              </a:spcBef>
              <a:spcAft>
                <a:spcPts val="0"/>
              </a:spcAft>
              <a:buSzPts val="4000"/>
              <a:buNone/>
              <a:defRPr sz="4000"/>
            </a:lvl6pPr>
            <a:lvl7pPr lvl="6" rtl="0" algn="ctr">
              <a:spcBef>
                <a:spcPts val="0"/>
              </a:spcBef>
              <a:spcAft>
                <a:spcPts val="0"/>
              </a:spcAft>
              <a:buSzPts val="4000"/>
              <a:buNone/>
              <a:defRPr sz="4000"/>
            </a:lvl7pPr>
            <a:lvl8pPr lvl="7" rtl="0" algn="ctr">
              <a:spcBef>
                <a:spcPts val="0"/>
              </a:spcBef>
              <a:spcAft>
                <a:spcPts val="0"/>
              </a:spcAft>
              <a:buSzPts val="4000"/>
              <a:buNone/>
              <a:defRPr sz="4000"/>
            </a:lvl8pPr>
            <a:lvl9pPr lvl="8" rtl="0" algn="ctr">
              <a:spcBef>
                <a:spcPts val="0"/>
              </a:spcBef>
              <a:spcAft>
                <a:spcPts val="0"/>
              </a:spcAft>
              <a:buSzPts val="4000"/>
              <a:buNone/>
              <a:defRPr sz="4000"/>
            </a:lvl9pPr>
          </a:lstStyle>
          <a:p>
            <a:r>
              <a:t>xx%</a:t>
            </a:r>
          </a:p>
        </p:txBody>
      </p:sp>
      <p:sp>
        <p:nvSpPr>
          <p:cNvPr id="129" name="Google Shape;129;p13"/>
          <p:cNvSpPr txBox="1"/>
          <p:nvPr>
            <p:ph idx="6" type="subTitle"/>
          </p:nvPr>
        </p:nvSpPr>
        <p:spPr>
          <a:xfrm>
            <a:off x="1773150" y="3666625"/>
            <a:ext cx="2743200" cy="761100"/>
          </a:xfrm>
          <a:prstGeom prst="rect">
            <a:avLst/>
          </a:prstGeom>
        </p:spPr>
        <p:txBody>
          <a:bodyPr anchorCtr="0" anchor="ctr" bIns="91425" lIns="91425" spcFirstLastPara="1" rIns="91425" wrap="square" tIns="91425">
            <a:noAutofit/>
          </a:bodyPr>
          <a:lstStyle>
            <a:lvl1pPr lvl="0" rtl="0">
              <a:spcBef>
                <a:spcPts val="0"/>
              </a:spcBef>
              <a:spcAft>
                <a:spcPts val="0"/>
              </a:spcAft>
              <a:buSzPts val="1900"/>
              <a:buFont typeface="Lexend Deca"/>
              <a:buNone/>
              <a:defRPr b="1" sz="1900">
                <a:latin typeface="Lexend Deca"/>
                <a:ea typeface="Lexend Deca"/>
                <a:cs typeface="Lexend Deca"/>
                <a:sym typeface="Lexend Deca"/>
              </a:defRPr>
            </a:lvl1pPr>
            <a:lvl2pPr lvl="1" rtl="0">
              <a:spcBef>
                <a:spcPts val="0"/>
              </a:spcBef>
              <a:spcAft>
                <a:spcPts val="0"/>
              </a:spcAft>
              <a:buSzPts val="1900"/>
              <a:buFont typeface="Lexend Deca"/>
              <a:buNone/>
              <a:defRPr b="1" sz="1900">
                <a:latin typeface="Lexend Deca"/>
                <a:ea typeface="Lexend Deca"/>
                <a:cs typeface="Lexend Deca"/>
                <a:sym typeface="Lexend Deca"/>
              </a:defRPr>
            </a:lvl2pPr>
            <a:lvl3pPr lvl="2" rtl="0">
              <a:spcBef>
                <a:spcPts val="0"/>
              </a:spcBef>
              <a:spcAft>
                <a:spcPts val="0"/>
              </a:spcAft>
              <a:buSzPts val="1900"/>
              <a:buFont typeface="Lexend Deca"/>
              <a:buNone/>
              <a:defRPr b="1" sz="1900">
                <a:latin typeface="Lexend Deca"/>
                <a:ea typeface="Lexend Deca"/>
                <a:cs typeface="Lexend Deca"/>
                <a:sym typeface="Lexend Deca"/>
              </a:defRPr>
            </a:lvl3pPr>
            <a:lvl4pPr lvl="3" rtl="0">
              <a:spcBef>
                <a:spcPts val="0"/>
              </a:spcBef>
              <a:spcAft>
                <a:spcPts val="0"/>
              </a:spcAft>
              <a:buSzPts val="1900"/>
              <a:buFont typeface="Lexend Deca"/>
              <a:buNone/>
              <a:defRPr b="1" sz="1900">
                <a:latin typeface="Lexend Deca"/>
                <a:ea typeface="Lexend Deca"/>
                <a:cs typeface="Lexend Deca"/>
                <a:sym typeface="Lexend Deca"/>
              </a:defRPr>
            </a:lvl4pPr>
            <a:lvl5pPr lvl="4" rtl="0">
              <a:spcBef>
                <a:spcPts val="0"/>
              </a:spcBef>
              <a:spcAft>
                <a:spcPts val="0"/>
              </a:spcAft>
              <a:buSzPts val="1900"/>
              <a:buFont typeface="Lexend Deca"/>
              <a:buNone/>
              <a:defRPr b="1" sz="1900">
                <a:latin typeface="Lexend Deca"/>
                <a:ea typeface="Lexend Deca"/>
                <a:cs typeface="Lexend Deca"/>
                <a:sym typeface="Lexend Deca"/>
              </a:defRPr>
            </a:lvl5pPr>
            <a:lvl6pPr lvl="5" rtl="0">
              <a:spcBef>
                <a:spcPts val="0"/>
              </a:spcBef>
              <a:spcAft>
                <a:spcPts val="0"/>
              </a:spcAft>
              <a:buSzPts val="1900"/>
              <a:buFont typeface="Lexend Deca"/>
              <a:buNone/>
              <a:defRPr b="1" sz="1900">
                <a:latin typeface="Lexend Deca"/>
                <a:ea typeface="Lexend Deca"/>
                <a:cs typeface="Lexend Deca"/>
                <a:sym typeface="Lexend Deca"/>
              </a:defRPr>
            </a:lvl6pPr>
            <a:lvl7pPr lvl="6" rtl="0">
              <a:spcBef>
                <a:spcPts val="0"/>
              </a:spcBef>
              <a:spcAft>
                <a:spcPts val="0"/>
              </a:spcAft>
              <a:buSzPts val="1900"/>
              <a:buFont typeface="Lexend Deca"/>
              <a:buNone/>
              <a:defRPr b="1" sz="1900">
                <a:latin typeface="Lexend Deca"/>
                <a:ea typeface="Lexend Deca"/>
                <a:cs typeface="Lexend Deca"/>
                <a:sym typeface="Lexend Deca"/>
              </a:defRPr>
            </a:lvl7pPr>
            <a:lvl8pPr lvl="7" rtl="0">
              <a:spcBef>
                <a:spcPts val="0"/>
              </a:spcBef>
              <a:spcAft>
                <a:spcPts val="0"/>
              </a:spcAft>
              <a:buSzPts val="1900"/>
              <a:buFont typeface="Lexend Deca"/>
              <a:buNone/>
              <a:defRPr b="1" sz="1900">
                <a:latin typeface="Lexend Deca"/>
                <a:ea typeface="Lexend Deca"/>
                <a:cs typeface="Lexend Deca"/>
                <a:sym typeface="Lexend Deca"/>
              </a:defRPr>
            </a:lvl8pPr>
            <a:lvl9pPr lvl="8" rtl="0">
              <a:spcBef>
                <a:spcPts val="0"/>
              </a:spcBef>
              <a:spcAft>
                <a:spcPts val="0"/>
              </a:spcAft>
              <a:buSzPts val="1900"/>
              <a:buFont typeface="Lexend Deca"/>
              <a:buNone/>
              <a:defRPr b="1" sz="1900">
                <a:latin typeface="Lexend Deca"/>
                <a:ea typeface="Lexend Deca"/>
                <a:cs typeface="Lexend Deca"/>
                <a:sym typeface="Lexend Deca"/>
              </a:defRPr>
            </a:lvl9pPr>
          </a:lstStyle>
          <a:p/>
        </p:txBody>
      </p:sp>
      <p:sp>
        <p:nvSpPr>
          <p:cNvPr id="130" name="Google Shape;130;p13"/>
          <p:cNvSpPr txBox="1"/>
          <p:nvPr>
            <p:ph hasCustomPrompt="1" idx="7" type="title"/>
          </p:nvPr>
        </p:nvSpPr>
        <p:spPr>
          <a:xfrm>
            <a:off x="4627650" y="1383950"/>
            <a:ext cx="822900" cy="761100"/>
          </a:xfrm>
          <a:prstGeom prst="rect">
            <a:avLst/>
          </a:prstGeom>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4000"/>
              <a:buNone/>
              <a:defRPr sz="3500"/>
            </a:lvl1pPr>
            <a:lvl2pPr lvl="1" rtl="0" algn="ctr">
              <a:spcBef>
                <a:spcPts val="0"/>
              </a:spcBef>
              <a:spcAft>
                <a:spcPts val="0"/>
              </a:spcAft>
              <a:buSzPts val="4000"/>
              <a:buNone/>
              <a:defRPr sz="4000"/>
            </a:lvl2pPr>
            <a:lvl3pPr lvl="2" rtl="0" algn="ctr">
              <a:spcBef>
                <a:spcPts val="0"/>
              </a:spcBef>
              <a:spcAft>
                <a:spcPts val="0"/>
              </a:spcAft>
              <a:buSzPts val="4000"/>
              <a:buNone/>
              <a:defRPr sz="4000"/>
            </a:lvl3pPr>
            <a:lvl4pPr lvl="3" rtl="0" algn="ctr">
              <a:spcBef>
                <a:spcPts val="0"/>
              </a:spcBef>
              <a:spcAft>
                <a:spcPts val="0"/>
              </a:spcAft>
              <a:buSzPts val="4000"/>
              <a:buNone/>
              <a:defRPr sz="4000"/>
            </a:lvl4pPr>
            <a:lvl5pPr lvl="4" rtl="0" algn="ctr">
              <a:spcBef>
                <a:spcPts val="0"/>
              </a:spcBef>
              <a:spcAft>
                <a:spcPts val="0"/>
              </a:spcAft>
              <a:buSzPts val="4000"/>
              <a:buNone/>
              <a:defRPr sz="4000"/>
            </a:lvl5pPr>
            <a:lvl6pPr lvl="5" rtl="0" algn="ctr">
              <a:spcBef>
                <a:spcPts val="0"/>
              </a:spcBef>
              <a:spcAft>
                <a:spcPts val="0"/>
              </a:spcAft>
              <a:buSzPts val="4000"/>
              <a:buNone/>
              <a:defRPr sz="4000"/>
            </a:lvl6pPr>
            <a:lvl7pPr lvl="6" rtl="0" algn="ctr">
              <a:spcBef>
                <a:spcPts val="0"/>
              </a:spcBef>
              <a:spcAft>
                <a:spcPts val="0"/>
              </a:spcAft>
              <a:buSzPts val="4000"/>
              <a:buNone/>
              <a:defRPr sz="4000"/>
            </a:lvl7pPr>
            <a:lvl8pPr lvl="7" rtl="0" algn="ctr">
              <a:spcBef>
                <a:spcPts val="0"/>
              </a:spcBef>
              <a:spcAft>
                <a:spcPts val="0"/>
              </a:spcAft>
              <a:buSzPts val="4000"/>
              <a:buNone/>
              <a:defRPr sz="4000"/>
            </a:lvl8pPr>
            <a:lvl9pPr lvl="8" rtl="0" algn="ctr">
              <a:spcBef>
                <a:spcPts val="0"/>
              </a:spcBef>
              <a:spcAft>
                <a:spcPts val="0"/>
              </a:spcAft>
              <a:buSzPts val="4000"/>
              <a:buNone/>
              <a:defRPr sz="4000"/>
            </a:lvl9pPr>
          </a:lstStyle>
          <a:p>
            <a:r>
              <a:t>xx%</a:t>
            </a:r>
          </a:p>
        </p:txBody>
      </p:sp>
      <p:sp>
        <p:nvSpPr>
          <p:cNvPr id="131" name="Google Shape;131;p13"/>
          <p:cNvSpPr txBox="1"/>
          <p:nvPr>
            <p:ph idx="8" type="subTitle"/>
          </p:nvPr>
        </p:nvSpPr>
        <p:spPr>
          <a:xfrm>
            <a:off x="5535125" y="1383950"/>
            <a:ext cx="2743200" cy="761100"/>
          </a:xfrm>
          <a:prstGeom prst="rect">
            <a:avLst/>
          </a:prstGeom>
        </p:spPr>
        <p:txBody>
          <a:bodyPr anchorCtr="0" anchor="ctr" bIns="91425" lIns="91425" spcFirstLastPara="1" rIns="91425" wrap="square" tIns="91425">
            <a:noAutofit/>
          </a:bodyPr>
          <a:lstStyle>
            <a:lvl1pPr lvl="0" rtl="0">
              <a:spcBef>
                <a:spcPts val="0"/>
              </a:spcBef>
              <a:spcAft>
                <a:spcPts val="0"/>
              </a:spcAft>
              <a:buSzPts val="1900"/>
              <a:buFont typeface="Lexend Deca"/>
              <a:buNone/>
              <a:defRPr b="1" sz="1900">
                <a:latin typeface="Lexend Deca"/>
                <a:ea typeface="Lexend Deca"/>
                <a:cs typeface="Lexend Deca"/>
                <a:sym typeface="Lexend Deca"/>
              </a:defRPr>
            </a:lvl1pPr>
            <a:lvl2pPr lvl="1" rtl="0">
              <a:spcBef>
                <a:spcPts val="0"/>
              </a:spcBef>
              <a:spcAft>
                <a:spcPts val="0"/>
              </a:spcAft>
              <a:buSzPts val="1900"/>
              <a:buFont typeface="Lexend Deca"/>
              <a:buNone/>
              <a:defRPr b="1" sz="1900">
                <a:latin typeface="Lexend Deca"/>
                <a:ea typeface="Lexend Deca"/>
                <a:cs typeface="Lexend Deca"/>
                <a:sym typeface="Lexend Deca"/>
              </a:defRPr>
            </a:lvl2pPr>
            <a:lvl3pPr lvl="2" rtl="0">
              <a:spcBef>
                <a:spcPts val="0"/>
              </a:spcBef>
              <a:spcAft>
                <a:spcPts val="0"/>
              </a:spcAft>
              <a:buSzPts val="1900"/>
              <a:buFont typeface="Lexend Deca"/>
              <a:buNone/>
              <a:defRPr b="1" sz="1900">
                <a:latin typeface="Lexend Deca"/>
                <a:ea typeface="Lexend Deca"/>
                <a:cs typeface="Lexend Deca"/>
                <a:sym typeface="Lexend Deca"/>
              </a:defRPr>
            </a:lvl3pPr>
            <a:lvl4pPr lvl="3" rtl="0">
              <a:spcBef>
                <a:spcPts val="0"/>
              </a:spcBef>
              <a:spcAft>
                <a:spcPts val="0"/>
              </a:spcAft>
              <a:buSzPts val="1900"/>
              <a:buFont typeface="Lexend Deca"/>
              <a:buNone/>
              <a:defRPr b="1" sz="1900">
                <a:latin typeface="Lexend Deca"/>
                <a:ea typeface="Lexend Deca"/>
                <a:cs typeface="Lexend Deca"/>
                <a:sym typeface="Lexend Deca"/>
              </a:defRPr>
            </a:lvl4pPr>
            <a:lvl5pPr lvl="4" rtl="0">
              <a:spcBef>
                <a:spcPts val="0"/>
              </a:spcBef>
              <a:spcAft>
                <a:spcPts val="0"/>
              </a:spcAft>
              <a:buSzPts val="1900"/>
              <a:buFont typeface="Lexend Deca"/>
              <a:buNone/>
              <a:defRPr b="1" sz="1900">
                <a:latin typeface="Lexend Deca"/>
                <a:ea typeface="Lexend Deca"/>
                <a:cs typeface="Lexend Deca"/>
                <a:sym typeface="Lexend Deca"/>
              </a:defRPr>
            </a:lvl5pPr>
            <a:lvl6pPr lvl="5" rtl="0">
              <a:spcBef>
                <a:spcPts val="0"/>
              </a:spcBef>
              <a:spcAft>
                <a:spcPts val="0"/>
              </a:spcAft>
              <a:buSzPts val="1900"/>
              <a:buFont typeface="Lexend Deca"/>
              <a:buNone/>
              <a:defRPr b="1" sz="1900">
                <a:latin typeface="Lexend Deca"/>
                <a:ea typeface="Lexend Deca"/>
                <a:cs typeface="Lexend Deca"/>
                <a:sym typeface="Lexend Deca"/>
              </a:defRPr>
            </a:lvl6pPr>
            <a:lvl7pPr lvl="6" rtl="0">
              <a:spcBef>
                <a:spcPts val="0"/>
              </a:spcBef>
              <a:spcAft>
                <a:spcPts val="0"/>
              </a:spcAft>
              <a:buSzPts val="1900"/>
              <a:buFont typeface="Lexend Deca"/>
              <a:buNone/>
              <a:defRPr b="1" sz="1900">
                <a:latin typeface="Lexend Deca"/>
                <a:ea typeface="Lexend Deca"/>
                <a:cs typeface="Lexend Deca"/>
                <a:sym typeface="Lexend Deca"/>
              </a:defRPr>
            </a:lvl7pPr>
            <a:lvl8pPr lvl="7" rtl="0">
              <a:spcBef>
                <a:spcPts val="0"/>
              </a:spcBef>
              <a:spcAft>
                <a:spcPts val="0"/>
              </a:spcAft>
              <a:buSzPts val="1900"/>
              <a:buFont typeface="Lexend Deca"/>
              <a:buNone/>
              <a:defRPr b="1" sz="1900">
                <a:latin typeface="Lexend Deca"/>
                <a:ea typeface="Lexend Deca"/>
                <a:cs typeface="Lexend Deca"/>
                <a:sym typeface="Lexend Deca"/>
              </a:defRPr>
            </a:lvl8pPr>
            <a:lvl9pPr lvl="8" rtl="0">
              <a:spcBef>
                <a:spcPts val="0"/>
              </a:spcBef>
              <a:spcAft>
                <a:spcPts val="0"/>
              </a:spcAft>
              <a:buSzPts val="1900"/>
              <a:buFont typeface="Lexend Deca"/>
              <a:buNone/>
              <a:defRPr b="1" sz="1900">
                <a:latin typeface="Lexend Deca"/>
                <a:ea typeface="Lexend Deca"/>
                <a:cs typeface="Lexend Deca"/>
                <a:sym typeface="Lexend Deca"/>
              </a:defRPr>
            </a:lvl9pPr>
          </a:lstStyle>
          <a:p/>
        </p:txBody>
      </p:sp>
      <p:sp>
        <p:nvSpPr>
          <p:cNvPr id="132" name="Google Shape;132;p13"/>
          <p:cNvSpPr txBox="1"/>
          <p:nvPr>
            <p:ph hasCustomPrompt="1" idx="9" type="title"/>
          </p:nvPr>
        </p:nvSpPr>
        <p:spPr>
          <a:xfrm>
            <a:off x="4627650" y="2525288"/>
            <a:ext cx="822900" cy="761100"/>
          </a:xfrm>
          <a:prstGeom prst="rect">
            <a:avLst/>
          </a:prstGeom>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4000"/>
              <a:buNone/>
              <a:defRPr sz="3500"/>
            </a:lvl1pPr>
            <a:lvl2pPr lvl="1" rtl="0" algn="ctr">
              <a:spcBef>
                <a:spcPts val="0"/>
              </a:spcBef>
              <a:spcAft>
                <a:spcPts val="0"/>
              </a:spcAft>
              <a:buSzPts val="4000"/>
              <a:buNone/>
              <a:defRPr sz="4000"/>
            </a:lvl2pPr>
            <a:lvl3pPr lvl="2" rtl="0" algn="ctr">
              <a:spcBef>
                <a:spcPts val="0"/>
              </a:spcBef>
              <a:spcAft>
                <a:spcPts val="0"/>
              </a:spcAft>
              <a:buSzPts val="4000"/>
              <a:buNone/>
              <a:defRPr sz="4000"/>
            </a:lvl3pPr>
            <a:lvl4pPr lvl="3" rtl="0" algn="ctr">
              <a:spcBef>
                <a:spcPts val="0"/>
              </a:spcBef>
              <a:spcAft>
                <a:spcPts val="0"/>
              </a:spcAft>
              <a:buSzPts val="4000"/>
              <a:buNone/>
              <a:defRPr sz="4000"/>
            </a:lvl4pPr>
            <a:lvl5pPr lvl="4" rtl="0" algn="ctr">
              <a:spcBef>
                <a:spcPts val="0"/>
              </a:spcBef>
              <a:spcAft>
                <a:spcPts val="0"/>
              </a:spcAft>
              <a:buSzPts val="4000"/>
              <a:buNone/>
              <a:defRPr sz="4000"/>
            </a:lvl5pPr>
            <a:lvl6pPr lvl="5" rtl="0" algn="ctr">
              <a:spcBef>
                <a:spcPts val="0"/>
              </a:spcBef>
              <a:spcAft>
                <a:spcPts val="0"/>
              </a:spcAft>
              <a:buSzPts val="4000"/>
              <a:buNone/>
              <a:defRPr sz="4000"/>
            </a:lvl6pPr>
            <a:lvl7pPr lvl="6" rtl="0" algn="ctr">
              <a:spcBef>
                <a:spcPts val="0"/>
              </a:spcBef>
              <a:spcAft>
                <a:spcPts val="0"/>
              </a:spcAft>
              <a:buSzPts val="4000"/>
              <a:buNone/>
              <a:defRPr sz="4000"/>
            </a:lvl7pPr>
            <a:lvl8pPr lvl="7" rtl="0" algn="ctr">
              <a:spcBef>
                <a:spcPts val="0"/>
              </a:spcBef>
              <a:spcAft>
                <a:spcPts val="0"/>
              </a:spcAft>
              <a:buSzPts val="4000"/>
              <a:buNone/>
              <a:defRPr sz="4000"/>
            </a:lvl8pPr>
            <a:lvl9pPr lvl="8" rtl="0" algn="ctr">
              <a:spcBef>
                <a:spcPts val="0"/>
              </a:spcBef>
              <a:spcAft>
                <a:spcPts val="0"/>
              </a:spcAft>
              <a:buSzPts val="4000"/>
              <a:buNone/>
              <a:defRPr sz="4000"/>
            </a:lvl9pPr>
          </a:lstStyle>
          <a:p>
            <a:r>
              <a:t>xx%</a:t>
            </a:r>
          </a:p>
        </p:txBody>
      </p:sp>
      <p:sp>
        <p:nvSpPr>
          <p:cNvPr id="133" name="Google Shape;133;p13"/>
          <p:cNvSpPr txBox="1"/>
          <p:nvPr>
            <p:ph idx="13" type="subTitle"/>
          </p:nvPr>
        </p:nvSpPr>
        <p:spPr>
          <a:xfrm>
            <a:off x="5535125" y="2525288"/>
            <a:ext cx="2743200" cy="761100"/>
          </a:xfrm>
          <a:prstGeom prst="rect">
            <a:avLst/>
          </a:prstGeom>
        </p:spPr>
        <p:txBody>
          <a:bodyPr anchorCtr="0" anchor="ctr" bIns="91425" lIns="91425" spcFirstLastPara="1" rIns="91425" wrap="square" tIns="91425">
            <a:noAutofit/>
          </a:bodyPr>
          <a:lstStyle>
            <a:lvl1pPr lvl="0" rtl="0">
              <a:spcBef>
                <a:spcPts val="0"/>
              </a:spcBef>
              <a:spcAft>
                <a:spcPts val="0"/>
              </a:spcAft>
              <a:buSzPts val="1900"/>
              <a:buFont typeface="Lexend Deca"/>
              <a:buNone/>
              <a:defRPr b="1" sz="1900">
                <a:latin typeface="Lexend Deca"/>
                <a:ea typeface="Lexend Deca"/>
                <a:cs typeface="Lexend Deca"/>
                <a:sym typeface="Lexend Deca"/>
              </a:defRPr>
            </a:lvl1pPr>
            <a:lvl2pPr lvl="1" rtl="0">
              <a:spcBef>
                <a:spcPts val="0"/>
              </a:spcBef>
              <a:spcAft>
                <a:spcPts val="0"/>
              </a:spcAft>
              <a:buSzPts val="1900"/>
              <a:buFont typeface="Lexend Deca"/>
              <a:buNone/>
              <a:defRPr b="1" sz="1900">
                <a:latin typeface="Lexend Deca"/>
                <a:ea typeface="Lexend Deca"/>
                <a:cs typeface="Lexend Deca"/>
                <a:sym typeface="Lexend Deca"/>
              </a:defRPr>
            </a:lvl2pPr>
            <a:lvl3pPr lvl="2" rtl="0">
              <a:spcBef>
                <a:spcPts val="0"/>
              </a:spcBef>
              <a:spcAft>
                <a:spcPts val="0"/>
              </a:spcAft>
              <a:buSzPts val="1900"/>
              <a:buFont typeface="Lexend Deca"/>
              <a:buNone/>
              <a:defRPr b="1" sz="1900">
                <a:latin typeface="Lexend Deca"/>
                <a:ea typeface="Lexend Deca"/>
                <a:cs typeface="Lexend Deca"/>
                <a:sym typeface="Lexend Deca"/>
              </a:defRPr>
            </a:lvl3pPr>
            <a:lvl4pPr lvl="3" rtl="0">
              <a:spcBef>
                <a:spcPts val="0"/>
              </a:spcBef>
              <a:spcAft>
                <a:spcPts val="0"/>
              </a:spcAft>
              <a:buSzPts val="1900"/>
              <a:buFont typeface="Lexend Deca"/>
              <a:buNone/>
              <a:defRPr b="1" sz="1900">
                <a:latin typeface="Lexend Deca"/>
                <a:ea typeface="Lexend Deca"/>
                <a:cs typeface="Lexend Deca"/>
                <a:sym typeface="Lexend Deca"/>
              </a:defRPr>
            </a:lvl4pPr>
            <a:lvl5pPr lvl="4" rtl="0">
              <a:spcBef>
                <a:spcPts val="0"/>
              </a:spcBef>
              <a:spcAft>
                <a:spcPts val="0"/>
              </a:spcAft>
              <a:buSzPts val="1900"/>
              <a:buFont typeface="Lexend Deca"/>
              <a:buNone/>
              <a:defRPr b="1" sz="1900">
                <a:latin typeface="Lexend Deca"/>
                <a:ea typeface="Lexend Deca"/>
                <a:cs typeface="Lexend Deca"/>
                <a:sym typeface="Lexend Deca"/>
              </a:defRPr>
            </a:lvl5pPr>
            <a:lvl6pPr lvl="5" rtl="0">
              <a:spcBef>
                <a:spcPts val="0"/>
              </a:spcBef>
              <a:spcAft>
                <a:spcPts val="0"/>
              </a:spcAft>
              <a:buSzPts val="1900"/>
              <a:buFont typeface="Lexend Deca"/>
              <a:buNone/>
              <a:defRPr b="1" sz="1900">
                <a:latin typeface="Lexend Deca"/>
                <a:ea typeface="Lexend Deca"/>
                <a:cs typeface="Lexend Deca"/>
                <a:sym typeface="Lexend Deca"/>
              </a:defRPr>
            </a:lvl6pPr>
            <a:lvl7pPr lvl="6" rtl="0">
              <a:spcBef>
                <a:spcPts val="0"/>
              </a:spcBef>
              <a:spcAft>
                <a:spcPts val="0"/>
              </a:spcAft>
              <a:buSzPts val="1900"/>
              <a:buFont typeface="Lexend Deca"/>
              <a:buNone/>
              <a:defRPr b="1" sz="1900">
                <a:latin typeface="Lexend Deca"/>
                <a:ea typeface="Lexend Deca"/>
                <a:cs typeface="Lexend Deca"/>
                <a:sym typeface="Lexend Deca"/>
              </a:defRPr>
            </a:lvl7pPr>
            <a:lvl8pPr lvl="7" rtl="0">
              <a:spcBef>
                <a:spcPts val="0"/>
              </a:spcBef>
              <a:spcAft>
                <a:spcPts val="0"/>
              </a:spcAft>
              <a:buSzPts val="1900"/>
              <a:buFont typeface="Lexend Deca"/>
              <a:buNone/>
              <a:defRPr b="1" sz="1900">
                <a:latin typeface="Lexend Deca"/>
                <a:ea typeface="Lexend Deca"/>
                <a:cs typeface="Lexend Deca"/>
                <a:sym typeface="Lexend Deca"/>
              </a:defRPr>
            </a:lvl8pPr>
            <a:lvl9pPr lvl="8" rtl="0">
              <a:spcBef>
                <a:spcPts val="0"/>
              </a:spcBef>
              <a:spcAft>
                <a:spcPts val="0"/>
              </a:spcAft>
              <a:buSzPts val="1900"/>
              <a:buFont typeface="Lexend Deca"/>
              <a:buNone/>
              <a:defRPr b="1" sz="1900">
                <a:latin typeface="Lexend Deca"/>
                <a:ea typeface="Lexend Deca"/>
                <a:cs typeface="Lexend Deca"/>
                <a:sym typeface="Lexend Deca"/>
              </a:defRPr>
            </a:lvl9pPr>
          </a:lstStyle>
          <a:p/>
        </p:txBody>
      </p:sp>
      <p:sp>
        <p:nvSpPr>
          <p:cNvPr id="134" name="Google Shape;134;p13"/>
          <p:cNvSpPr txBox="1"/>
          <p:nvPr>
            <p:ph hasCustomPrompt="1" idx="14" type="title"/>
          </p:nvPr>
        </p:nvSpPr>
        <p:spPr>
          <a:xfrm>
            <a:off x="4627650" y="3666625"/>
            <a:ext cx="822900" cy="761100"/>
          </a:xfrm>
          <a:prstGeom prst="rect">
            <a:avLst/>
          </a:prstGeom>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4000"/>
              <a:buNone/>
              <a:defRPr sz="3500"/>
            </a:lvl1pPr>
            <a:lvl2pPr lvl="1" rtl="0" algn="ctr">
              <a:spcBef>
                <a:spcPts val="0"/>
              </a:spcBef>
              <a:spcAft>
                <a:spcPts val="0"/>
              </a:spcAft>
              <a:buSzPts val="4000"/>
              <a:buNone/>
              <a:defRPr sz="4000"/>
            </a:lvl2pPr>
            <a:lvl3pPr lvl="2" rtl="0" algn="ctr">
              <a:spcBef>
                <a:spcPts val="0"/>
              </a:spcBef>
              <a:spcAft>
                <a:spcPts val="0"/>
              </a:spcAft>
              <a:buSzPts val="4000"/>
              <a:buNone/>
              <a:defRPr sz="4000"/>
            </a:lvl3pPr>
            <a:lvl4pPr lvl="3" rtl="0" algn="ctr">
              <a:spcBef>
                <a:spcPts val="0"/>
              </a:spcBef>
              <a:spcAft>
                <a:spcPts val="0"/>
              </a:spcAft>
              <a:buSzPts val="4000"/>
              <a:buNone/>
              <a:defRPr sz="4000"/>
            </a:lvl4pPr>
            <a:lvl5pPr lvl="4" rtl="0" algn="ctr">
              <a:spcBef>
                <a:spcPts val="0"/>
              </a:spcBef>
              <a:spcAft>
                <a:spcPts val="0"/>
              </a:spcAft>
              <a:buSzPts val="4000"/>
              <a:buNone/>
              <a:defRPr sz="4000"/>
            </a:lvl5pPr>
            <a:lvl6pPr lvl="5" rtl="0" algn="ctr">
              <a:spcBef>
                <a:spcPts val="0"/>
              </a:spcBef>
              <a:spcAft>
                <a:spcPts val="0"/>
              </a:spcAft>
              <a:buSzPts val="4000"/>
              <a:buNone/>
              <a:defRPr sz="4000"/>
            </a:lvl6pPr>
            <a:lvl7pPr lvl="6" rtl="0" algn="ctr">
              <a:spcBef>
                <a:spcPts val="0"/>
              </a:spcBef>
              <a:spcAft>
                <a:spcPts val="0"/>
              </a:spcAft>
              <a:buSzPts val="4000"/>
              <a:buNone/>
              <a:defRPr sz="4000"/>
            </a:lvl7pPr>
            <a:lvl8pPr lvl="7" rtl="0" algn="ctr">
              <a:spcBef>
                <a:spcPts val="0"/>
              </a:spcBef>
              <a:spcAft>
                <a:spcPts val="0"/>
              </a:spcAft>
              <a:buSzPts val="4000"/>
              <a:buNone/>
              <a:defRPr sz="4000"/>
            </a:lvl8pPr>
            <a:lvl9pPr lvl="8" rtl="0" algn="ctr">
              <a:spcBef>
                <a:spcPts val="0"/>
              </a:spcBef>
              <a:spcAft>
                <a:spcPts val="0"/>
              </a:spcAft>
              <a:buSzPts val="4000"/>
              <a:buNone/>
              <a:defRPr sz="4000"/>
            </a:lvl9pPr>
          </a:lstStyle>
          <a:p>
            <a:r>
              <a:t>xx%</a:t>
            </a:r>
          </a:p>
        </p:txBody>
      </p:sp>
      <p:sp>
        <p:nvSpPr>
          <p:cNvPr id="135" name="Google Shape;135;p13"/>
          <p:cNvSpPr txBox="1"/>
          <p:nvPr>
            <p:ph idx="15" type="subTitle"/>
          </p:nvPr>
        </p:nvSpPr>
        <p:spPr>
          <a:xfrm>
            <a:off x="5535125" y="3666625"/>
            <a:ext cx="2743200" cy="761100"/>
          </a:xfrm>
          <a:prstGeom prst="rect">
            <a:avLst/>
          </a:prstGeom>
        </p:spPr>
        <p:txBody>
          <a:bodyPr anchorCtr="0" anchor="ctr" bIns="91425" lIns="91425" spcFirstLastPara="1" rIns="91425" wrap="square" tIns="91425">
            <a:noAutofit/>
          </a:bodyPr>
          <a:lstStyle>
            <a:lvl1pPr lvl="0" rtl="0">
              <a:spcBef>
                <a:spcPts val="0"/>
              </a:spcBef>
              <a:spcAft>
                <a:spcPts val="0"/>
              </a:spcAft>
              <a:buSzPts val="1900"/>
              <a:buFont typeface="Lexend Deca"/>
              <a:buNone/>
              <a:defRPr b="1" sz="1900">
                <a:latin typeface="Lexend Deca"/>
                <a:ea typeface="Lexend Deca"/>
                <a:cs typeface="Lexend Deca"/>
                <a:sym typeface="Lexend Deca"/>
              </a:defRPr>
            </a:lvl1pPr>
            <a:lvl2pPr lvl="1" rtl="0">
              <a:spcBef>
                <a:spcPts val="0"/>
              </a:spcBef>
              <a:spcAft>
                <a:spcPts val="0"/>
              </a:spcAft>
              <a:buSzPts val="1900"/>
              <a:buFont typeface="Lexend Deca"/>
              <a:buNone/>
              <a:defRPr b="1" sz="1900">
                <a:latin typeface="Lexend Deca"/>
                <a:ea typeface="Lexend Deca"/>
                <a:cs typeface="Lexend Deca"/>
                <a:sym typeface="Lexend Deca"/>
              </a:defRPr>
            </a:lvl2pPr>
            <a:lvl3pPr lvl="2" rtl="0">
              <a:spcBef>
                <a:spcPts val="0"/>
              </a:spcBef>
              <a:spcAft>
                <a:spcPts val="0"/>
              </a:spcAft>
              <a:buSzPts val="1900"/>
              <a:buFont typeface="Lexend Deca"/>
              <a:buNone/>
              <a:defRPr b="1" sz="1900">
                <a:latin typeface="Lexend Deca"/>
                <a:ea typeface="Lexend Deca"/>
                <a:cs typeface="Lexend Deca"/>
                <a:sym typeface="Lexend Deca"/>
              </a:defRPr>
            </a:lvl3pPr>
            <a:lvl4pPr lvl="3" rtl="0">
              <a:spcBef>
                <a:spcPts val="0"/>
              </a:spcBef>
              <a:spcAft>
                <a:spcPts val="0"/>
              </a:spcAft>
              <a:buSzPts val="1900"/>
              <a:buFont typeface="Lexend Deca"/>
              <a:buNone/>
              <a:defRPr b="1" sz="1900">
                <a:latin typeface="Lexend Deca"/>
                <a:ea typeface="Lexend Deca"/>
                <a:cs typeface="Lexend Deca"/>
                <a:sym typeface="Lexend Deca"/>
              </a:defRPr>
            </a:lvl4pPr>
            <a:lvl5pPr lvl="4" rtl="0">
              <a:spcBef>
                <a:spcPts val="0"/>
              </a:spcBef>
              <a:spcAft>
                <a:spcPts val="0"/>
              </a:spcAft>
              <a:buSzPts val="1900"/>
              <a:buFont typeface="Lexend Deca"/>
              <a:buNone/>
              <a:defRPr b="1" sz="1900">
                <a:latin typeface="Lexend Deca"/>
                <a:ea typeface="Lexend Deca"/>
                <a:cs typeface="Lexend Deca"/>
                <a:sym typeface="Lexend Deca"/>
              </a:defRPr>
            </a:lvl5pPr>
            <a:lvl6pPr lvl="5" rtl="0">
              <a:spcBef>
                <a:spcPts val="0"/>
              </a:spcBef>
              <a:spcAft>
                <a:spcPts val="0"/>
              </a:spcAft>
              <a:buSzPts val="1900"/>
              <a:buFont typeface="Lexend Deca"/>
              <a:buNone/>
              <a:defRPr b="1" sz="1900">
                <a:latin typeface="Lexend Deca"/>
                <a:ea typeface="Lexend Deca"/>
                <a:cs typeface="Lexend Deca"/>
                <a:sym typeface="Lexend Deca"/>
              </a:defRPr>
            </a:lvl6pPr>
            <a:lvl7pPr lvl="6" rtl="0">
              <a:spcBef>
                <a:spcPts val="0"/>
              </a:spcBef>
              <a:spcAft>
                <a:spcPts val="0"/>
              </a:spcAft>
              <a:buSzPts val="1900"/>
              <a:buFont typeface="Lexend Deca"/>
              <a:buNone/>
              <a:defRPr b="1" sz="1900">
                <a:latin typeface="Lexend Deca"/>
                <a:ea typeface="Lexend Deca"/>
                <a:cs typeface="Lexend Deca"/>
                <a:sym typeface="Lexend Deca"/>
              </a:defRPr>
            </a:lvl7pPr>
            <a:lvl8pPr lvl="7" rtl="0">
              <a:spcBef>
                <a:spcPts val="0"/>
              </a:spcBef>
              <a:spcAft>
                <a:spcPts val="0"/>
              </a:spcAft>
              <a:buSzPts val="1900"/>
              <a:buFont typeface="Lexend Deca"/>
              <a:buNone/>
              <a:defRPr b="1" sz="1900">
                <a:latin typeface="Lexend Deca"/>
                <a:ea typeface="Lexend Deca"/>
                <a:cs typeface="Lexend Deca"/>
                <a:sym typeface="Lexend Deca"/>
              </a:defRPr>
            </a:lvl8pPr>
            <a:lvl9pPr lvl="8" rtl="0">
              <a:spcBef>
                <a:spcPts val="0"/>
              </a:spcBef>
              <a:spcAft>
                <a:spcPts val="0"/>
              </a:spcAft>
              <a:buSzPts val="1900"/>
              <a:buFont typeface="Lexend Deca"/>
              <a:buNone/>
              <a:defRPr b="1" sz="1900">
                <a:latin typeface="Lexend Deca"/>
                <a:ea typeface="Lexend Deca"/>
                <a:cs typeface="Lexend Deca"/>
                <a:sym typeface="Lexend Deca"/>
              </a:defRPr>
            </a:lvl9pPr>
          </a:lstStyle>
          <a:p/>
        </p:txBody>
      </p:sp>
      <p:grpSp>
        <p:nvGrpSpPr>
          <p:cNvPr id="136" name="Google Shape;136;p13"/>
          <p:cNvGrpSpPr/>
          <p:nvPr/>
        </p:nvGrpSpPr>
        <p:grpSpPr>
          <a:xfrm>
            <a:off x="-75" y="-2325"/>
            <a:ext cx="9144150" cy="5145825"/>
            <a:chOff x="0" y="-2325"/>
            <a:chExt cx="9144150" cy="5145825"/>
          </a:xfrm>
        </p:grpSpPr>
        <p:sp>
          <p:nvSpPr>
            <p:cNvPr id="137" name="Google Shape;137;p13"/>
            <p:cNvSpPr/>
            <p:nvPr/>
          </p:nvSpPr>
          <p:spPr>
            <a:xfrm>
              <a:off x="0" y="0"/>
              <a:ext cx="9144000" cy="5143500"/>
            </a:xfrm>
            <a:prstGeom prst="frame">
              <a:avLst>
                <a:gd fmla="val 408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3">
              <a:hlinkClick action="ppaction://hlinkshowjump?jump=nextslide"/>
            </p:cNvPr>
            <p:cNvSpPr/>
            <p:nvPr/>
          </p:nvSpPr>
          <p:spPr>
            <a:xfrm>
              <a:off x="8562150" y="-2325"/>
              <a:ext cx="58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IG_NUMBER_1">
    <p:spTree>
      <p:nvGrpSpPr>
        <p:cNvPr id="139" name="Shape 139"/>
        <p:cNvGrpSpPr/>
        <p:nvPr/>
      </p:nvGrpSpPr>
      <p:grpSpPr>
        <a:xfrm>
          <a:off x="0" y="0"/>
          <a:ext cx="0" cy="0"/>
          <a:chOff x="0" y="0"/>
          <a:chExt cx="0" cy="0"/>
        </a:xfrm>
      </p:grpSpPr>
      <p:grpSp>
        <p:nvGrpSpPr>
          <p:cNvPr id="140" name="Google Shape;140;p14"/>
          <p:cNvGrpSpPr/>
          <p:nvPr/>
        </p:nvGrpSpPr>
        <p:grpSpPr>
          <a:xfrm rot="-7313630">
            <a:off x="-1102767" y="3326526"/>
            <a:ext cx="2830421" cy="1899693"/>
            <a:chOff x="4080475" y="318675"/>
            <a:chExt cx="1624600" cy="1090383"/>
          </a:xfrm>
        </p:grpSpPr>
        <p:sp>
          <p:nvSpPr>
            <p:cNvPr id="141" name="Google Shape;141;p14"/>
            <p:cNvSpPr/>
            <p:nvPr/>
          </p:nvSpPr>
          <p:spPr>
            <a:xfrm>
              <a:off x="4080475" y="318675"/>
              <a:ext cx="1624600" cy="813150"/>
            </a:xfrm>
            <a:custGeom>
              <a:rect b="b" l="l" r="r" t="t"/>
              <a:pathLst>
                <a:path extrusionOk="0" h="32526" w="64984">
                  <a:moveTo>
                    <a:pt x="40012" y="1"/>
                  </a:moveTo>
                  <a:cubicBezTo>
                    <a:pt x="36896" y="1"/>
                    <a:pt x="34164" y="1251"/>
                    <a:pt x="31547" y="2618"/>
                  </a:cubicBezTo>
                  <a:cubicBezTo>
                    <a:pt x="28443" y="4240"/>
                    <a:pt x="25967" y="6405"/>
                    <a:pt x="21456" y="6405"/>
                  </a:cubicBezTo>
                  <a:cubicBezTo>
                    <a:pt x="21245" y="6405"/>
                    <a:pt x="21028" y="6401"/>
                    <a:pt x="20808" y="6391"/>
                  </a:cubicBezTo>
                  <a:cubicBezTo>
                    <a:pt x="17708" y="6253"/>
                    <a:pt x="15532" y="5489"/>
                    <a:pt x="13201" y="5489"/>
                  </a:cubicBezTo>
                  <a:cubicBezTo>
                    <a:pt x="11827" y="5489"/>
                    <a:pt x="10399" y="5754"/>
                    <a:pt x="8696" y="6570"/>
                  </a:cubicBezTo>
                  <a:cubicBezTo>
                    <a:pt x="4193" y="8727"/>
                    <a:pt x="1761" y="12773"/>
                    <a:pt x="1198" y="17809"/>
                  </a:cubicBezTo>
                  <a:cubicBezTo>
                    <a:pt x="0" y="28497"/>
                    <a:pt x="8710" y="32526"/>
                    <a:pt x="15528" y="32526"/>
                  </a:cubicBezTo>
                  <a:cubicBezTo>
                    <a:pt x="18533" y="32526"/>
                    <a:pt x="21171" y="31743"/>
                    <a:pt x="22431" y="30403"/>
                  </a:cubicBezTo>
                  <a:cubicBezTo>
                    <a:pt x="28847" y="23583"/>
                    <a:pt x="27231" y="22950"/>
                    <a:pt x="37145" y="22950"/>
                  </a:cubicBezTo>
                  <a:cubicBezTo>
                    <a:pt x="39165" y="22950"/>
                    <a:pt x="41664" y="22976"/>
                    <a:pt x="44807" y="22981"/>
                  </a:cubicBezTo>
                  <a:cubicBezTo>
                    <a:pt x="44815" y="22981"/>
                    <a:pt x="44823" y="22981"/>
                    <a:pt x="44832" y="22981"/>
                  </a:cubicBezTo>
                  <a:cubicBezTo>
                    <a:pt x="56092" y="22981"/>
                    <a:pt x="64983" y="9600"/>
                    <a:pt x="45684" y="1143"/>
                  </a:cubicBezTo>
                  <a:cubicBezTo>
                    <a:pt x="44411" y="586"/>
                    <a:pt x="42899" y="259"/>
                    <a:pt x="41364" y="80"/>
                  </a:cubicBezTo>
                  <a:cubicBezTo>
                    <a:pt x="40905" y="26"/>
                    <a:pt x="40455" y="1"/>
                    <a:pt x="4001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4"/>
            <p:cNvSpPr/>
            <p:nvPr/>
          </p:nvSpPr>
          <p:spPr>
            <a:xfrm rot="5400000">
              <a:off x="4061838" y="1166458"/>
              <a:ext cx="307425" cy="177775"/>
            </a:xfrm>
            <a:custGeom>
              <a:rect b="b" l="l" r="r" t="t"/>
              <a:pathLst>
                <a:path extrusionOk="0" h="7111" w="12297">
                  <a:moveTo>
                    <a:pt x="7010" y="1"/>
                  </a:moveTo>
                  <a:cubicBezTo>
                    <a:pt x="6595" y="1"/>
                    <a:pt x="6149" y="29"/>
                    <a:pt x="5672" y="89"/>
                  </a:cubicBezTo>
                  <a:cubicBezTo>
                    <a:pt x="5672" y="89"/>
                    <a:pt x="1" y="943"/>
                    <a:pt x="363" y="4242"/>
                  </a:cubicBezTo>
                  <a:cubicBezTo>
                    <a:pt x="596" y="6359"/>
                    <a:pt x="2334" y="7110"/>
                    <a:pt x="4280" y="7110"/>
                  </a:cubicBezTo>
                  <a:cubicBezTo>
                    <a:pt x="6235" y="7110"/>
                    <a:pt x="8402" y="6352"/>
                    <a:pt x="9465" y="5459"/>
                  </a:cubicBezTo>
                  <a:cubicBezTo>
                    <a:pt x="12297" y="3081"/>
                    <a:pt x="11345" y="1"/>
                    <a:pt x="701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4"/>
            <p:cNvSpPr/>
            <p:nvPr/>
          </p:nvSpPr>
          <p:spPr>
            <a:xfrm rot="5400000">
              <a:off x="5103105" y="1124692"/>
              <a:ext cx="169125" cy="68300"/>
            </a:xfrm>
            <a:custGeom>
              <a:rect b="b" l="l" r="r" t="t"/>
              <a:pathLst>
                <a:path extrusionOk="0" h="2732" w="6765">
                  <a:moveTo>
                    <a:pt x="3520" y="1"/>
                  </a:moveTo>
                  <a:cubicBezTo>
                    <a:pt x="2537" y="1"/>
                    <a:pt x="1006" y="188"/>
                    <a:pt x="501" y="1288"/>
                  </a:cubicBezTo>
                  <a:cubicBezTo>
                    <a:pt x="0" y="2380"/>
                    <a:pt x="1282" y="2731"/>
                    <a:pt x="2639" y="2731"/>
                  </a:cubicBezTo>
                  <a:cubicBezTo>
                    <a:pt x="3354" y="2731"/>
                    <a:pt x="4091" y="2634"/>
                    <a:pt x="4598" y="2495"/>
                  </a:cubicBezTo>
                  <a:cubicBezTo>
                    <a:pt x="6068" y="2096"/>
                    <a:pt x="6765" y="315"/>
                    <a:pt x="4388" y="50"/>
                  </a:cubicBezTo>
                  <a:cubicBezTo>
                    <a:pt x="4388" y="50"/>
                    <a:pt x="4027" y="1"/>
                    <a:pt x="352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4"/>
            <p:cNvSpPr/>
            <p:nvPr/>
          </p:nvSpPr>
          <p:spPr>
            <a:xfrm>
              <a:off x="4748952" y="967607"/>
              <a:ext cx="392975" cy="176200"/>
            </a:xfrm>
            <a:custGeom>
              <a:rect b="b" l="l" r="r" t="t"/>
              <a:pathLst>
                <a:path extrusionOk="0" h="7048" w="15719">
                  <a:moveTo>
                    <a:pt x="9557" y="1"/>
                  </a:moveTo>
                  <a:cubicBezTo>
                    <a:pt x="9303" y="1"/>
                    <a:pt x="9037" y="8"/>
                    <a:pt x="8759" y="23"/>
                  </a:cubicBezTo>
                  <a:cubicBezTo>
                    <a:pt x="8759" y="23"/>
                    <a:pt x="749" y="632"/>
                    <a:pt x="285" y="4143"/>
                  </a:cubicBezTo>
                  <a:cubicBezTo>
                    <a:pt x="0" y="6299"/>
                    <a:pt x="2337" y="7047"/>
                    <a:pt x="4905" y="7047"/>
                  </a:cubicBezTo>
                  <a:cubicBezTo>
                    <a:pt x="6521" y="7047"/>
                    <a:pt x="8228" y="6751"/>
                    <a:pt x="9432" y="6322"/>
                  </a:cubicBezTo>
                  <a:cubicBezTo>
                    <a:pt x="15083" y="4312"/>
                    <a:pt x="15719" y="1"/>
                    <a:pt x="955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5" name="Google Shape;145;p14"/>
          <p:cNvSpPr txBox="1"/>
          <p:nvPr>
            <p:ph hasCustomPrompt="1" type="title"/>
          </p:nvPr>
        </p:nvSpPr>
        <p:spPr>
          <a:xfrm>
            <a:off x="4771675" y="2068867"/>
            <a:ext cx="3291900" cy="74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500"/>
              <a:buNone/>
              <a:defRPr sz="4000"/>
            </a:lvl1pPr>
            <a:lvl2pPr lvl="1" rtl="0" algn="ctr">
              <a:spcBef>
                <a:spcPts val="0"/>
              </a:spcBef>
              <a:spcAft>
                <a:spcPts val="0"/>
              </a:spcAft>
              <a:buSzPts val="4500"/>
              <a:buNone/>
              <a:defRPr sz="4500"/>
            </a:lvl2pPr>
            <a:lvl3pPr lvl="2" rtl="0" algn="ctr">
              <a:spcBef>
                <a:spcPts val="0"/>
              </a:spcBef>
              <a:spcAft>
                <a:spcPts val="0"/>
              </a:spcAft>
              <a:buSzPts val="4500"/>
              <a:buNone/>
              <a:defRPr sz="4500"/>
            </a:lvl3pPr>
            <a:lvl4pPr lvl="3" rtl="0" algn="ctr">
              <a:spcBef>
                <a:spcPts val="0"/>
              </a:spcBef>
              <a:spcAft>
                <a:spcPts val="0"/>
              </a:spcAft>
              <a:buSzPts val="4500"/>
              <a:buNone/>
              <a:defRPr sz="4500"/>
            </a:lvl4pPr>
            <a:lvl5pPr lvl="4" rtl="0" algn="ctr">
              <a:spcBef>
                <a:spcPts val="0"/>
              </a:spcBef>
              <a:spcAft>
                <a:spcPts val="0"/>
              </a:spcAft>
              <a:buSzPts val="4500"/>
              <a:buNone/>
              <a:defRPr sz="4500"/>
            </a:lvl5pPr>
            <a:lvl6pPr lvl="5" rtl="0" algn="ctr">
              <a:spcBef>
                <a:spcPts val="0"/>
              </a:spcBef>
              <a:spcAft>
                <a:spcPts val="0"/>
              </a:spcAft>
              <a:buSzPts val="4500"/>
              <a:buNone/>
              <a:defRPr sz="4500"/>
            </a:lvl6pPr>
            <a:lvl7pPr lvl="6" rtl="0" algn="ctr">
              <a:spcBef>
                <a:spcPts val="0"/>
              </a:spcBef>
              <a:spcAft>
                <a:spcPts val="0"/>
              </a:spcAft>
              <a:buSzPts val="4500"/>
              <a:buNone/>
              <a:defRPr sz="4500"/>
            </a:lvl7pPr>
            <a:lvl8pPr lvl="7" rtl="0" algn="ctr">
              <a:spcBef>
                <a:spcPts val="0"/>
              </a:spcBef>
              <a:spcAft>
                <a:spcPts val="0"/>
              </a:spcAft>
              <a:buSzPts val="4500"/>
              <a:buNone/>
              <a:defRPr sz="4500"/>
            </a:lvl8pPr>
            <a:lvl9pPr lvl="8" rtl="0" algn="ctr">
              <a:spcBef>
                <a:spcPts val="0"/>
              </a:spcBef>
              <a:spcAft>
                <a:spcPts val="0"/>
              </a:spcAft>
              <a:buSzPts val="4500"/>
              <a:buNone/>
              <a:defRPr sz="4500"/>
            </a:lvl9pPr>
          </a:lstStyle>
          <a:p>
            <a:r>
              <a:t>xx%</a:t>
            </a:r>
          </a:p>
        </p:txBody>
      </p:sp>
      <p:sp>
        <p:nvSpPr>
          <p:cNvPr id="146" name="Google Shape;146;p14"/>
          <p:cNvSpPr txBox="1"/>
          <p:nvPr>
            <p:ph idx="1" type="subTitle"/>
          </p:nvPr>
        </p:nvSpPr>
        <p:spPr>
          <a:xfrm>
            <a:off x="4771675" y="2714888"/>
            <a:ext cx="3288900" cy="371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200"/>
              <a:buNone/>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47" name="Google Shape;147;p14"/>
          <p:cNvSpPr txBox="1"/>
          <p:nvPr>
            <p:ph hasCustomPrompt="1" idx="2" type="title"/>
          </p:nvPr>
        </p:nvSpPr>
        <p:spPr>
          <a:xfrm>
            <a:off x="4771675" y="539496"/>
            <a:ext cx="3291900" cy="74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500"/>
              <a:buNone/>
              <a:defRPr sz="4000"/>
            </a:lvl1pPr>
            <a:lvl2pPr lvl="1" rtl="0" algn="ctr">
              <a:spcBef>
                <a:spcPts val="0"/>
              </a:spcBef>
              <a:spcAft>
                <a:spcPts val="0"/>
              </a:spcAft>
              <a:buSzPts val="4500"/>
              <a:buNone/>
              <a:defRPr sz="4500"/>
            </a:lvl2pPr>
            <a:lvl3pPr lvl="2" rtl="0" algn="ctr">
              <a:spcBef>
                <a:spcPts val="0"/>
              </a:spcBef>
              <a:spcAft>
                <a:spcPts val="0"/>
              </a:spcAft>
              <a:buSzPts val="4500"/>
              <a:buNone/>
              <a:defRPr sz="4500"/>
            </a:lvl3pPr>
            <a:lvl4pPr lvl="3" rtl="0" algn="ctr">
              <a:spcBef>
                <a:spcPts val="0"/>
              </a:spcBef>
              <a:spcAft>
                <a:spcPts val="0"/>
              </a:spcAft>
              <a:buSzPts val="4500"/>
              <a:buNone/>
              <a:defRPr sz="4500"/>
            </a:lvl4pPr>
            <a:lvl5pPr lvl="4" rtl="0" algn="ctr">
              <a:spcBef>
                <a:spcPts val="0"/>
              </a:spcBef>
              <a:spcAft>
                <a:spcPts val="0"/>
              </a:spcAft>
              <a:buSzPts val="4500"/>
              <a:buNone/>
              <a:defRPr sz="4500"/>
            </a:lvl5pPr>
            <a:lvl6pPr lvl="5" rtl="0" algn="ctr">
              <a:spcBef>
                <a:spcPts val="0"/>
              </a:spcBef>
              <a:spcAft>
                <a:spcPts val="0"/>
              </a:spcAft>
              <a:buSzPts val="4500"/>
              <a:buNone/>
              <a:defRPr sz="4500"/>
            </a:lvl6pPr>
            <a:lvl7pPr lvl="6" rtl="0" algn="ctr">
              <a:spcBef>
                <a:spcPts val="0"/>
              </a:spcBef>
              <a:spcAft>
                <a:spcPts val="0"/>
              </a:spcAft>
              <a:buSzPts val="4500"/>
              <a:buNone/>
              <a:defRPr sz="4500"/>
            </a:lvl7pPr>
            <a:lvl8pPr lvl="7" rtl="0" algn="ctr">
              <a:spcBef>
                <a:spcPts val="0"/>
              </a:spcBef>
              <a:spcAft>
                <a:spcPts val="0"/>
              </a:spcAft>
              <a:buSzPts val="4500"/>
              <a:buNone/>
              <a:defRPr sz="4500"/>
            </a:lvl8pPr>
            <a:lvl9pPr lvl="8" rtl="0" algn="ctr">
              <a:spcBef>
                <a:spcPts val="0"/>
              </a:spcBef>
              <a:spcAft>
                <a:spcPts val="0"/>
              </a:spcAft>
              <a:buSzPts val="4500"/>
              <a:buNone/>
              <a:defRPr sz="4500"/>
            </a:lvl9pPr>
          </a:lstStyle>
          <a:p>
            <a:r>
              <a:t>xx%</a:t>
            </a:r>
          </a:p>
        </p:txBody>
      </p:sp>
      <p:sp>
        <p:nvSpPr>
          <p:cNvPr id="148" name="Google Shape;148;p14"/>
          <p:cNvSpPr txBox="1"/>
          <p:nvPr>
            <p:ph idx="3" type="subTitle"/>
          </p:nvPr>
        </p:nvSpPr>
        <p:spPr>
          <a:xfrm>
            <a:off x="4771675" y="1194888"/>
            <a:ext cx="3288900" cy="371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200"/>
              <a:buNone/>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49" name="Google Shape;149;p14"/>
          <p:cNvSpPr txBox="1"/>
          <p:nvPr>
            <p:ph hasCustomPrompt="1" idx="4" type="title"/>
          </p:nvPr>
        </p:nvSpPr>
        <p:spPr>
          <a:xfrm>
            <a:off x="4771675" y="3598238"/>
            <a:ext cx="3291900" cy="74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500"/>
              <a:buNone/>
              <a:defRPr sz="4000"/>
            </a:lvl1pPr>
            <a:lvl2pPr lvl="1" rtl="0" algn="ctr">
              <a:spcBef>
                <a:spcPts val="0"/>
              </a:spcBef>
              <a:spcAft>
                <a:spcPts val="0"/>
              </a:spcAft>
              <a:buSzPts val="4500"/>
              <a:buNone/>
              <a:defRPr sz="4500"/>
            </a:lvl2pPr>
            <a:lvl3pPr lvl="2" rtl="0" algn="ctr">
              <a:spcBef>
                <a:spcPts val="0"/>
              </a:spcBef>
              <a:spcAft>
                <a:spcPts val="0"/>
              </a:spcAft>
              <a:buSzPts val="4500"/>
              <a:buNone/>
              <a:defRPr sz="4500"/>
            </a:lvl3pPr>
            <a:lvl4pPr lvl="3" rtl="0" algn="ctr">
              <a:spcBef>
                <a:spcPts val="0"/>
              </a:spcBef>
              <a:spcAft>
                <a:spcPts val="0"/>
              </a:spcAft>
              <a:buSzPts val="4500"/>
              <a:buNone/>
              <a:defRPr sz="4500"/>
            </a:lvl4pPr>
            <a:lvl5pPr lvl="4" rtl="0" algn="ctr">
              <a:spcBef>
                <a:spcPts val="0"/>
              </a:spcBef>
              <a:spcAft>
                <a:spcPts val="0"/>
              </a:spcAft>
              <a:buSzPts val="4500"/>
              <a:buNone/>
              <a:defRPr sz="4500"/>
            </a:lvl5pPr>
            <a:lvl6pPr lvl="5" rtl="0" algn="ctr">
              <a:spcBef>
                <a:spcPts val="0"/>
              </a:spcBef>
              <a:spcAft>
                <a:spcPts val="0"/>
              </a:spcAft>
              <a:buSzPts val="4500"/>
              <a:buNone/>
              <a:defRPr sz="4500"/>
            </a:lvl6pPr>
            <a:lvl7pPr lvl="6" rtl="0" algn="ctr">
              <a:spcBef>
                <a:spcPts val="0"/>
              </a:spcBef>
              <a:spcAft>
                <a:spcPts val="0"/>
              </a:spcAft>
              <a:buSzPts val="4500"/>
              <a:buNone/>
              <a:defRPr sz="4500"/>
            </a:lvl7pPr>
            <a:lvl8pPr lvl="7" rtl="0" algn="ctr">
              <a:spcBef>
                <a:spcPts val="0"/>
              </a:spcBef>
              <a:spcAft>
                <a:spcPts val="0"/>
              </a:spcAft>
              <a:buSzPts val="4500"/>
              <a:buNone/>
              <a:defRPr sz="4500"/>
            </a:lvl8pPr>
            <a:lvl9pPr lvl="8" rtl="0" algn="ctr">
              <a:spcBef>
                <a:spcPts val="0"/>
              </a:spcBef>
              <a:spcAft>
                <a:spcPts val="0"/>
              </a:spcAft>
              <a:buSzPts val="4500"/>
              <a:buNone/>
              <a:defRPr sz="4500"/>
            </a:lvl9pPr>
          </a:lstStyle>
          <a:p>
            <a:r>
              <a:t>xx%</a:t>
            </a:r>
          </a:p>
        </p:txBody>
      </p:sp>
      <p:sp>
        <p:nvSpPr>
          <p:cNvPr id="150" name="Google Shape;150;p14"/>
          <p:cNvSpPr txBox="1"/>
          <p:nvPr>
            <p:ph idx="5" type="subTitle"/>
          </p:nvPr>
        </p:nvSpPr>
        <p:spPr>
          <a:xfrm>
            <a:off x="4771675" y="4234888"/>
            <a:ext cx="3288900" cy="371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200"/>
              <a:buNone/>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grpSp>
        <p:nvGrpSpPr>
          <p:cNvPr id="151" name="Google Shape;151;p14"/>
          <p:cNvGrpSpPr/>
          <p:nvPr/>
        </p:nvGrpSpPr>
        <p:grpSpPr>
          <a:xfrm>
            <a:off x="-75" y="-2325"/>
            <a:ext cx="9144150" cy="5145825"/>
            <a:chOff x="0" y="-2325"/>
            <a:chExt cx="9144150" cy="5145825"/>
          </a:xfrm>
        </p:grpSpPr>
        <p:sp>
          <p:nvSpPr>
            <p:cNvPr id="152" name="Google Shape;152;p14"/>
            <p:cNvSpPr/>
            <p:nvPr/>
          </p:nvSpPr>
          <p:spPr>
            <a:xfrm>
              <a:off x="0" y="0"/>
              <a:ext cx="9144000" cy="5143500"/>
            </a:xfrm>
            <a:prstGeom prst="frame">
              <a:avLst>
                <a:gd fmla="val 408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4">
              <a:hlinkClick action="ppaction://hlinkshowjump?jump=nextslide"/>
            </p:cNvPr>
            <p:cNvSpPr/>
            <p:nvPr/>
          </p:nvSpPr>
          <p:spPr>
            <a:xfrm>
              <a:off x="8562150" y="-2325"/>
              <a:ext cx="58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2">
    <p:spTree>
      <p:nvGrpSpPr>
        <p:cNvPr id="154" name="Shape 154"/>
        <p:cNvGrpSpPr/>
        <p:nvPr/>
      </p:nvGrpSpPr>
      <p:grpSpPr>
        <a:xfrm>
          <a:off x="0" y="0"/>
          <a:ext cx="0" cy="0"/>
          <a:chOff x="0" y="0"/>
          <a:chExt cx="0" cy="0"/>
        </a:xfrm>
      </p:grpSpPr>
      <p:grpSp>
        <p:nvGrpSpPr>
          <p:cNvPr id="155" name="Google Shape;155;p15"/>
          <p:cNvGrpSpPr/>
          <p:nvPr/>
        </p:nvGrpSpPr>
        <p:grpSpPr>
          <a:xfrm rot="-2936678">
            <a:off x="7423233" y="3556848"/>
            <a:ext cx="2830486" cy="1561755"/>
            <a:chOff x="4080475" y="247414"/>
            <a:chExt cx="1624600" cy="896393"/>
          </a:xfrm>
        </p:grpSpPr>
        <p:sp>
          <p:nvSpPr>
            <p:cNvPr id="156" name="Google Shape;156;p15"/>
            <p:cNvSpPr/>
            <p:nvPr/>
          </p:nvSpPr>
          <p:spPr>
            <a:xfrm>
              <a:off x="4080475" y="318675"/>
              <a:ext cx="1624600" cy="813150"/>
            </a:xfrm>
            <a:custGeom>
              <a:rect b="b" l="l" r="r" t="t"/>
              <a:pathLst>
                <a:path extrusionOk="0" h="32526" w="64984">
                  <a:moveTo>
                    <a:pt x="40012" y="1"/>
                  </a:moveTo>
                  <a:cubicBezTo>
                    <a:pt x="36896" y="1"/>
                    <a:pt x="34164" y="1251"/>
                    <a:pt x="31547" y="2618"/>
                  </a:cubicBezTo>
                  <a:cubicBezTo>
                    <a:pt x="28443" y="4240"/>
                    <a:pt x="25967" y="6405"/>
                    <a:pt x="21456" y="6405"/>
                  </a:cubicBezTo>
                  <a:cubicBezTo>
                    <a:pt x="21245" y="6405"/>
                    <a:pt x="21028" y="6401"/>
                    <a:pt x="20808" y="6391"/>
                  </a:cubicBezTo>
                  <a:cubicBezTo>
                    <a:pt x="17708" y="6253"/>
                    <a:pt x="15532" y="5489"/>
                    <a:pt x="13201" y="5489"/>
                  </a:cubicBezTo>
                  <a:cubicBezTo>
                    <a:pt x="11827" y="5489"/>
                    <a:pt x="10399" y="5754"/>
                    <a:pt x="8696" y="6570"/>
                  </a:cubicBezTo>
                  <a:cubicBezTo>
                    <a:pt x="4193" y="8727"/>
                    <a:pt x="1761" y="12773"/>
                    <a:pt x="1198" y="17809"/>
                  </a:cubicBezTo>
                  <a:cubicBezTo>
                    <a:pt x="0" y="28497"/>
                    <a:pt x="8710" y="32526"/>
                    <a:pt x="15528" y="32526"/>
                  </a:cubicBezTo>
                  <a:cubicBezTo>
                    <a:pt x="18533" y="32526"/>
                    <a:pt x="21171" y="31743"/>
                    <a:pt x="22431" y="30403"/>
                  </a:cubicBezTo>
                  <a:cubicBezTo>
                    <a:pt x="28847" y="23583"/>
                    <a:pt x="27231" y="22950"/>
                    <a:pt x="37145" y="22950"/>
                  </a:cubicBezTo>
                  <a:cubicBezTo>
                    <a:pt x="39165" y="22950"/>
                    <a:pt x="41664" y="22976"/>
                    <a:pt x="44807" y="22981"/>
                  </a:cubicBezTo>
                  <a:cubicBezTo>
                    <a:pt x="44815" y="22981"/>
                    <a:pt x="44823" y="22981"/>
                    <a:pt x="44832" y="22981"/>
                  </a:cubicBezTo>
                  <a:cubicBezTo>
                    <a:pt x="56092" y="22981"/>
                    <a:pt x="64983" y="9600"/>
                    <a:pt x="45684" y="1143"/>
                  </a:cubicBezTo>
                  <a:cubicBezTo>
                    <a:pt x="44411" y="586"/>
                    <a:pt x="42899" y="259"/>
                    <a:pt x="41364" y="80"/>
                  </a:cubicBezTo>
                  <a:cubicBezTo>
                    <a:pt x="40905" y="26"/>
                    <a:pt x="40455" y="1"/>
                    <a:pt x="4001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5"/>
            <p:cNvSpPr/>
            <p:nvPr/>
          </p:nvSpPr>
          <p:spPr>
            <a:xfrm>
              <a:off x="4091959" y="247414"/>
              <a:ext cx="307425" cy="177775"/>
            </a:xfrm>
            <a:custGeom>
              <a:rect b="b" l="l" r="r" t="t"/>
              <a:pathLst>
                <a:path extrusionOk="0" h="7111" w="12297">
                  <a:moveTo>
                    <a:pt x="7010" y="1"/>
                  </a:moveTo>
                  <a:cubicBezTo>
                    <a:pt x="6595" y="1"/>
                    <a:pt x="6149" y="29"/>
                    <a:pt x="5672" y="89"/>
                  </a:cubicBezTo>
                  <a:cubicBezTo>
                    <a:pt x="5672" y="89"/>
                    <a:pt x="1" y="943"/>
                    <a:pt x="363" y="4242"/>
                  </a:cubicBezTo>
                  <a:cubicBezTo>
                    <a:pt x="596" y="6359"/>
                    <a:pt x="2334" y="7110"/>
                    <a:pt x="4280" y="7110"/>
                  </a:cubicBezTo>
                  <a:cubicBezTo>
                    <a:pt x="6235" y="7110"/>
                    <a:pt x="8402" y="6352"/>
                    <a:pt x="9465" y="5459"/>
                  </a:cubicBezTo>
                  <a:cubicBezTo>
                    <a:pt x="12297" y="3081"/>
                    <a:pt x="11345" y="1"/>
                    <a:pt x="701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5"/>
            <p:cNvSpPr/>
            <p:nvPr/>
          </p:nvSpPr>
          <p:spPr>
            <a:xfrm>
              <a:off x="5479698" y="376858"/>
              <a:ext cx="169125" cy="68300"/>
            </a:xfrm>
            <a:custGeom>
              <a:rect b="b" l="l" r="r" t="t"/>
              <a:pathLst>
                <a:path extrusionOk="0" h="2732" w="6765">
                  <a:moveTo>
                    <a:pt x="3520" y="1"/>
                  </a:moveTo>
                  <a:cubicBezTo>
                    <a:pt x="2537" y="1"/>
                    <a:pt x="1006" y="188"/>
                    <a:pt x="501" y="1288"/>
                  </a:cubicBezTo>
                  <a:cubicBezTo>
                    <a:pt x="0" y="2380"/>
                    <a:pt x="1282" y="2731"/>
                    <a:pt x="2639" y="2731"/>
                  </a:cubicBezTo>
                  <a:cubicBezTo>
                    <a:pt x="3354" y="2731"/>
                    <a:pt x="4091" y="2634"/>
                    <a:pt x="4598" y="2495"/>
                  </a:cubicBezTo>
                  <a:cubicBezTo>
                    <a:pt x="6068" y="2096"/>
                    <a:pt x="6765" y="315"/>
                    <a:pt x="4388" y="50"/>
                  </a:cubicBezTo>
                  <a:cubicBezTo>
                    <a:pt x="4388" y="50"/>
                    <a:pt x="4027" y="1"/>
                    <a:pt x="352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5"/>
            <p:cNvSpPr/>
            <p:nvPr/>
          </p:nvSpPr>
          <p:spPr>
            <a:xfrm>
              <a:off x="4748952" y="967607"/>
              <a:ext cx="392975" cy="176200"/>
            </a:xfrm>
            <a:custGeom>
              <a:rect b="b" l="l" r="r" t="t"/>
              <a:pathLst>
                <a:path extrusionOk="0" h="7048" w="15719">
                  <a:moveTo>
                    <a:pt x="9557" y="1"/>
                  </a:moveTo>
                  <a:cubicBezTo>
                    <a:pt x="9303" y="1"/>
                    <a:pt x="9037" y="8"/>
                    <a:pt x="8759" y="23"/>
                  </a:cubicBezTo>
                  <a:cubicBezTo>
                    <a:pt x="8759" y="23"/>
                    <a:pt x="749" y="632"/>
                    <a:pt x="285" y="4143"/>
                  </a:cubicBezTo>
                  <a:cubicBezTo>
                    <a:pt x="0" y="6299"/>
                    <a:pt x="2337" y="7047"/>
                    <a:pt x="4905" y="7047"/>
                  </a:cubicBezTo>
                  <a:cubicBezTo>
                    <a:pt x="6521" y="7047"/>
                    <a:pt x="8228" y="6751"/>
                    <a:pt x="9432" y="6322"/>
                  </a:cubicBezTo>
                  <a:cubicBezTo>
                    <a:pt x="15083" y="4312"/>
                    <a:pt x="15719" y="1"/>
                    <a:pt x="955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0" name="Google Shape;160;p15"/>
          <p:cNvSpPr txBox="1"/>
          <p:nvPr>
            <p:ph type="title"/>
          </p:nvPr>
        </p:nvSpPr>
        <p:spPr>
          <a:xfrm>
            <a:off x="713475" y="463300"/>
            <a:ext cx="7717200" cy="5649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grpSp>
        <p:nvGrpSpPr>
          <p:cNvPr id="161" name="Google Shape;161;p15"/>
          <p:cNvGrpSpPr/>
          <p:nvPr/>
        </p:nvGrpSpPr>
        <p:grpSpPr>
          <a:xfrm>
            <a:off x="-75" y="-2325"/>
            <a:ext cx="9144150" cy="5145825"/>
            <a:chOff x="0" y="-2325"/>
            <a:chExt cx="9144150" cy="5145825"/>
          </a:xfrm>
        </p:grpSpPr>
        <p:sp>
          <p:nvSpPr>
            <p:cNvPr id="162" name="Google Shape;162;p15"/>
            <p:cNvSpPr/>
            <p:nvPr/>
          </p:nvSpPr>
          <p:spPr>
            <a:xfrm>
              <a:off x="0" y="0"/>
              <a:ext cx="9144000" cy="5143500"/>
            </a:xfrm>
            <a:prstGeom prst="frame">
              <a:avLst>
                <a:gd fmla="val 408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5">
              <a:hlinkClick action="ppaction://hlinkshowjump?jump=nextslide"/>
            </p:cNvPr>
            <p:cNvSpPr/>
            <p:nvPr/>
          </p:nvSpPr>
          <p:spPr>
            <a:xfrm>
              <a:off x="8562150" y="-2325"/>
              <a:ext cx="58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4" name="Google Shape;164;p15"/>
          <p:cNvSpPr txBox="1"/>
          <p:nvPr>
            <p:ph idx="1" type="body"/>
          </p:nvPr>
        </p:nvSpPr>
        <p:spPr>
          <a:xfrm>
            <a:off x="728025" y="1016825"/>
            <a:ext cx="3843900" cy="1525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65" name="Google Shape;165;p15"/>
          <p:cNvSpPr txBox="1"/>
          <p:nvPr>
            <p:ph idx="2" type="body"/>
          </p:nvPr>
        </p:nvSpPr>
        <p:spPr>
          <a:xfrm>
            <a:off x="4579375" y="1016825"/>
            <a:ext cx="3843900" cy="15258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TITLE_AND_TWO_COLUMNS_1">
    <p:spTree>
      <p:nvGrpSpPr>
        <p:cNvPr id="166" name="Shape 166"/>
        <p:cNvGrpSpPr/>
        <p:nvPr/>
      </p:nvGrpSpPr>
      <p:grpSpPr>
        <a:xfrm>
          <a:off x="0" y="0"/>
          <a:ext cx="0" cy="0"/>
          <a:chOff x="0" y="0"/>
          <a:chExt cx="0" cy="0"/>
        </a:xfrm>
      </p:grpSpPr>
      <p:grpSp>
        <p:nvGrpSpPr>
          <p:cNvPr id="167" name="Google Shape;167;p16"/>
          <p:cNvGrpSpPr/>
          <p:nvPr/>
        </p:nvGrpSpPr>
        <p:grpSpPr>
          <a:xfrm>
            <a:off x="-1593385" y="-1529754"/>
            <a:ext cx="11319007" cy="7575126"/>
            <a:chOff x="-1593385" y="-1529754"/>
            <a:chExt cx="11319007" cy="7575126"/>
          </a:xfrm>
        </p:grpSpPr>
        <p:grpSp>
          <p:nvGrpSpPr>
            <p:cNvPr id="168" name="Google Shape;168;p16"/>
            <p:cNvGrpSpPr/>
            <p:nvPr/>
          </p:nvGrpSpPr>
          <p:grpSpPr>
            <a:xfrm rot="-7313630">
              <a:off x="-1597901" y="3650393"/>
              <a:ext cx="2830421" cy="1561719"/>
              <a:chOff x="4080475" y="247414"/>
              <a:chExt cx="1624600" cy="896393"/>
            </a:xfrm>
          </p:grpSpPr>
          <p:sp>
            <p:nvSpPr>
              <p:cNvPr id="169" name="Google Shape;169;p16"/>
              <p:cNvSpPr/>
              <p:nvPr/>
            </p:nvSpPr>
            <p:spPr>
              <a:xfrm>
                <a:off x="4080475" y="318675"/>
                <a:ext cx="1624600" cy="813150"/>
              </a:xfrm>
              <a:custGeom>
                <a:rect b="b" l="l" r="r" t="t"/>
                <a:pathLst>
                  <a:path extrusionOk="0" h="32526" w="64984">
                    <a:moveTo>
                      <a:pt x="40012" y="1"/>
                    </a:moveTo>
                    <a:cubicBezTo>
                      <a:pt x="36896" y="1"/>
                      <a:pt x="34164" y="1251"/>
                      <a:pt x="31547" y="2618"/>
                    </a:cubicBezTo>
                    <a:cubicBezTo>
                      <a:pt x="28443" y="4240"/>
                      <a:pt x="25967" y="6405"/>
                      <a:pt x="21456" y="6405"/>
                    </a:cubicBezTo>
                    <a:cubicBezTo>
                      <a:pt x="21245" y="6405"/>
                      <a:pt x="21028" y="6401"/>
                      <a:pt x="20808" y="6391"/>
                    </a:cubicBezTo>
                    <a:cubicBezTo>
                      <a:pt x="17708" y="6253"/>
                      <a:pt x="15532" y="5489"/>
                      <a:pt x="13201" y="5489"/>
                    </a:cubicBezTo>
                    <a:cubicBezTo>
                      <a:pt x="11827" y="5489"/>
                      <a:pt x="10399" y="5754"/>
                      <a:pt x="8696" y="6570"/>
                    </a:cubicBezTo>
                    <a:cubicBezTo>
                      <a:pt x="4193" y="8727"/>
                      <a:pt x="1761" y="12773"/>
                      <a:pt x="1198" y="17809"/>
                    </a:cubicBezTo>
                    <a:cubicBezTo>
                      <a:pt x="0" y="28497"/>
                      <a:pt x="8710" y="32526"/>
                      <a:pt x="15528" y="32526"/>
                    </a:cubicBezTo>
                    <a:cubicBezTo>
                      <a:pt x="18533" y="32526"/>
                      <a:pt x="21171" y="31743"/>
                      <a:pt x="22431" y="30403"/>
                    </a:cubicBezTo>
                    <a:cubicBezTo>
                      <a:pt x="28847" y="23583"/>
                      <a:pt x="27231" y="22950"/>
                      <a:pt x="37145" y="22950"/>
                    </a:cubicBezTo>
                    <a:cubicBezTo>
                      <a:pt x="39165" y="22950"/>
                      <a:pt x="41664" y="22976"/>
                      <a:pt x="44807" y="22981"/>
                    </a:cubicBezTo>
                    <a:cubicBezTo>
                      <a:pt x="44815" y="22981"/>
                      <a:pt x="44823" y="22981"/>
                      <a:pt x="44832" y="22981"/>
                    </a:cubicBezTo>
                    <a:cubicBezTo>
                      <a:pt x="56092" y="22981"/>
                      <a:pt x="64983" y="9600"/>
                      <a:pt x="45684" y="1143"/>
                    </a:cubicBezTo>
                    <a:cubicBezTo>
                      <a:pt x="44411" y="586"/>
                      <a:pt x="42899" y="259"/>
                      <a:pt x="41364" y="80"/>
                    </a:cubicBezTo>
                    <a:cubicBezTo>
                      <a:pt x="40905" y="26"/>
                      <a:pt x="40455" y="1"/>
                      <a:pt x="4001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6"/>
              <p:cNvSpPr/>
              <p:nvPr/>
            </p:nvSpPr>
            <p:spPr>
              <a:xfrm>
                <a:off x="4091959" y="247414"/>
                <a:ext cx="307425" cy="177775"/>
              </a:xfrm>
              <a:custGeom>
                <a:rect b="b" l="l" r="r" t="t"/>
                <a:pathLst>
                  <a:path extrusionOk="0" h="7111" w="12297">
                    <a:moveTo>
                      <a:pt x="7010" y="1"/>
                    </a:moveTo>
                    <a:cubicBezTo>
                      <a:pt x="6595" y="1"/>
                      <a:pt x="6149" y="29"/>
                      <a:pt x="5672" y="89"/>
                    </a:cubicBezTo>
                    <a:cubicBezTo>
                      <a:pt x="5672" y="89"/>
                      <a:pt x="1" y="943"/>
                      <a:pt x="363" y="4242"/>
                    </a:cubicBezTo>
                    <a:cubicBezTo>
                      <a:pt x="596" y="6359"/>
                      <a:pt x="2334" y="7110"/>
                      <a:pt x="4280" y="7110"/>
                    </a:cubicBezTo>
                    <a:cubicBezTo>
                      <a:pt x="6235" y="7110"/>
                      <a:pt x="8402" y="6352"/>
                      <a:pt x="9465" y="5459"/>
                    </a:cubicBezTo>
                    <a:cubicBezTo>
                      <a:pt x="12297" y="3081"/>
                      <a:pt x="11345" y="1"/>
                      <a:pt x="701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6"/>
              <p:cNvSpPr/>
              <p:nvPr/>
            </p:nvSpPr>
            <p:spPr>
              <a:xfrm>
                <a:off x="5479698" y="376858"/>
                <a:ext cx="169125" cy="68300"/>
              </a:xfrm>
              <a:custGeom>
                <a:rect b="b" l="l" r="r" t="t"/>
                <a:pathLst>
                  <a:path extrusionOk="0" h="2732" w="6765">
                    <a:moveTo>
                      <a:pt x="3520" y="1"/>
                    </a:moveTo>
                    <a:cubicBezTo>
                      <a:pt x="2537" y="1"/>
                      <a:pt x="1006" y="188"/>
                      <a:pt x="501" y="1288"/>
                    </a:cubicBezTo>
                    <a:cubicBezTo>
                      <a:pt x="0" y="2380"/>
                      <a:pt x="1282" y="2731"/>
                      <a:pt x="2639" y="2731"/>
                    </a:cubicBezTo>
                    <a:cubicBezTo>
                      <a:pt x="3354" y="2731"/>
                      <a:pt x="4091" y="2634"/>
                      <a:pt x="4598" y="2495"/>
                    </a:cubicBezTo>
                    <a:cubicBezTo>
                      <a:pt x="6068" y="2096"/>
                      <a:pt x="6765" y="315"/>
                      <a:pt x="4388" y="50"/>
                    </a:cubicBezTo>
                    <a:cubicBezTo>
                      <a:pt x="4388" y="50"/>
                      <a:pt x="4027" y="1"/>
                      <a:pt x="352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6"/>
              <p:cNvSpPr/>
              <p:nvPr/>
            </p:nvSpPr>
            <p:spPr>
              <a:xfrm>
                <a:off x="4748952" y="967607"/>
                <a:ext cx="392975" cy="176200"/>
              </a:xfrm>
              <a:custGeom>
                <a:rect b="b" l="l" r="r" t="t"/>
                <a:pathLst>
                  <a:path extrusionOk="0" h="7048" w="15719">
                    <a:moveTo>
                      <a:pt x="9557" y="1"/>
                    </a:moveTo>
                    <a:cubicBezTo>
                      <a:pt x="9303" y="1"/>
                      <a:pt x="9037" y="8"/>
                      <a:pt x="8759" y="23"/>
                    </a:cubicBezTo>
                    <a:cubicBezTo>
                      <a:pt x="8759" y="23"/>
                      <a:pt x="749" y="632"/>
                      <a:pt x="285" y="4143"/>
                    </a:cubicBezTo>
                    <a:cubicBezTo>
                      <a:pt x="0" y="6299"/>
                      <a:pt x="2337" y="7047"/>
                      <a:pt x="4905" y="7047"/>
                    </a:cubicBezTo>
                    <a:cubicBezTo>
                      <a:pt x="6521" y="7047"/>
                      <a:pt x="8228" y="6751"/>
                      <a:pt x="9432" y="6322"/>
                    </a:cubicBezTo>
                    <a:cubicBezTo>
                      <a:pt x="15083" y="4312"/>
                      <a:pt x="15719" y="1"/>
                      <a:pt x="955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3" name="Google Shape;173;p16"/>
            <p:cNvGrpSpPr/>
            <p:nvPr/>
          </p:nvGrpSpPr>
          <p:grpSpPr>
            <a:xfrm rot="-8336678">
              <a:off x="6730308" y="-792277"/>
              <a:ext cx="2830486" cy="1561755"/>
              <a:chOff x="4080475" y="247414"/>
              <a:chExt cx="1624600" cy="896393"/>
            </a:xfrm>
          </p:grpSpPr>
          <p:sp>
            <p:nvSpPr>
              <p:cNvPr id="174" name="Google Shape;174;p16"/>
              <p:cNvSpPr/>
              <p:nvPr/>
            </p:nvSpPr>
            <p:spPr>
              <a:xfrm>
                <a:off x="4080475" y="318675"/>
                <a:ext cx="1624600" cy="813150"/>
              </a:xfrm>
              <a:custGeom>
                <a:rect b="b" l="l" r="r" t="t"/>
                <a:pathLst>
                  <a:path extrusionOk="0" h="32526" w="64984">
                    <a:moveTo>
                      <a:pt x="40012" y="1"/>
                    </a:moveTo>
                    <a:cubicBezTo>
                      <a:pt x="36896" y="1"/>
                      <a:pt x="34164" y="1251"/>
                      <a:pt x="31547" y="2618"/>
                    </a:cubicBezTo>
                    <a:cubicBezTo>
                      <a:pt x="28443" y="4240"/>
                      <a:pt x="25967" y="6405"/>
                      <a:pt x="21456" y="6405"/>
                    </a:cubicBezTo>
                    <a:cubicBezTo>
                      <a:pt x="21245" y="6405"/>
                      <a:pt x="21028" y="6401"/>
                      <a:pt x="20808" y="6391"/>
                    </a:cubicBezTo>
                    <a:cubicBezTo>
                      <a:pt x="17708" y="6253"/>
                      <a:pt x="15532" y="5489"/>
                      <a:pt x="13201" y="5489"/>
                    </a:cubicBezTo>
                    <a:cubicBezTo>
                      <a:pt x="11827" y="5489"/>
                      <a:pt x="10399" y="5754"/>
                      <a:pt x="8696" y="6570"/>
                    </a:cubicBezTo>
                    <a:cubicBezTo>
                      <a:pt x="4193" y="8727"/>
                      <a:pt x="1761" y="12773"/>
                      <a:pt x="1198" y="17809"/>
                    </a:cubicBezTo>
                    <a:cubicBezTo>
                      <a:pt x="0" y="28497"/>
                      <a:pt x="8710" y="32526"/>
                      <a:pt x="15528" y="32526"/>
                    </a:cubicBezTo>
                    <a:cubicBezTo>
                      <a:pt x="18533" y="32526"/>
                      <a:pt x="21171" y="31743"/>
                      <a:pt x="22431" y="30403"/>
                    </a:cubicBezTo>
                    <a:cubicBezTo>
                      <a:pt x="28847" y="23583"/>
                      <a:pt x="27231" y="22950"/>
                      <a:pt x="37145" y="22950"/>
                    </a:cubicBezTo>
                    <a:cubicBezTo>
                      <a:pt x="39165" y="22950"/>
                      <a:pt x="41664" y="22976"/>
                      <a:pt x="44807" y="22981"/>
                    </a:cubicBezTo>
                    <a:cubicBezTo>
                      <a:pt x="44815" y="22981"/>
                      <a:pt x="44823" y="22981"/>
                      <a:pt x="44832" y="22981"/>
                    </a:cubicBezTo>
                    <a:cubicBezTo>
                      <a:pt x="56092" y="22981"/>
                      <a:pt x="64983" y="9600"/>
                      <a:pt x="45684" y="1143"/>
                    </a:cubicBezTo>
                    <a:cubicBezTo>
                      <a:pt x="44411" y="586"/>
                      <a:pt x="42899" y="259"/>
                      <a:pt x="41364" y="80"/>
                    </a:cubicBezTo>
                    <a:cubicBezTo>
                      <a:pt x="40905" y="26"/>
                      <a:pt x="40455" y="1"/>
                      <a:pt x="4001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6"/>
              <p:cNvSpPr/>
              <p:nvPr/>
            </p:nvSpPr>
            <p:spPr>
              <a:xfrm>
                <a:off x="4091959" y="247414"/>
                <a:ext cx="307425" cy="177775"/>
              </a:xfrm>
              <a:custGeom>
                <a:rect b="b" l="l" r="r" t="t"/>
                <a:pathLst>
                  <a:path extrusionOk="0" h="7111" w="12297">
                    <a:moveTo>
                      <a:pt x="7010" y="1"/>
                    </a:moveTo>
                    <a:cubicBezTo>
                      <a:pt x="6595" y="1"/>
                      <a:pt x="6149" y="29"/>
                      <a:pt x="5672" y="89"/>
                    </a:cubicBezTo>
                    <a:cubicBezTo>
                      <a:pt x="5672" y="89"/>
                      <a:pt x="1" y="943"/>
                      <a:pt x="363" y="4242"/>
                    </a:cubicBezTo>
                    <a:cubicBezTo>
                      <a:pt x="596" y="6359"/>
                      <a:pt x="2334" y="7110"/>
                      <a:pt x="4280" y="7110"/>
                    </a:cubicBezTo>
                    <a:cubicBezTo>
                      <a:pt x="6235" y="7110"/>
                      <a:pt x="8402" y="6352"/>
                      <a:pt x="9465" y="5459"/>
                    </a:cubicBezTo>
                    <a:cubicBezTo>
                      <a:pt x="12297" y="3081"/>
                      <a:pt x="11345" y="1"/>
                      <a:pt x="701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6"/>
              <p:cNvSpPr/>
              <p:nvPr/>
            </p:nvSpPr>
            <p:spPr>
              <a:xfrm>
                <a:off x="5479698" y="376858"/>
                <a:ext cx="169125" cy="68300"/>
              </a:xfrm>
              <a:custGeom>
                <a:rect b="b" l="l" r="r" t="t"/>
                <a:pathLst>
                  <a:path extrusionOk="0" h="2732" w="6765">
                    <a:moveTo>
                      <a:pt x="3520" y="1"/>
                    </a:moveTo>
                    <a:cubicBezTo>
                      <a:pt x="2537" y="1"/>
                      <a:pt x="1006" y="188"/>
                      <a:pt x="501" y="1288"/>
                    </a:cubicBezTo>
                    <a:cubicBezTo>
                      <a:pt x="0" y="2380"/>
                      <a:pt x="1282" y="2731"/>
                      <a:pt x="2639" y="2731"/>
                    </a:cubicBezTo>
                    <a:cubicBezTo>
                      <a:pt x="3354" y="2731"/>
                      <a:pt x="4091" y="2634"/>
                      <a:pt x="4598" y="2495"/>
                    </a:cubicBezTo>
                    <a:cubicBezTo>
                      <a:pt x="6068" y="2096"/>
                      <a:pt x="6765" y="315"/>
                      <a:pt x="4388" y="50"/>
                    </a:cubicBezTo>
                    <a:cubicBezTo>
                      <a:pt x="4388" y="50"/>
                      <a:pt x="4027" y="1"/>
                      <a:pt x="352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6"/>
              <p:cNvSpPr/>
              <p:nvPr/>
            </p:nvSpPr>
            <p:spPr>
              <a:xfrm>
                <a:off x="4748952" y="967607"/>
                <a:ext cx="392975" cy="176200"/>
              </a:xfrm>
              <a:custGeom>
                <a:rect b="b" l="l" r="r" t="t"/>
                <a:pathLst>
                  <a:path extrusionOk="0" h="7048" w="15719">
                    <a:moveTo>
                      <a:pt x="9557" y="1"/>
                    </a:moveTo>
                    <a:cubicBezTo>
                      <a:pt x="9303" y="1"/>
                      <a:pt x="9037" y="8"/>
                      <a:pt x="8759" y="23"/>
                    </a:cubicBezTo>
                    <a:cubicBezTo>
                      <a:pt x="8759" y="23"/>
                      <a:pt x="749" y="632"/>
                      <a:pt x="285" y="4143"/>
                    </a:cubicBezTo>
                    <a:cubicBezTo>
                      <a:pt x="0" y="6299"/>
                      <a:pt x="2337" y="7047"/>
                      <a:pt x="4905" y="7047"/>
                    </a:cubicBezTo>
                    <a:cubicBezTo>
                      <a:pt x="6521" y="7047"/>
                      <a:pt x="8228" y="6751"/>
                      <a:pt x="9432" y="6322"/>
                    </a:cubicBezTo>
                    <a:cubicBezTo>
                      <a:pt x="15083" y="4312"/>
                      <a:pt x="15719" y="1"/>
                      <a:pt x="955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78" name="Google Shape;178;p16"/>
          <p:cNvSpPr txBox="1"/>
          <p:nvPr>
            <p:ph type="title"/>
          </p:nvPr>
        </p:nvSpPr>
        <p:spPr>
          <a:xfrm>
            <a:off x="713475" y="463300"/>
            <a:ext cx="7717200" cy="5649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179" name="Google Shape;179;p16"/>
          <p:cNvSpPr txBox="1"/>
          <p:nvPr>
            <p:ph idx="1" type="subTitle"/>
          </p:nvPr>
        </p:nvSpPr>
        <p:spPr>
          <a:xfrm>
            <a:off x="713475" y="2167100"/>
            <a:ext cx="2321700" cy="15510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None/>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80" name="Google Shape;180;p16"/>
          <p:cNvSpPr txBox="1"/>
          <p:nvPr>
            <p:ph idx="2" type="subTitle"/>
          </p:nvPr>
        </p:nvSpPr>
        <p:spPr>
          <a:xfrm>
            <a:off x="6072677" y="2167100"/>
            <a:ext cx="2321700" cy="15510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None/>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81" name="Google Shape;181;p16"/>
          <p:cNvSpPr txBox="1"/>
          <p:nvPr>
            <p:ph idx="3" type="subTitle"/>
          </p:nvPr>
        </p:nvSpPr>
        <p:spPr>
          <a:xfrm>
            <a:off x="713475" y="1875175"/>
            <a:ext cx="2321700" cy="420000"/>
          </a:xfrm>
          <a:prstGeom prst="rect">
            <a:avLst/>
          </a:prstGeom>
        </p:spPr>
        <p:txBody>
          <a:bodyPr anchorCtr="0" anchor="b" bIns="91425" lIns="91425" spcFirstLastPara="1" rIns="91425" wrap="square" tIns="91425">
            <a:noAutofit/>
          </a:bodyPr>
          <a:lstStyle>
            <a:lvl1pPr lvl="0" rtl="0">
              <a:spcBef>
                <a:spcPts val="0"/>
              </a:spcBef>
              <a:spcAft>
                <a:spcPts val="0"/>
              </a:spcAft>
              <a:buSzPts val="1900"/>
              <a:buFont typeface="Lexend Deca"/>
              <a:buNone/>
              <a:defRPr b="1" sz="1900">
                <a:latin typeface="Lexend Deca"/>
                <a:ea typeface="Lexend Deca"/>
                <a:cs typeface="Lexend Deca"/>
                <a:sym typeface="Lexend Deca"/>
              </a:defRPr>
            </a:lvl1pPr>
            <a:lvl2pPr lvl="1" rtl="0">
              <a:spcBef>
                <a:spcPts val="0"/>
              </a:spcBef>
              <a:spcAft>
                <a:spcPts val="0"/>
              </a:spcAft>
              <a:buSzPts val="1900"/>
              <a:buFont typeface="Lexend Deca"/>
              <a:buNone/>
              <a:defRPr b="1" sz="1900">
                <a:latin typeface="Lexend Deca"/>
                <a:ea typeface="Lexend Deca"/>
                <a:cs typeface="Lexend Deca"/>
                <a:sym typeface="Lexend Deca"/>
              </a:defRPr>
            </a:lvl2pPr>
            <a:lvl3pPr lvl="2" rtl="0">
              <a:spcBef>
                <a:spcPts val="0"/>
              </a:spcBef>
              <a:spcAft>
                <a:spcPts val="0"/>
              </a:spcAft>
              <a:buSzPts val="1900"/>
              <a:buFont typeface="Lexend Deca"/>
              <a:buNone/>
              <a:defRPr b="1" sz="1900">
                <a:latin typeface="Lexend Deca"/>
                <a:ea typeface="Lexend Deca"/>
                <a:cs typeface="Lexend Deca"/>
                <a:sym typeface="Lexend Deca"/>
              </a:defRPr>
            </a:lvl3pPr>
            <a:lvl4pPr lvl="3" rtl="0">
              <a:spcBef>
                <a:spcPts val="0"/>
              </a:spcBef>
              <a:spcAft>
                <a:spcPts val="0"/>
              </a:spcAft>
              <a:buSzPts val="1900"/>
              <a:buFont typeface="Lexend Deca"/>
              <a:buNone/>
              <a:defRPr b="1" sz="1900">
                <a:latin typeface="Lexend Deca"/>
                <a:ea typeface="Lexend Deca"/>
                <a:cs typeface="Lexend Deca"/>
                <a:sym typeface="Lexend Deca"/>
              </a:defRPr>
            </a:lvl4pPr>
            <a:lvl5pPr lvl="4" rtl="0">
              <a:spcBef>
                <a:spcPts val="0"/>
              </a:spcBef>
              <a:spcAft>
                <a:spcPts val="0"/>
              </a:spcAft>
              <a:buSzPts val="1900"/>
              <a:buFont typeface="Lexend Deca"/>
              <a:buNone/>
              <a:defRPr b="1" sz="1900">
                <a:latin typeface="Lexend Deca"/>
                <a:ea typeface="Lexend Deca"/>
                <a:cs typeface="Lexend Deca"/>
                <a:sym typeface="Lexend Deca"/>
              </a:defRPr>
            </a:lvl5pPr>
            <a:lvl6pPr lvl="5" rtl="0">
              <a:spcBef>
                <a:spcPts val="0"/>
              </a:spcBef>
              <a:spcAft>
                <a:spcPts val="0"/>
              </a:spcAft>
              <a:buSzPts val="1900"/>
              <a:buFont typeface="Lexend Deca"/>
              <a:buNone/>
              <a:defRPr b="1" sz="1900">
                <a:latin typeface="Lexend Deca"/>
                <a:ea typeface="Lexend Deca"/>
                <a:cs typeface="Lexend Deca"/>
                <a:sym typeface="Lexend Deca"/>
              </a:defRPr>
            </a:lvl6pPr>
            <a:lvl7pPr lvl="6" rtl="0">
              <a:spcBef>
                <a:spcPts val="0"/>
              </a:spcBef>
              <a:spcAft>
                <a:spcPts val="0"/>
              </a:spcAft>
              <a:buSzPts val="1900"/>
              <a:buFont typeface="Lexend Deca"/>
              <a:buNone/>
              <a:defRPr b="1" sz="1900">
                <a:latin typeface="Lexend Deca"/>
                <a:ea typeface="Lexend Deca"/>
                <a:cs typeface="Lexend Deca"/>
                <a:sym typeface="Lexend Deca"/>
              </a:defRPr>
            </a:lvl7pPr>
            <a:lvl8pPr lvl="7" rtl="0">
              <a:spcBef>
                <a:spcPts val="0"/>
              </a:spcBef>
              <a:spcAft>
                <a:spcPts val="0"/>
              </a:spcAft>
              <a:buSzPts val="1900"/>
              <a:buFont typeface="Lexend Deca"/>
              <a:buNone/>
              <a:defRPr b="1" sz="1900">
                <a:latin typeface="Lexend Deca"/>
                <a:ea typeface="Lexend Deca"/>
                <a:cs typeface="Lexend Deca"/>
                <a:sym typeface="Lexend Deca"/>
              </a:defRPr>
            </a:lvl8pPr>
            <a:lvl9pPr lvl="8" rtl="0">
              <a:spcBef>
                <a:spcPts val="0"/>
              </a:spcBef>
              <a:spcAft>
                <a:spcPts val="0"/>
              </a:spcAft>
              <a:buSzPts val="1900"/>
              <a:buFont typeface="Lexend Deca"/>
              <a:buNone/>
              <a:defRPr b="1" sz="1900">
                <a:latin typeface="Lexend Deca"/>
                <a:ea typeface="Lexend Deca"/>
                <a:cs typeface="Lexend Deca"/>
                <a:sym typeface="Lexend Deca"/>
              </a:defRPr>
            </a:lvl9pPr>
          </a:lstStyle>
          <a:p/>
        </p:txBody>
      </p:sp>
      <p:sp>
        <p:nvSpPr>
          <p:cNvPr id="182" name="Google Shape;182;p16"/>
          <p:cNvSpPr txBox="1"/>
          <p:nvPr>
            <p:ph idx="4" type="subTitle"/>
          </p:nvPr>
        </p:nvSpPr>
        <p:spPr>
          <a:xfrm>
            <a:off x="6072676" y="1875175"/>
            <a:ext cx="2321700" cy="420000"/>
          </a:xfrm>
          <a:prstGeom prst="rect">
            <a:avLst/>
          </a:prstGeom>
        </p:spPr>
        <p:txBody>
          <a:bodyPr anchorCtr="0" anchor="b" bIns="91425" lIns="91425" spcFirstLastPara="1" rIns="91425" wrap="square" tIns="91425">
            <a:noAutofit/>
          </a:bodyPr>
          <a:lstStyle>
            <a:lvl1pPr lvl="0" rtl="0">
              <a:spcBef>
                <a:spcPts val="0"/>
              </a:spcBef>
              <a:spcAft>
                <a:spcPts val="0"/>
              </a:spcAft>
              <a:buSzPts val="1900"/>
              <a:buFont typeface="Lexend Deca"/>
              <a:buNone/>
              <a:defRPr b="1" sz="1900">
                <a:latin typeface="Lexend Deca"/>
                <a:ea typeface="Lexend Deca"/>
                <a:cs typeface="Lexend Deca"/>
                <a:sym typeface="Lexend Deca"/>
              </a:defRPr>
            </a:lvl1pPr>
            <a:lvl2pPr lvl="1" rtl="0">
              <a:spcBef>
                <a:spcPts val="0"/>
              </a:spcBef>
              <a:spcAft>
                <a:spcPts val="0"/>
              </a:spcAft>
              <a:buSzPts val="1900"/>
              <a:buFont typeface="Lexend Deca"/>
              <a:buNone/>
              <a:defRPr b="1" sz="1900">
                <a:latin typeface="Lexend Deca"/>
                <a:ea typeface="Lexend Deca"/>
                <a:cs typeface="Lexend Deca"/>
                <a:sym typeface="Lexend Deca"/>
              </a:defRPr>
            </a:lvl2pPr>
            <a:lvl3pPr lvl="2" rtl="0">
              <a:spcBef>
                <a:spcPts val="0"/>
              </a:spcBef>
              <a:spcAft>
                <a:spcPts val="0"/>
              </a:spcAft>
              <a:buSzPts val="1900"/>
              <a:buFont typeface="Lexend Deca"/>
              <a:buNone/>
              <a:defRPr b="1" sz="1900">
                <a:latin typeface="Lexend Deca"/>
                <a:ea typeface="Lexend Deca"/>
                <a:cs typeface="Lexend Deca"/>
                <a:sym typeface="Lexend Deca"/>
              </a:defRPr>
            </a:lvl3pPr>
            <a:lvl4pPr lvl="3" rtl="0">
              <a:spcBef>
                <a:spcPts val="0"/>
              </a:spcBef>
              <a:spcAft>
                <a:spcPts val="0"/>
              </a:spcAft>
              <a:buSzPts val="1900"/>
              <a:buFont typeface="Lexend Deca"/>
              <a:buNone/>
              <a:defRPr b="1" sz="1900">
                <a:latin typeface="Lexend Deca"/>
                <a:ea typeface="Lexend Deca"/>
                <a:cs typeface="Lexend Deca"/>
                <a:sym typeface="Lexend Deca"/>
              </a:defRPr>
            </a:lvl4pPr>
            <a:lvl5pPr lvl="4" rtl="0">
              <a:spcBef>
                <a:spcPts val="0"/>
              </a:spcBef>
              <a:spcAft>
                <a:spcPts val="0"/>
              </a:spcAft>
              <a:buSzPts val="1900"/>
              <a:buFont typeface="Lexend Deca"/>
              <a:buNone/>
              <a:defRPr b="1" sz="1900">
                <a:latin typeface="Lexend Deca"/>
                <a:ea typeface="Lexend Deca"/>
                <a:cs typeface="Lexend Deca"/>
                <a:sym typeface="Lexend Deca"/>
              </a:defRPr>
            </a:lvl5pPr>
            <a:lvl6pPr lvl="5" rtl="0">
              <a:spcBef>
                <a:spcPts val="0"/>
              </a:spcBef>
              <a:spcAft>
                <a:spcPts val="0"/>
              </a:spcAft>
              <a:buSzPts val="1900"/>
              <a:buFont typeface="Lexend Deca"/>
              <a:buNone/>
              <a:defRPr b="1" sz="1900">
                <a:latin typeface="Lexend Deca"/>
                <a:ea typeface="Lexend Deca"/>
                <a:cs typeface="Lexend Deca"/>
                <a:sym typeface="Lexend Deca"/>
              </a:defRPr>
            </a:lvl6pPr>
            <a:lvl7pPr lvl="6" rtl="0">
              <a:spcBef>
                <a:spcPts val="0"/>
              </a:spcBef>
              <a:spcAft>
                <a:spcPts val="0"/>
              </a:spcAft>
              <a:buSzPts val="1900"/>
              <a:buFont typeface="Lexend Deca"/>
              <a:buNone/>
              <a:defRPr b="1" sz="1900">
                <a:latin typeface="Lexend Deca"/>
                <a:ea typeface="Lexend Deca"/>
                <a:cs typeface="Lexend Deca"/>
                <a:sym typeface="Lexend Deca"/>
              </a:defRPr>
            </a:lvl7pPr>
            <a:lvl8pPr lvl="7" rtl="0">
              <a:spcBef>
                <a:spcPts val="0"/>
              </a:spcBef>
              <a:spcAft>
                <a:spcPts val="0"/>
              </a:spcAft>
              <a:buSzPts val="1900"/>
              <a:buFont typeface="Lexend Deca"/>
              <a:buNone/>
              <a:defRPr b="1" sz="1900">
                <a:latin typeface="Lexend Deca"/>
                <a:ea typeface="Lexend Deca"/>
                <a:cs typeface="Lexend Deca"/>
                <a:sym typeface="Lexend Deca"/>
              </a:defRPr>
            </a:lvl8pPr>
            <a:lvl9pPr lvl="8" rtl="0">
              <a:spcBef>
                <a:spcPts val="0"/>
              </a:spcBef>
              <a:spcAft>
                <a:spcPts val="0"/>
              </a:spcAft>
              <a:buSzPts val="1900"/>
              <a:buFont typeface="Lexend Deca"/>
              <a:buNone/>
              <a:defRPr b="1" sz="1900">
                <a:latin typeface="Lexend Deca"/>
                <a:ea typeface="Lexend Deca"/>
                <a:cs typeface="Lexend Deca"/>
                <a:sym typeface="Lexend Deca"/>
              </a:defRPr>
            </a:lvl9pPr>
          </a:lstStyle>
          <a:p/>
        </p:txBody>
      </p:sp>
      <p:sp>
        <p:nvSpPr>
          <p:cNvPr id="183" name="Google Shape;183;p16"/>
          <p:cNvSpPr txBox="1"/>
          <p:nvPr>
            <p:ph idx="5" type="subTitle"/>
          </p:nvPr>
        </p:nvSpPr>
        <p:spPr>
          <a:xfrm>
            <a:off x="3393076" y="2167250"/>
            <a:ext cx="2321700" cy="15510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None/>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84" name="Google Shape;184;p16"/>
          <p:cNvSpPr txBox="1"/>
          <p:nvPr>
            <p:ph idx="6" type="subTitle"/>
          </p:nvPr>
        </p:nvSpPr>
        <p:spPr>
          <a:xfrm>
            <a:off x="3392941" y="1875175"/>
            <a:ext cx="2321700" cy="420000"/>
          </a:xfrm>
          <a:prstGeom prst="rect">
            <a:avLst/>
          </a:prstGeom>
        </p:spPr>
        <p:txBody>
          <a:bodyPr anchorCtr="0" anchor="b" bIns="91425" lIns="91425" spcFirstLastPara="1" rIns="91425" wrap="square" tIns="91425">
            <a:noAutofit/>
          </a:bodyPr>
          <a:lstStyle>
            <a:lvl1pPr lvl="0" rtl="0">
              <a:spcBef>
                <a:spcPts val="0"/>
              </a:spcBef>
              <a:spcAft>
                <a:spcPts val="0"/>
              </a:spcAft>
              <a:buSzPts val="1900"/>
              <a:buFont typeface="Lexend Deca"/>
              <a:buNone/>
              <a:defRPr b="1" sz="1900">
                <a:latin typeface="Lexend Deca"/>
                <a:ea typeface="Lexend Deca"/>
                <a:cs typeface="Lexend Deca"/>
                <a:sym typeface="Lexend Deca"/>
              </a:defRPr>
            </a:lvl1pPr>
            <a:lvl2pPr lvl="1" rtl="0">
              <a:spcBef>
                <a:spcPts val="0"/>
              </a:spcBef>
              <a:spcAft>
                <a:spcPts val="0"/>
              </a:spcAft>
              <a:buSzPts val="1900"/>
              <a:buFont typeface="Lexend Deca"/>
              <a:buNone/>
              <a:defRPr b="1" sz="1900">
                <a:latin typeface="Lexend Deca"/>
                <a:ea typeface="Lexend Deca"/>
                <a:cs typeface="Lexend Deca"/>
                <a:sym typeface="Lexend Deca"/>
              </a:defRPr>
            </a:lvl2pPr>
            <a:lvl3pPr lvl="2" rtl="0">
              <a:spcBef>
                <a:spcPts val="0"/>
              </a:spcBef>
              <a:spcAft>
                <a:spcPts val="0"/>
              </a:spcAft>
              <a:buSzPts val="1900"/>
              <a:buFont typeface="Lexend Deca"/>
              <a:buNone/>
              <a:defRPr b="1" sz="1900">
                <a:latin typeface="Lexend Deca"/>
                <a:ea typeface="Lexend Deca"/>
                <a:cs typeface="Lexend Deca"/>
                <a:sym typeface="Lexend Deca"/>
              </a:defRPr>
            </a:lvl3pPr>
            <a:lvl4pPr lvl="3" rtl="0">
              <a:spcBef>
                <a:spcPts val="0"/>
              </a:spcBef>
              <a:spcAft>
                <a:spcPts val="0"/>
              </a:spcAft>
              <a:buSzPts val="1900"/>
              <a:buFont typeface="Lexend Deca"/>
              <a:buNone/>
              <a:defRPr b="1" sz="1900">
                <a:latin typeface="Lexend Deca"/>
                <a:ea typeface="Lexend Deca"/>
                <a:cs typeface="Lexend Deca"/>
                <a:sym typeface="Lexend Deca"/>
              </a:defRPr>
            </a:lvl4pPr>
            <a:lvl5pPr lvl="4" rtl="0">
              <a:spcBef>
                <a:spcPts val="0"/>
              </a:spcBef>
              <a:spcAft>
                <a:spcPts val="0"/>
              </a:spcAft>
              <a:buSzPts val="1900"/>
              <a:buFont typeface="Lexend Deca"/>
              <a:buNone/>
              <a:defRPr b="1" sz="1900">
                <a:latin typeface="Lexend Deca"/>
                <a:ea typeface="Lexend Deca"/>
                <a:cs typeface="Lexend Deca"/>
                <a:sym typeface="Lexend Deca"/>
              </a:defRPr>
            </a:lvl5pPr>
            <a:lvl6pPr lvl="5" rtl="0">
              <a:spcBef>
                <a:spcPts val="0"/>
              </a:spcBef>
              <a:spcAft>
                <a:spcPts val="0"/>
              </a:spcAft>
              <a:buSzPts val="1900"/>
              <a:buFont typeface="Lexend Deca"/>
              <a:buNone/>
              <a:defRPr b="1" sz="1900">
                <a:latin typeface="Lexend Deca"/>
                <a:ea typeface="Lexend Deca"/>
                <a:cs typeface="Lexend Deca"/>
                <a:sym typeface="Lexend Deca"/>
              </a:defRPr>
            </a:lvl6pPr>
            <a:lvl7pPr lvl="6" rtl="0">
              <a:spcBef>
                <a:spcPts val="0"/>
              </a:spcBef>
              <a:spcAft>
                <a:spcPts val="0"/>
              </a:spcAft>
              <a:buSzPts val="1900"/>
              <a:buFont typeface="Lexend Deca"/>
              <a:buNone/>
              <a:defRPr b="1" sz="1900">
                <a:latin typeface="Lexend Deca"/>
                <a:ea typeface="Lexend Deca"/>
                <a:cs typeface="Lexend Deca"/>
                <a:sym typeface="Lexend Deca"/>
              </a:defRPr>
            </a:lvl7pPr>
            <a:lvl8pPr lvl="7" rtl="0">
              <a:spcBef>
                <a:spcPts val="0"/>
              </a:spcBef>
              <a:spcAft>
                <a:spcPts val="0"/>
              </a:spcAft>
              <a:buSzPts val="1900"/>
              <a:buFont typeface="Lexend Deca"/>
              <a:buNone/>
              <a:defRPr b="1" sz="1900">
                <a:latin typeface="Lexend Deca"/>
                <a:ea typeface="Lexend Deca"/>
                <a:cs typeface="Lexend Deca"/>
                <a:sym typeface="Lexend Deca"/>
              </a:defRPr>
            </a:lvl8pPr>
            <a:lvl9pPr lvl="8" rtl="0">
              <a:spcBef>
                <a:spcPts val="0"/>
              </a:spcBef>
              <a:spcAft>
                <a:spcPts val="0"/>
              </a:spcAft>
              <a:buSzPts val="1900"/>
              <a:buFont typeface="Lexend Deca"/>
              <a:buNone/>
              <a:defRPr b="1" sz="1900">
                <a:latin typeface="Lexend Deca"/>
                <a:ea typeface="Lexend Deca"/>
                <a:cs typeface="Lexend Deca"/>
                <a:sym typeface="Lexend Deca"/>
              </a:defRPr>
            </a:lvl9pPr>
          </a:lstStyle>
          <a:p/>
        </p:txBody>
      </p:sp>
      <p:grpSp>
        <p:nvGrpSpPr>
          <p:cNvPr id="185" name="Google Shape;185;p16"/>
          <p:cNvGrpSpPr/>
          <p:nvPr/>
        </p:nvGrpSpPr>
        <p:grpSpPr>
          <a:xfrm>
            <a:off x="-75" y="-2325"/>
            <a:ext cx="9144150" cy="5145825"/>
            <a:chOff x="0" y="-2325"/>
            <a:chExt cx="9144150" cy="5145825"/>
          </a:xfrm>
        </p:grpSpPr>
        <p:sp>
          <p:nvSpPr>
            <p:cNvPr id="186" name="Google Shape;186;p16"/>
            <p:cNvSpPr/>
            <p:nvPr/>
          </p:nvSpPr>
          <p:spPr>
            <a:xfrm>
              <a:off x="0" y="0"/>
              <a:ext cx="9144000" cy="5143500"/>
            </a:xfrm>
            <a:prstGeom prst="frame">
              <a:avLst>
                <a:gd fmla="val 408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6">
              <a:hlinkClick action="ppaction://hlinkshowjump?jump=nextslide"/>
            </p:cNvPr>
            <p:cNvSpPr/>
            <p:nvPr/>
          </p:nvSpPr>
          <p:spPr>
            <a:xfrm>
              <a:off x="8562150" y="-2325"/>
              <a:ext cx="58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TITLE_AND_TWO_COLUMNS_1_1">
    <p:spTree>
      <p:nvGrpSpPr>
        <p:cNvPr id="188" name="Shape 188"/>
        <p:cNvGrpSpPr/>
        <p:nvPr/>
      </p:nvGrpSpPr>
      <p:grpSpPr>
        <a:xfrm>
          <a:off x="0" y="0"/>
          <a:ext cx="0" cy="0"/>
          <a:chOff x="0" y="0"/>
          <a:chExt cx="0" cy="0"/>
        </a:xfrm>
      </p:grpSpPr>
      <p:grpSp>
        <p:nvGrpSpPr>
          <p:cNvPr id="189" name="Google Shape;189;p17"/>
          <p:cNvGrpSpPr/>
          <p:nvPr/>
        </p:nvGrpSpPr>
        <p:grpSpPr>
          <a:xfrm flipH="1" rot="5400000">
            <a:off x="-145074" y="406783"/>
            <a:ext cx="1323149" cy="876947"/>
            <a:chOff x="8268937" y="3885548"/>
            <a:chExt cx="1323149" cy="876947"/>
          </a:xfrm>
        </p:grpSpPr>
        <p:sp>
          <p:nvSpPr>
            <p:cNvPr id="190" name="Google Shape;190;p17"/>
            <p:cNvSpPr/>
            <p:nvPr/>
          </p:nvSpPr>
          <p:spPr>
            <a:xfrm rot="233031">
              <a:off x="8278719" y="4261998"/>
              <a:ext cx="530574" cy="306815"/>
            </a:xfrm>
            <a:custGeom>
              <a:rect b="b" l="l" r="r" t="t"/>
              <a:pathLst>
                <a:path extrusionOk="0" h="7111" w="12297">
                  <a:moveTo>
                    <a:pt x="7010" y="1"/>
                  </a:moveTo>
                  <a:cubicBezTo>
                    <a:pt x="6595" y="1"/>
                    <a:pt x="6149" y="29"/>
                    <a:pt x="5672" y="89"/>
                  </a:cubicBezTo>
                  <a:cubicBezTo>
                    <a:pt x="5672" y="89"/>
                    <a:pt x="1" y="943"/>
                    <a:pt x="363" y="4242"/>
                  </a:cubicBezTo>
                  <a:cubicBezTo>
                    <a:pt x="596" y="6359"/>
                    <a:pt x="2334" y="7110"/>
                    <a:pt x="4280" y="7110"/>
                  </a:cubicBezTo>
                  <a:cubicBezTo>
                    <a:pt x="6235" y="7110"/>
                    <a:pt x="8402" y="6352"/>
                    <a:pt x="9465" y="5459"/>
                  </a:cubicBezTo>
                  <a:cubicBezTo>
                    <a:pt x="12297" y="3081"/>
                    <a:pt x="11345" y="1"/>
                    <a:pt x="701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7"/>
            <p:cNvSpPr/>
            <p:nvPr/>
          </p:nvSpPr>
          <p:spPr>
            <a:xfrm rot="-5400000">
              <a:off x="9329755" y="3996950"/>
              <a:ext cx="373732" cy="150929"/>
            </a:xfrm>
            <a:custGeom>
              <a:rect b="b" l="l" r="r" t="t"/>
              <a:pathLst>
                <a:path extrusionOk="0" h="2732" w="6765">
                  <a:moveTo>
                    <a:pt x="3520" y="1"/>
                  </a:moveTo>
                  <a:cubicBezTo>
                    <a:pt x="2537" y="1"/>
                    <a:pt x="1006" y="188"/>
                    <a:pt x="501" y="1288"/>
                  </a:cubicBezTo>
                  <a:cubicBezTo>
                    <a:pt x="0" y="2380"/>
                    <a:pt x="1282" y="2731"/>
                    <a:pt x="2639" y="2731"/>
                  </a:cubicBezTo>
                  <a:cubicBezTo>
                    <a:pt x="3354" y="2731"/>
                    <a:pt x="4091" y="2634"/>
                    <a:pt x="4598" y="2495"/>
                  </a:cubicBezTo>
                  <a:cubicBezTo>
                    <a:pt x="6068" y="2096"/>
                    <a:pt x="6765" y="315"/>
                    <a:pt x="4388" y="50"/>
                  </a:cubicBezTo>
                  <a:cubicBezTo>
                    <a:pt x="4388" y="50"/>
                    <a:pt x="4027" y="1"/>
                    <a:pt x="352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7"/>
            <p:cNvSpPr/>
            <p:nvPr/>
          </p:nvSpPr>
          <p:spPr>
            <a:xfrm>
              <a:off x="8638043" y="4268272"/>
              <a:ext cx="868357" cy="494223"/>
            </a:xfrm>
            <a:custGeom>
              <a:rect b="b" l="l" r="r" t="t"/>
              <a:pathLst>
                <a:path extrusionOk="0" h="7048" w="15719">
                  <a:moveTo>
                    <a:pt x="9557" y="1"/>
                  </a:moveTo>
                  <a:cubicBezTo>
                    <a:pt x="9303" y="1"/>
                    <a:pt x="9037" y="8"/>
                    <a:pt x="8759" y="23"/>
                  </a:cubicBezTo>
                  <a:cubicBezTo>
                    <a:pt x="8759" y="23"/>
                    <a:pt x="749" y="632"/>
                    <a:pt x="285" y="4143"/>
                  </a:cubicBezTo>
                  <a:cubicBezTo>
                    <a:pt x="0" y="6299"/>
                    <a:pt x="2337" y="7047"/>
                    <a:pt x="4905" y="7047"/>
                  </a:cubicBezTo>
                  <a:cubicBezTo>
                    <a:pt x="6521" y="7047"/>
                    <a:pt x="8228" y="6751"/>
                    <a:pt x="9432" y="6322"/>
                  </a:cubicBezTo>
                  <a:cubicBezTo>
                    <a:pt x="15083" y="4312"/>
                    <a:pt x="15719" y="1"/>
                    <a:pt x="955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3" name="Google Shape;193;p17"/>
          <p:cNvSpPr txBox="1"/>
          <p:nvPr>
            <p:ph type="title"/>
          </p:nvPr>
        </p:nvSpPr>
        <p:spPr>
          <a:xfrm>
            <a:off x="713475" y="463300"/>
            <a:ext cx="7717200" cy="5649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194" name="Google Shape;194;p17"/>
          <p:cNvSpPr txBox="1"/>
          <p:nvPr>
            <p:ph idx="1" type="subTitle"/>
          </p:nvPr>
        </p:nvSpPr>
        <p:spPr>
          <a:xfrm>
            <a:off x="1051762" y="1727124"/>
            <a:ext cx="3017400" cy="10974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None/>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95" name="Google Shape;195;p17"/>
          <p:cNvSpPr txBox="1"/>
          <p:nvPr>
            <p:ph idx="2" type="subTitle"/>
          </p:nvPr>
        </p:nvSpPr>
        <p:spPr>
          <a:xfrm>
            <a:off x="5074837" y="1727124"/>
            <a:ext cx="3017400" cy="10974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None/>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96" name="Google Shape;196;p17"/>
          <p:cNvSpPr txBox="1"/>
          <p:nvPr>
            <p:ph idx="3" type="subTitle"/>
          </p:nvPr>
        </p:nvSpPr>
        <p:spPr>
          <a:xfrm>
            <a:off x="1051762" y="1424500"/>
            <a:ext cx="3017400" cy="371400"/>
          </a:xfrm>
          <a:prstGeom prst="rect">
            <a:avLst/>
          </a:prstGeom>
        </p:spPr>
        <p:txBody>
          <a:bodyPr anchorCtr="0" anchor="b" bIns="91425" lIns="91425" spcFirstLastPara="1" rIns="91425" wrap="square" tIns="91425">
            <a:noAutofit/>
          </a:bodyPr>
          <a:lstStyle>
            <a:lvl1pPr lvl="0" rtl="0">
              <a:spcBef>
                <a:spcPts val="0"/>
              </a:spcBef>
              <a:spcAft>
                <a:spcPts val="0"/>
              </a:spcAft>
              <a:buSzPts val="1900"/>
              <a:buFont typeface="Lexend Deca"/>
              <a:buNone/>
              <a:defRPr b="1" sz="1900">
                <a:latin typeface="Lexend Deca"/>
                <a:ea typeface="Lexend Deca"/>
                <a:cs typeface="Lexend Deca"/>
                <a:sym typeface="Lexend Deca"/>
              </a:defRPr>
            </a:lvl1pPr>
            <a:lvl2pPr lvl="1" rtl="0">
              <a:spcBef>
                <a:spcPts val="0"/>
              </a:spcBef>
              <a:spcAft>
                <a:spcPts val="0"/>
              </a:spcAft>
              <a:buSzPts val="1900"/>
              <a:buFont typeface="Lexend Deca"/>
              <a:buNone/>
              <a:defRPr b="1" sz="1900">
                <a:latin typeface="Lexend Deca"/>
                <a:ea typeface="Lexend Deca"/>
                <a:cs typeface="Lexend Deca"/>
                <a:sym typeface="Lexend Deca"/>
              </a:defRPr>
            </a:lvl2pPr>
            <a:lvl3pPr lvl="2" rtl="0">
              <a:spcBef>
                <a:spcPts val="0"/>
              </a:spcBef>
              <a:spcAft>
                <a:spcPts val="0"/>
              </a:spcAft>
              <a:buSzPts val="1900"/>
              <a:buFont typeface="Lexend Deca"/>
              <a:buNone/>
              <a:defRPr b="1" sz="1900">
                <a:latin typeface="Lexend Deca"/>
                <a:ea typeface="Lexend Deca"/>
                <a:cs typeface="Lexend Deca"/>
                <a:sym typeface="Lexend Deca"/>
              </a:defRPr>
            </a:lvl3pPr>
            <a:lvl4pPr lvl="3" rtl="0">
              <a:spcBef>
                <a:spcPts val="0"/>
              </a:spcBef>
              <a:spcAft>
                <a:spcPts val="0"/>
              </a:spcAft>
              <a:buSzPts val="1900"/>
              <a:buFont typeface="Lexend Deca"/>
              <a:buNone/>
              <a:defRPr b="1" sz="1900">
                <a:latin typeface="Lexend Deca"/>
                <a:ea typeface="Lexend Deca"/>
                <a:cs typeface="Lexend Deca"/>
                <a:sym typeface="Lexend Deca"/>
              </a:defRPr>
            </a:lvl4pPr>
            <a:lvl5pPr lvl="4" rtl="0">
              <a:spcBef>
                <a:spcPts val="0"/>
              </a:spcBef>
              <a:spcAft>
                <a:spcPts val="0"/>
              </a:spcAft>
              <a:buSzPts val="1900"/>
              <a:buFont typeface="Lexend Deca"/>
              <a:buNone/>
              <a:defRPr b="1" sz="1900">
                <a:latin typeface="Lexend Deca"/>
                <a:ea typeface="Lexend Deca"/>
                <a:cs typeface="Lexend Deca"/>
                <a:sym typeface="Lexend Deca"/>
              </a:defRPr>
            </a:lvl5pPr>
            <a:lvl6pPr lvl="5" rtl="0">
              <a:spcBef>
                <a:spcPts val="0"/>
              </a:spcBef>
              <a:spcAft>
                <a:spcPts val="0"/>
              </a:spcAft>
              <a:buSzPts val="1900"/>
              <a:buFont typeface="Lexend Deca"/>
              <a:buNone/>
              <a:defRPr b="1" sz="1900">
                <a:latin typeface="Lexend Deca"/>
                <a:ea typeface="Lexend Deca"/>
                <a:cs typeface="Lexend Deca"/>
                <a:sym typeface="Lexend Deca"/>
              </a:defRPr>
            </a:lvl6pPr>
            <a:lvl7pPr lvl="6" rtl="0">
              <a:spcBef>
                <a:spcPts val="0"/>
              </a:spcBef>
              <a:spcAft>
                <a:spcPts val="0"/>
              </a:spcAft>
              <a:buSzPts val="1900"/>
              <a:buFont typeface="Lexend Deca"/>
              <a:buNone/>
              <a:defRPr b="1" sz="1900">
                <a:latin typeface="Lexend Deca"/>
                <a:ea typeface="Lexend Deca"/>
                <a:cs typeface="Lexend Deca"/>
                <a:sym typeface="Lexend Deca"/>
              </a:defRPr>
            </a:lvl7pPr>
            <a:lvl8pPr lvl="7" rtl="0">
              <a:spcBef>
                <a:spcPts val="0"/>
              </a:spcBef>
              <a:spcAft>
                <a:spcPts val="0"/>
              </a:spcAft>
              <a:buSzPts val="1900"/>
              <a:buFont typeface="Lexend Deca"/>
              <a:buNone/>
              <a:defRPr b="1" sz="1900">
                <a:latin typeface="Lexend Deca"/>
                <a:ea typeface="Lexend Deca"/>
                <a:cs typeface="Lexend Deca"/>
                <a:sym typeface="Lexend Deca"/>
              </a:defRPr>
            </a:lvl8pPr>
            <a:lvl9pPr lvl="8" rtl="0">
              <a:spcBef>
                <a:spcPts val="0"/>
              </a:spcBef>
              <a:spcAft>
                <a:spcPts val="0"/>
              </a:spcAft>
              <a:buSzPts val="1900"/>
              <a:buFont typeface="Lexend Deca"/>
              <a:buNone/>
              <a:defRPr b="1" sz="1900">
                <a:latin typeface="Lexend Deca"/>
                <a:ea typeface="Lexend Deca"/>
                <a:cs typeface="Lexend Deca"/>
                <a:sym typeface="Lexend Deca"/>
              </a:defRPr>
            </a:lvl9pPr>
          </a:lstStyle>
          <a:p/>
        </p:txBody>
      </p:sp>
      <p:sp>
        <p:nvSpPr>
          <p:cNvPr id="197" name="Google Shape;197;p17"/>
          <p:cNvSpPr txBox="1"/>
          <p:nvPr>
            <p:ph idx="4" type="subTitle"/>
          </p:nvPr>
        </p:nvSpPr>
        <p:spPr>
          <a:xfrm>
            <a:off x="5074838" y="1424500"/>
            <a:ext cx="3017400" cy="371400"/>
          </a:xfrm>
          <a:prstGeom prst="rect">
            <a:avLst/>
          </a:prstGeom>
        </p:spPr>
        <p:txBody>
          <a:bodyPr anchorCtr="0" anchor="b" bIns="91425" lIns="91425" spcFirstLastPara="1" rIns="91425" wrap="square" tIns="91425">
            <a:noAutofit/>
          </a:bodyPr>
          <a:lstStyle>
            <a:lvl1pPr lvl="0" rtl="0">
              <a:spcBef>
                <a:spcPts val="0"/>
              </a:spcBef>
              <a:spcAft>
                <a:spcPts val="0"/>
              </a:spcAft>
              <a:buSzPts val="1900"/>
              <a:buFont typeface="Lexend Deca"/>
              <a:buNone/>
              <a:defRPr b="1" sz="1900">
                <a:latin typeface="Lexend Deca"/>
                <a:ea typeface="Lexend Deca"/>
                <a:cs typeface="Lexend Deca"/>
                <a:sym typeface="Lexend Deca"/>
              </a:defRPr>
            </a:lvl1pPr>
            <a:lvl2pPr lvl="1" rtl="0">
              <a:spcBef>
                <a:spcPts val="0"/>
              </a:spcBef>
              <a:spcAft>
                <a:spcPts val="0"/>
              </a:spcAft>
              <a:buSzPts val="1900"/>
              <a:buFont typeface="Lexend Deca"/>
              <a:buNone/>
              <a:defRPr b="1" sz="1900">
                <a:latin typeface="Lexend Deca"/>
                <a:ea typeface="Lexend Deca"/>
                <a:cs typeface="Lexend Deca"/>
                <a:sym typeface="Lexend Deca"/>
              </a:defRPr>
            </a:lvl2pPr>
            <a:lvl3pPr lvl="2" rtl="0">
              <a:spcBef>
                <a:spcPts val="0"/>
              </a:spcBef>
              <a:spcAft>
                <a:spcPts val="0"/>
              </a:spcAft>
              <a:buSzPts val="1900"/>
              <a:buFont typeface="Lexend Deca"/>
              <a:buNone/>
              <a:defRPr b="1" sz="1900">
                <a:latin typeface="Lexend Deca"/>
                <a:ea typeface="Lexend Deca"/>
                <a:cs typeface="Lexend Deca"/>
                <a:sym typeface="Lexend Deca"/>
              </a:defRPr>
            </a:lvl3pPr>
            <a:lvl4pPr lvl="3" rtl="0">
              <a:spcBef>
                <a:spcPts val="0"/>
              </a:spcBef>
              <a:spcAft>
                <a:spcPts val="0"/>
              </a:spcAft>
              <a:buSzPts val="1900"/>
              <a:buFont typeface="Lexend Deca"/>
              <a:buNone/>
              <a:defRPr b="1" sz="1900">
                <a:latin typeface="Lexend Deca"/>
                <a:ea typeface="Lexend Deca"/>
                <a:cs typeface="Lexend Deca"/>
                <a:sym typeface="Lexend Deca"/>
              </a:defRPr>
            </a:lvl4pPr>
            <a:lvl5pPr lvl="4" rtl="0">
              <a:spcBef>
                <a:spcPts val="0"/>
              </a:spcBef>
              <a:spcAft>
                <a:spcPts val="0"/>
              </a:spcAft>
              <a:buSzPts val="1900"/>
              <a:buFont typeface="Lexend Deca"/>
              <a:buNone/>
              <a:defRPr b="1" sz="1900">
                <a:latin typeface="Lexend Deca"/>
                <a:ea typeface="Lexend Deca"/>
                <a:cs typeface="Lexend Deca"/>
                <a:sym typeface="Lexend Deca"/>
              </a:defRPr>
            </a:lvl5pPr>
            <a:lvl6pPr lvl="5" rtl="0">
              <a:spcBef>
                <a:spcPts val="0"/>
              </a:spcBef>
              <a:spcAft>
                <a:spcPts val="0"/>
              </a:spcAft>
              <a:buSzPts val="1900"/>
              <a:buFont typeface="Lexend Deca"/>
              <a:buNone/>
              <a:defRPr b="1" sz="1900">
                <a:latin typeface="Lexend Deca"/>
                <a:ea typeface="Lexend Deca"/>
                <a:cs typeface="Lexend Deca"/>
                <a:sym typeface="Lexend Deca"/>
              </a:defRPr>
            </a:lvl6pPr>
            <a:lvl7pPr lvl="6" rtl="0">
              <a:spcBef>
                <a:spcPts val="0"/>
              </a:spcBef>
              <a:spcAft>
                <a:spcPts val="0"/>
              </a:spcAft>
              <a:buSzPts val="1900"/>
              <a:buFont typeface="Lexend Deca"/>
              <a:buNone/>
              <a:defRPr b="1" sz="1900">
                <a:latin typeface="Lexend Deca"/>
                <a:ea typeface="Lexend Deca"/>
                <a:cs typeface="Lexend Deca"/>
                <a:sym typeface="Lexend Deca"/>
              </a:defRPr>
            </a:lvl7pPr>
            <a:lvl8pPr lvl="7" rtl="0">
              <a:spcBef>
                <a:spcPts val="0"/>
              </a:spcBef>
              <a:spcAft>
                <a:spcPts val="0"/>
              </a:spcAft>
              <a:buSzPts val="1900"/>
              <a:buFont typeface="Lexend Deca"/>
              <a:buNone/>
              <a:defRPr b="1" sz="1900">
                <a:latin typeface="Lexend Deca"/>
                <a:ea typeface="Lexend Deca"/>
                <a:cs typeface="Lexend Deca"/>
                <a:sym typeface="Lexend Deca"/>
              </a:defRPr>
            </a:lvl8pPr>
            <a:lvl9pPr lvl="8" rtl="0">
              <a:spcBef>
                <a:spcPts val="0"/>
              </a:spcBef>
              <a:spcAft>
                <a:spcPts val="0"/>
              </a:spcAft>
              <a:buSzPts val="1900"/>
              <a:buFont typeface="Lexend Deca"/>
              <a:buNone/>
              <a:defRPr b="1" sz="1900">
                <a:latin typeface="Lexend Deca"/>
                <a:ea typeface="Lexend Deca"/>
                <a:cs typeface="Lexend Deca"/>
                <a:sym typeface="Lexend Deca"/>
              </a:defRPr>
            </a:lvl9pPr>
          </a:lstStyle>
          <a:p/>
        </p:txBody>
      </p:sp>
      <p:sp>
        <p:nvSpPr>
          <p:cNvPr id="198" name="Google Shape;198;p17"/>
          <p:cNvSpPr txBox="1"/>
          <p:nvPr>
            <p:ph idx="5" type="subTitle"/>
          </p:nvPr>
        </p:nvSpPr>
        <p:spPr>
          <a:xfrm>
            <a:off x="1051762" y="3307851"/>
            <a:ext cx="3017400" cy="10977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None/>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99" name="Google Shape;199;p17"/>
          <p:cNvSpPr txBox="1"/>
          <p:nvPr>
            <p:ph idx="6" type="subTitle"/>
          </p:nvPr>
        </p:nvSpPr>
        <p:spPr>
          <a:xfrm>
            <a:off x="5074837" y="3307851"/>
            <a:ext cx="3017400" cy="10977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None/>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200" name="Google Shape;200;p17"/>
          <p:cNvSpPr txBox="1"/>
          <p:nvPr>
            <p:ph idx="7" type="subTitle"/>
          </p:nvPr>
        </p:nvSpPr>
        <p:spPr>
          <a:xfrm>
            <a:off x="1051762" y="3005217"/>
            <a:ext cx="3017400" cy="371400"/>
          </a:xfrm>
          <a:prstGeom prst="rect">
            <a:avLst/>
          </a:prstGeom>
        </p:spPr>
        <p:txBody>
          <a:bodyPr anchorCtr="0" anchor="b" bIns="91425" lIns="91425" spcFirstLastPara="1" rIns="91425" wrap="square" tIns="91425">
            <a:noAutofit/>
          </a:bodyPr>
          <a:lstStyle>
            <a:lvl1pPr lvl="0" rtl="0">
              <a:spcBef>
                <a:spcPts val="0"/>
              </a:spcBef>
              <a:spcAft>
                <a:spcPts val="0"/>
              </a:spcAft>
              <a:buSzPts val="1900"/>
              <a:buFont typeface="Lexend Deca"/>
              <a:buNone/>
              <a:defRPr b="1" sz="1900">
                <a:latin typeface="Lexend Deca"/>
                <a:ea typeface="Lexend Deca"/>
                <a:cs typeface="Lexend Deca"/>
                <a:sym typeface="Lexend Deca"/>
              </a:defRPr>
            </a:lvl1pPr>
            <a:lvl2pPr lvl="1" rtl="0">
              <a:spcBef>
                <a:spcPts val="0"/>
              </a:spcBef>
              <a:spcAft>
                <a:spcPts val="0"/>
              </a:spcAft>
              <a:buSzPts val="1900"/>
              <a:buFont typeface="Lexend Deca"/>
              <a:buNone/>
              <a:defRPr b="1" sz="1900">
                <a:latin typeface="Lexend Deca"/>
                <a:ea typeface="Lexend Deca"/>
                <a:cs typeface="Lexend Deca"/>
                <a:sym typeface="Lexend Deca"/>
              </a:defRPr>
            </a:lvl2pPr>
            <a:lvl3pPr lvl="2" rtl="0">
              <a:spcBef>
                <a:spcPts val="0"/>
              </a:spcBef>
              <a:spcAft>
                <a:spcPts val="0"/>
              </a:spcAft>
              <a:buSzPts val="1900"/>
              <a:buFont typeface="Lexend Deca"/>
              <a:buNone/>
              <a:defRPr b="1" sz="1900">
                <a:latin typeface="Lexend Deca"/>
                <a:ea typeface="Lexend Deca"/>
                <a:cs typeface="Lexend Deca"/>
                <a:sym typeface="Lexend Deca"/>
              </a:defRPr>
            </a:lvl3pPr>
            <a:lvl4pPr lvl="3" rtl="0">
              <a:spcBef>
                <a:spcPts val="0"/>
              </a:spcBef>
              <a:spcAft>
                <a:spcPts val="0"/>
              </a:spcAft>
              <a:buSzPts val="1900"/>
              <a:buFont typeface="Lexend Deca"/>
              <a:buNone/>
              <a:defRPr b="1" sz="1900">
                <a:latin typeface="Lexend Deca"/>
                <a:ea typeface="Lexend Deca"/>
                <a:cs typeface="Lexend Deca"/>
                <a:sym typeface="Lexend Deca"/>
              </a:defRPr>
            </a:lvl4pPr>
            <a:lvl5pPr lvl="4" rtl="0">
              <a:spcBef>
                <a:spcPts val="0"/>
              </a:spcBef>
              <a:spcAft>
                <a:spcPts val="0"/>
              </a:spcAft>
              <a:buSzPts val="1900"/>
              <a:buFont typeface="Lexend Deca"/>
              <a:buNone/>
              <a:defRPr b="1" sz="1900">
                <a:latin typeface="Lexend Deca"/>
                <a:ea typeface="Lexend Deca"/>
                <a:cs typeface="Lexend Deca"/>
                <a:sym typeface="Lexend Deca"/>
              </a:defRPr>
            </a:lvl5pPr>
            <a:lvl6pPr lvl="5" rtl="0">
              <a:spcBef>
                <a:spcPts val="0"/>
              </a:spcBef>
              <a:spcAft>
                <a:spcPts val="0"/>
              </a:spcAft>
              <a:buSzPts val="1900"/>
              <a:buFont typeface="Lexend Deca"/>
              <a:buNone/>
              <a:defRPr b="1" sz="1900">
                <a:latin typeface="Lexend Deca"/>
                <a:ea typeface="Lexend Deca"/>
                <a:cs typeface="Lexend Deca"/>
                <a:sym typeface="Lexend Deca"/>
              </a:defRPr>
            </a:lvl6pPr>
            <a:lvl7pPr lvl="6" rtl="0">
              <a:spcBef>
                <a:spcPts val="0"/>
              </a:spcBef>
              <a:spcAft>
                <a:spcPts val="0"/>
              </a:spcAft>
              <a:buSzPts val="1900"/>
              <a:buFont typeface="Lexend Deca"/>
              <a:buNone/>
              <a:defRPr b="1" sz="1900">
                <a:latin typeface="Lexend Deca"/>
                <a:ea typeface="Lexend Deca"/>
                <a:cs typeface="Lexend Deca"/>
                <a:sym typeface="Lexend Deca"/>
              </a:defRPr>
            </a:lvl7pPr>
            <a:lvl8pPr lvl="7" rtl="0">
              <a:spcBef>
                <a:spcPts val="0"/>
              </a:spcBef>
              <a:spcAft>
                <a:spcPts val="0"/>
              </a:spcAft>
              <a:buSzPts val="1900"/>
              <a:buFont typeface="Lexend Deca"/>
              <a:buNone/>
              <a:defRPr b="1" sz="1900">
                <a:latin typeface="Lexend Deca"/>
                <a:ea typeface="Lexend Deca"/>
                <a:cs typeface="Lexend Deca"/>
                <a:sym typeface="Lexend Deca"/>
              </a:defRPr>
            </a:lvl8pPr>
            <a:lvl9pPr lvl="8" rtl="0">
              <a:spcBef>
                <a:spcPts val="0"/>
              </a:spcBef>
              <a:spcAft>
                <a:spcPts val="0"/>
              </a:spcAft>
              <a:buSzPts val="1900"/>
              <a:buFont typeface="Lexend Deca"/>
              <a:buNone/>
              <a:defRPr b="1" sz="1900">
                <a:latin typeface="Lexend Deca"/>
                <a:ea typeface="Lexend Deca"/>
                <a:cs typeface="Lexend Deca"/>
                <a:sym typeface="Lexend Deca"/>
              </a:defRPr>
            </a:lvl9pPr>
          </a:lstStyle>
          <a:p/>
        </p:txBody>
      </p:sp>
      <p:sp>
        <p:nvSpPr>
          <p:cNvPr id="201" name="Google Shape;201;p17"/>
          <p:cNvSpPr txBox="1"/>
          <p:nvPr>
            <p:ph idx="8" type="subTitle"/>
          </p:nvPr>
        </p:nvSpPr>
        <p:spPr>
          <a:xfrm>
            <a:off x="5074838" y="3005217"/>
            <a:ext cx="3017400" cy="371400"/>
          </a:xfrm>
          <a:prstGeom prst="rect">
            <a:avLst/>
          </a:prstGeom>
        </p:spPr>
        <p:txBody>
          <a:bodyPr anchorCtr="0" anchor="b" bIns="91425" lIns="91425" spcFirstLastPara="1" rIns="91425" wrap="square" tIns="91425">
            <a:noAutofit/>
          </a:bodyPr>
          <a:lstStyle>
            <a:lvl1pPr lvl="0" rtl="0">
              <a:spcBef>
                <a:spcPts val="0"/>
              </a:spcBef>
              <a:spcAft>
                <a:spcPts val="0"/>
              </a:spcAft>
              <a:buSzPts val="1900"/>
              <a:buFont typeface="Lexend Deca"/>
              <a:buNone/>
              <a:defRPr b="1" sz="1900">
                <a:latin typeface="Lexend Deca"/>
                <a:ea typeface="Lexend Deca"/>
                <a:cs typeface="Lexend Deca"/>
                <a:sym typeface="Lexend Deca"/>
              </a:defRPr>
            </a:lvl1pPr>
            <a:lvl2pPr lvl="1" rtl="0">
              <a:spcBef>
                <a:spcPts val="0"/>
              </a:spcBef>
              <a:spcAft>
                <a:spcPts val="0"/>
              </a:spcAft>
              <a:buSzPts val="1900"/>
              <a:buFont typeface="Lexend Deca"/>
              <a:buNone/>
              <a:defRPr b="1" sz="1900">
                <a:latin typeface="Lexend Deca"/>
                <a:ea typeface="Lexend Deca"/>
                <a:cs typeface="Lexend Deca"/>
                <a:sym typeface="Lexend Deca"/>
              </a:defRPr>
            </a:lvl2pPr>
            <a:lvl3pPr lvl="2" rtl="0">
              <a:spcBef>
                <a:spcPts val="0"/>
              </a:spcBef>
              <a:spcAft>
                <a:spcPts val="0"/>
              </a:spcAft>
              <a:buSzPts val="1900"/>
              <a:buFont typeface="Lexend Deca"/>
              <a:buNone/>
              <a:defRPr b="1" sz="1900">
                <a:latin typeface="Lexend Deca"/>
                <a:ea typeface="Lexend Deca"/>
                <a:cs typeface="Lexend Deca"/>
                <a:sym typeface="Lexend Deca"/>
              </a:defRPr>
            </a:lvl3pPr>
            <a:lvl4pPr lvl="3" rtl="0">
              <a:spcBef>
                <a:spcPts val="0"/>
              </a:spcBef>
              <a:spcAft>
                <a:spcPts val="0"/>
              </a:spcAft>
              <a:buSzPts val="1900"/>
              <a:buFont typeface="Lexend Deca"/>
              <a:buNone/>
              <a:defRPr b="1" sz="1900">
                <a:latin typeface="Lexend Deca"/>
                <a:ea typeface="Lexend Deca"/>
                <a:cs typeface="Lexend Deca"/>
                <a:sym typeface="Lexend Deca"/>
              </a:defRPr>
            </a:lvl4pPr>
            <a:lvl5pPr lvl="4" rtl="0">
              <a:spcBef>
                <a:spcPts val="0"/>
              </a:spcBef>
              <a:spcAft>
                <a:spcPts val="0"/>
              </a:spcAft>
              <a:buSzPts val="1900"/>
              <a:buFont typeface="Lexend Deca"/>
              <a:buNone/>
              <a:defRPr b="1" sz="1900">
                <a:latin typeface="Lexend Deca"/>
                <a:ea typeface="Lexend Deca"/>
                <a:cs typeface="Lexend Deca"/>
                <a:sym typeface="Lexend Deca"/>
              </a:defRPr>
            </a:lvl5pPr>
            <a:lvl6pPr lvl="5" rtl="0">
              <a:spcBef>
                <a:spcPts val="0"/>
              </a:spcBef>
              <a:spcAft>
                <a:spcPts val="0"/>
              </a:spcAft>
              <a:buSzPts val="1900"/>
              <a:buFont typeface="Lexend Deca"/>
              <a:buNone/>
              <a:defRPr b="1" sz="1900">
                <a:latin typeface="Lexend Deca"/>
                <a:ea typeface="Lexend Deca"/>
                <a:cs typeface="Lexend Deca"/>
                <a:sym typeface="Lexend Deca"/>
              </a:defRPr>
            </a:lvl6pPr>
            <a:lvl7pPr lvl="6" rtl="0">
              <a:spcBef>
                <a:spcPts val="0"/>
              </a:spcBef>
              <a:spcAft>
                <a:spcPts val="0"/>
              </a:spcAft>
              <a:buSzPts val="1900"/>
              <a:buFont typeface="Lexend Deca"/>
              <a:buNone/>
              <a:defRPr b="1" sz="1900">
                <a:latin typeface="Lexend Deca"/>
                <a:ea typeface="Lexend Deca"/>
                <a:cs typeface="Lexend Deca"/>
                <a:sym typeface="Lexend Deca"/>
              </a:defRPr>
            </a:lvl7pPr>
            <a:lvl8pPr lvl="7" rtl="0">
              <a:spcBef>
                <a:spcPts val="0"/>
              </a:spcBef>
              <a:spcAft>
                <a:spcPts val="0"/>
              </a:spcAft>
              <a:buSzPts val="1900"/>
              <a:buFont typeface="Lexend Deca"/>
              <a:buNone/>
              <a:defRPr b="1" sz="1900">
                <a:latin typeface="Lexend Deca"/>
                <a:ea typeface="Lexend Deca"/>
                <a:cs typeface="Lexend Deca"/>
                <a:sym typeface="Lexend Deca"/>
              </a:defRPr>
            </a:lvl8pPr>
            <a:lvl9pPr lvl="8" rtl="0">
              <a:spcBef>
                <a:spcPts val="0"/>
              </a:spcBef>
              <a:spcAft>
                <a:spcPts val="0"/>
              </a:spcAft>
              <a:buSzPts val="1900"/>
              <a:buFont typeface="Lexend Deca"/>
              <a:buNone/>
              <a:defRPr b="1" sz="1900">
                <a:latin typeface="Lexend Deca"/>
                <a:ea typeface="Lexend Deca"/>
                <a:cs typeface="Lexend Deca"/>
                <a:sym typeface="Lexend Deca"/>
              </a:defRPr>
            </a:lvl9pPr>
          </a:lstStyle>
          <a:p/>
        </p:txBody>
      </p:sp>
      <p:grpSp>
        <p:nvGrpSpPr>
          <p:cNvPr id="202" name="Google Shape;202;p17"/>
          <p:cNvGrpSpPr/>
          <p:nvPr/>
        </p:nvGrpSpPr>
        <p:grpSpPr>
          <a:xfrm>
            <a:off x="-75" y="-2325"/>
            <a:ext cx="9144150" cy="5145825"/>
            <a:chOff x="0" y="-2325"/>
            <a:chExt cx="9144150" cy="5145825"/>
          </a:xfrm>
        </p:grpSpPr>
        <p:sp>
          <p:nvSpPr>
            <p:cNvPr id="203" name="Google Shape;203;p17"/>
            <p:cNvSpPr/>
            <p:nvPr/>
          </p:nvSpPr>
          <p:spPr>
            <a:xfrm>
              <a:off x="0" y="0"/>
              <a:ext cx="9144000" cy="5143500"/>
            </a:xfrm>
            <a:prstGeom prst="frame">
              <a:avLst>
                <a:gd fmla="val 408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7">
              <a:hlinkClick action="ppaction://hlinkshowjump?jump=nextslide"/>
            </p:cNvPr>
            <p:cNvSpPr/>
            <p:nvPr/>
          </p:nvSpPr>
          <p:spPr>
            <a:xfrm>
              <a:off x="8562150" y="-2325"/>
              <a:ext cx="58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TITLE_AND_TWO_COLUMNS_1_2">
    <p:spTree>
      <p:nvGrpSpPr>
        <p:cNvPr id="205" name="Shape 205"/>
        <p:cNvGrpSpPr/>
        <p:nvPr/>
      </p:nvGrpSpPr>
      <p:grpSpPr>
        <a:xfrm>
          <a:off x="0" y="0"/>
          <a:ext cx="0" cy="0"/>
          <a:chOff x="0" y="0"/>
          <a:chExt cx="0" cy="0"/>
        </a:xfrm>
      </p:grpSpPr>
      <p:grpSp>
        <p:nvGrpSpPr>
          <p:cNvPr id="206" name="Google Shape;206;p18"/>
          <p:cNvGrpSpPr/>
          <p:nvPr/>
        </p:nvGrpSpPr>
        <p:grpSpPr>
          <a:xfrm rot="-10266484">
            <a:off x="2787966" y="4283920"/>
            <a:ext cx="3719102" cy="1416702"/>
            <a:chOff x="3781312" y="318675"/>
            <a:chExt cx="2134669" cy="813150"/>
          </a:xfrm>
        </p:grpSpPr>
        <p:sp>
          <p:nvSpPr>
            <p:cNvPr id="207" name="Google Shape;207;p18"/>
            <p:cNvSpPr/>
            <p:nvPr/>
          </p:nvSpPr>
          <p:spPr>
            <a:xfrm>
              <a:off x="4080475" y="318675"/>
              <a:ext cx="1624600" cy="813150"/>
            </a:xfrm>
            <a:custGeom>
              <a:rect b="b" l="l" r="r" t="t"/>
              <a:pathLst>
                <a:path extrusionOk="0" h="32526" w="64984">
                  <a:moveTo>
                    <a:pt x="40012" y="1"/>
                  </a:moveTo>
                  <a:cubicBezTo>
                    <a:pt x="36896" y="1"/>
                    <a:pt x="34164" y="1251"/>
                    <a:pt x="31547" y="2618"/>
                  </a:cubicBezTo>
                  <a:cubicBezTo>
                    <a:pt x="28443" y="4240"/>
                    <a:pt x="25967" y="6405"/>
                    <a:pt x="21456" y="6405"/>
                  </a:cubicBezTo>
                  <a:cubicBezTo>
                    <a:pt x="21245" y="6405"/>
                    <a:pt x="21028" y="6401"/>
                    <a:pt x="20808" y="6391"/>
                  </a:cubicBezTo>
                  <a:cubicBezTo>
                    <a:pt x="17708" y="6253"/>
                    <a:pt x="15532" y="5489"/>
                    <a:pt x="13201" y="5489"/>
                  </a:cubicBezTo>
                  <a:cubicBezTo>
                    <a:pt x="11827" y="5489"/>
                    <a:pt x="10399" y="5754"/>
                    <a:pt x="8696" y="6570"/>
                  </a:cubicBezTo>
                  <a:cubicBezTo>
                    <a:pt x="4193" y="8727"/>
                    <a:pt x="1761" y="12773"/>
                    <a:pt x="1198" y="17809"/>
                  </a:cubicBezTo>
                  <a:cubicBezTo>
                    <a:pt x="0" y="28497"/>
                    <a:pt x="8710" y="32526"/>
                    <a:pt x="15528" y="32526"/>
                  </a:cubicBezTo>
                  <a:cubicBezTo>
                    <a:pt x="18533" y="32526"/>
                    <a:pt x="21171" y="31743"/>
                    <a:pt x="22431" y="30403"/>
                  </a:cubicBezTo>
                  <a:cubicBezTo>
                    <a:pt x="28847" y="23583"/>
                    <a:pt x="27231" y="22950"/>
                    <a:pt x="37145" y="22950"/>
                  </a:cubicBezTo>
                  <a:cubicBezTo>
                    <a:pt x="39165" y="22950"/>
                    <a:pt x="41664" y="22976"/>
                    <a:pt x="44807" y="22981"/>
                  </a:cubicBezTo>
                  <a:cubicBezTo>
                    <a:pt x="44815" y="22981"/>
                    <a:pt x="44823" y="22981"/>
                    <a:pt x="44832" y="22981"/>
                  </a:cubicBezTo>
                  <a:cubicBezTo>
                    <a:pt x="56092" y="22981"/>
                    <a:pt x="64983" y="9600"/>
                    <a:pt x="45684" y="1143"/>
                  </a:cubicBezTo>
                  <a:cubicBezTo>
                    <a:pt x="44411" y="586"/>
                    <a:pt x="42899" y="259"/>
                    <a:pt x="41364" y="80"/>
                  </a:cubicBezTo>
                  <a:cubicBezTo>
                    <a:pt x="40905" y="26"/>
                    <a:pt x="40455" y="1"/>
                    <a:pt x="4001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8"/>
            <p:cNvSpPr/>
            <p:nvPr/>
          </p:nvSpPr>
          <p:spPr>
            <a:xfrm>
              <a:off x="3781312" y="805384"/>
              <a:ext cx="307425" cy="177775"/>
            </a:xfrm>
            <a:custGeom>
              <a:rect b="b" l="l" r="r" t="t"/>
              <a:pathLst>
                <a:path extrusionOk="0" h="7111" w="12297">
                  <a:moveTo>
                    <a:pt x="7010" y="1"/>
                  </a:moveTo>
                  <a:cubicBezTo>
                    <a:pt x="6595" y="1"/>
                    <a:pt x="6149" y="29"/>
                    <a:pt x="5672" y="89"/>
                  </a:cubicBezTo>
                  <a:cubicBezTo>
                    <a:pt x="5672" y="89"/>
                    <a:pt x="1" y="943"/>
                    <a:pt x="363" y="4242"/>
                  </a:cubicBezTo>
                  <a:cubicBezTo>
                    <a:pt x="596" y="6359"/>
                    <a:pt x="2334" y="7110"/>
                    <a:pt x="4280" y="7110"/>
                  </a:cubicBezTo>
                  <a:cubicBezTo>
                    <a:pt x="6235" y="7110"/>
                    <a:pt x="8402" y="6352"/>
                    <a:pt x="9465" y="5459"/>
                  </a:cubicBezTo>
                  <a:cubicBezTo>
                    <a:pt x="12297" y="3081"/>
                    <a:pt x="11345" y="1"/>
                    <a:pt x="701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8"/>
            <p:cNvSpPr/>
            <p:nvPr/>
          </p:nvSpPr>
          <p:spPr>
            <a:xfrm>
              <a:off x="5535963" y="475928"/>
              <a:ext cx="169125" cy="68300"/>
            </a:xfrm>
            <a:custGeom>
              <a:rect b="b" l="l" r="r" t="t"/>
              <a:pathLst>
                <a:path extrusionOk="0" h="2732" w="6765">
                  <a:moveTo>
                    <a:pt x="3520" y="1"/>
                  </a:moveTo>
                  <a:cubicBezTo>
                    <a:pt x="2537" y="1"/>
                    <a:pt x="1006" y="188"/>
                    <a:pt x="501" y="1288"/>
                  </a:cubicBezTo>
                  <a:cubicBezTo>
                    <a:pt x="0" y="2380"/>
                    <a:pt x="1282" y="2731"/>
                    <a:pt x="2639" y="2731"/>
                  </a:cubicBezTo>
                  <a:cubicBezTo>
                    <a:pt x="3354" y="2731"/>
                    <a:pt x="4091" y="2634"/>
                    <a:pt x="4598" y="2495"/>
                  </a:cubicBezTo>
                  <a:cubicBezTo>
                    <a:pt x="6068" y="2096"/>
                    <a:pt x="6765" y="315"/>
                    <a:pt x="4388" y="50"/>
                  </a:cubicBezTo>
                  <a:cubicBezTo>
                    <a:pt x="4388" y="50"/>
                    <a:pt x="4027" y="1"/>
                    <a:pt x="352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8"/>
            <p:cNvSpPr/>
            <p:nvPr/>
          </p:nvSpPr>
          <p:spPr>
            <a:xfrm>
              <a:off x="5523005" y="667818"/>
              <a:ext cx="392975" cy="176200"/>
            </a:xfrm>
            <a:custGeom>
              <a:rect b="b" l="l" r="r" t="t"/>
              <a:pathLst>
                <a:path extrusionOk="0" h="7048" w="15719">
                  <a:moveTo>
                    <a:pt x="9557" y="1"/>
                  </a:moveTo>
                  <a:cubicBezTo>
                    <a:pt x="9303" y="1"/>
                    <a:pt x="9037" y="8"/>
                    <a:pt x="8759" y="23"/>
                  </a:cubicBezTo>
                  <a:cubicBezTo>
                    <a:pt x="8759" y="23"/>
                    <a:pt x="749" y="632"/>
                    <a:pt x="285" y="4143"/>
                  </a:cubicBezTo>
                  <a:cubicBezTo>
                    <a:pt x="0" y="6299"/>
                    <a:pt x="2337" y="7047"/>
                    <a:pt x="4905" y="7047"/>
                  </a:cubicBezTo>
                  <a:cubicBezTo>
                    <a:pt x="6521" y="7047"/>
                    <a:pt x="8228" y="6751"/>
                    <a:pt x="9432" y="6322"/>
                  </a:cubicBezTo>
                  <a:cubicBezTo>
                    <a:pt x="15083" y="4312"/>
                    <a:pt x="15719" y="1"/>
                    <a:pt x="955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1" name="Google Shape;211;p18"/>
          <p:cNvSpPr txBox="1"/>
          <p:nvPr>
            <p:ph type="title"/>
          </p:nvPr>
        </p:nvSpPr>
        <p:spPr>
          <a:xfrm>
            <a:off x="713475" y="463300"/>
            <a:ext cx="7717200" cy="5649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212" name="Google Shape;212;p18"/>
          <p:cNvSpPr txBox="1"/>
          <p:nvPr>
            <p:ph idx="1" type="subTitle"/>
          </p:nvPr>
        </p:nvSpPr>
        <p:spPr>
          <a:xfrm>
            <a:off x="713475" y="1725928"/>
            <a:ext cx="2569800" cy="9318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None/>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213" name="Google Shape;213;p18"/>
          <p:cNvSpPr txBox="1"/>
          <p:nvPr>
            <p:ph idx="2" type="subTitle"/>
          </p:nvPr>
        </p:nvSpPr>
        <p:spPr>
          <a:xfrm>
            <a:off x="5859173" y="1725928"/>
            <a:ext cx="2569800" cy="9318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None/>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214" name="Google Shape;214;p18"/>
          <p:cNvSpPr txBox="1"/>
          <p:nvPr>
            <p:ph idx="3" type="subTitle"/>
          </p:nvPr>
        </p:nvSpPr>
        <p:spPr>
          <a:xfrm>
            <a:off x="713475" y="1442866"/>
            <a:ext cx="2569800" cy="411000"/>
          </a:xfrm>
          <a:prstGeom prst="rect">
            <a:avLst/>
          </a:prstGeom>
        </p:spPr>
        <p:txBody>
          <a:bodyPr anchorCtr="0" anchor="b" bIns="91425" lIns="91425" spcFirstLastPara="1" rIns="91425" wrap="square" tIns="91425">
            <a:noAutofit/>
          </a:bodyPr>
          <a:lstStyle>
            <a:lvl1pPr lvl="0" rtl="0">
              <a:spcBef>
                <a:spcPts val="0"/>
              </a:spcBef>
              <a:spcAft>
                <a:spcPts val="0"/>
              </a:spcAft>
              <a:buSzPts val="1900"/>
              <a:buFont typeface="Lexend Deca"/>
              <a:buNone/>
              <a:defRPr b="1" sz="1900">
                <a:latin typeface="Lexend Deca"/>
                <a:ea typeface="Lexend Deca"/>
                <a:cs typeface="Lexend Deca"/>
                <a:sym typeface="Lexend Deca"/>
              </a:defRPr>
            </a:lvl1pPr>
            <a:lvl2pPr lvl="1" rtl="0">
              <a:spcBef>
                <a:spcPts val="0"/>
              </a:spcBef>
              <a:spcAft>
                <a:spcPts val="0"/>
              </a:spcAft>
              <a:buSzPts val="1900"/>
              <a:buFont typeface="Lexend Deca"/>
              <a:buNone/>
              <a:defRPr b="1" sz="1900">
                <a:latin typeface="Lexend Deca"/>
                <a:ea typeface="Lexend Deca"/>
                <a:cs typeface="Lexend Deca"/>
                <a:sym typeface="Lexend Deca"/>
              </a:defRPr>
            </a:lvl2pPr>
            <a:lvl3pPr lvl="2" rtl="0">
              <a:spcBef>
                <a:spcPts val="0"/>
              </a:spcBef>
              <a:spcAft>
                <a:spcPts val="0"/>
              </a:spcAft>
              <a:buSzPts val="1900"/>
              <a:buFont typeface="Lexend Deca"/>
              <a:buNone/>
              <a:defRPr b="1" sz="1900">
                <a:latin typeface="Lexend Deca"/>
                <a:ea typeface="Lexend Deca"/>
                <a:cs typeface="Lexend Deca"/>
                <a:sym typeface="Lexend Deca"/>
              </a:defRPr>
            </a:lvl3pPr>
            <a:lvl4pPr lvl="3" rtl="0">
              <a:spcBef>
                <a:spcPts val="0"/>
              </a:spcBef>
              <a:spcAft>
                <a:spcPts val="0"/>
              </a:spcAft>
              <a:buSzPts val="1900"/>
              <a:buFont typeface="Lexend Deca"/>
              <a:buNone/>
              <a:defRPr b="1" sz="1900">
                <a:latin typeface="Lexend Deca"/>
                <a:ea typeface="Lexend Deca"/>
                <a:cs typeface="Lexend Deca"/>
                <a:sym typeface="Lexend Deca"/>
              </a:defRPr>
            </a:lvl4pPr>
            <a:lvl5pPr lvl="4" rtl="0">
              <a:spcBef>
                <a:spcPts val="0"/>
              </a:spcBef>
              <a:spcAft>
                <a:spcPts val="0"/>
              </a:spcAft>
              <a:buSzPts val="1900"/>
              <a:buFont typeface="Lexend Deca"/>
              <a:buNone/>
              <a:defRPr b="1" sz="1900">
                <a:latin typeface="Lexend Deca"/>
                <a:ea typeface="Lexend Deca"/>
                <a:cs typeface="Lexend Deca"/>
                <a:sym typeface="Lexend Deca"/>
              </a:defRPr>
            </a:lvl5pPr>
            <a:lvl6pPr lvl="5" rtl="0">
              <a:spcBef>
                <a:spcPts val="0"/>
              </a:spcBef>
              <a:spcAft>
                <a:spcPts val="0"/>
              </a:spcAft>
              <a:buSzPts val="1900"/>
              <a:buFont typeface="Lexend Deca"/>
              <a:buNone/>
              <a:defRPr b="1" sz="1900">
                <a:latin typeface="Lexend Deca"/>
                <a:ea typeface="Lexend Deca"/>
                <a:cs typeface="Lexend Deca"/>
                <a:sym typeface="Lexend Deca"/>
              </a:defRPr>
            </a:lvl6pPr>
            <a:lvl7pPr lvl="6" rtl="0">
              <a:spcBef>
                <a:spcPts val="0"/>
              </a:spcBef>
              <a:spcAft>
                <a:spcPts val="0"/>
              </a:spcAft>
              <a:buSzPts val="1900"/>
              <a:buFont typeface="Lexend Deca"/>
              <a:buNone/>
              <a:defRPr b="1" sz="1900">
                <a:latin typeface="Lexend Deca"/>
                <a:ea typeface="Lexend Deca"/>
                <a:cs typeface="Lexend Deca"/>
                <a:sym typeface="Lexend Deca"/>
              </a:defRPr>
            </a:lvl7pPr>
            <a:lvl8pPr lvl="7" rtl="0">
              <a:spcBef>
                <a:spcPts val="0"/>
              </a:spcBef>
              <a:spcAft>
                <a:spcPts val="0"/>
              </a:spcAft>
              <a:buSzPts val="1900"/>
              <a:buFont typeface="Lexend Deca"/>
              <a:buNone/>
              <a:defRPr b="1" sz="1900">
                <a:latin typeface="Lexend Deca"/>
                <a:ea typeface="Lexend Deca"/>
                <a:cs typeface="Lexend Deca"/>
                <a:sym typeface="Lexend Deca"/>
              </a:defRPr>
            </a:lvl8pPr>
            <a:lvl9pPr lvl="8" rtl="0">
              <a:spcBef>
                <a:spcPts val="0"/>
              </a:spcBef>
              <a:spcAft>
                <a:spcPts val="0"/>
              </a:spcAft>
              <a:buSzPts val="1900"/>
              <a:buFont typeface="Lexend Deca"/>
              <a:buNone/>
              <a:defRPr b="1" sz="1900">
                <a:latin typeface="Lexend Deca"/>
                <a:ea typeface="Lexend Deca"/>
                <a:cs typeface="Lexend Deca"/>
                <a:sym typeface="Lexend Deca"/>
              </a:defRPr>
            </a:lvl9pPr>
          </a:lstStyle>
          <a:p/>
        </p:txBody>
      </p:sp>
      <p:sp>
        <p:nvSpPr>
          <p:cNvPr id="215" name="Google Shape;215;p18"/>
          <p:cNvSpPr txBox="1"/>
          <p:nvPr>
            <p:ph idx="4" type="subTitle"/>
          </p:nvPr>
        </p:nvSpPr>
        <p:spPr>
          <a:xfrm>
            <a:off x="5859174" y="1442866"/>
            <a:ext cx="2569800" cy="411000"/>
          </a:xfrm>
          <a:prstGeom prst="rect">
            <a:avLst/>
          </a:prstGeom>
        </p:spPr>
        <p:txBody>
          <a:bodyPr anchorCtr="0" anchor="b" bIns="91425" lIns="91425" spcFirstLastPara="1" rIns="91425" wrap="square" tIns="91425">
            <a:noAutofit/>
          </a:bodyPr>
          <a:lstStyle>
            <a:lvl1pPr lvl="0" rtl="0">
              <a:spcBef>
                <a:spcPts val="0"/>
              </a:spcBef>
              <a:spcAft>
                <a:spcPts val="0"/>
              </a:spcAft>
              <a:buSzPts val="1900"/>
              <a:buFont typeface="Lexend Deca"/>
              <a:buNone/>
              <a:defRPr b="1" sz="1900">
                <a:latin typeface="Lexend Deca"/>
                <a:ea typeface="Lexend Deca"/>
                <a:cs typeface="Lexend Deca"/>
                <a:sym typeface="Lexend Deca"/>
              </a:defRPr>
            </a:lvl1pPr>
            <a:lvl2pPr lvl="1" rtl="0">
              <a:spcBef>
                <a:spcPts val="0"/>
              </a:spcBef>
              <a:spcAft>
                <a:spcPts val="0"/>
              </a:spcAft>
              <a:buSzPts val="1900"/>
              <a:buFont typeface="Lexend Deca"/>
              <a:buNone/>
              <a:defRPr b="1" sz="1900">
                <a:latin typeface="Lexend Deca"/>
                <a:ea typeface="Lexend Deca"/>
                <a:cs typeface="Lexend Deca"/>
                <a:sym typeface="Lexend Deca"/>
              </a:defRPr>
            </a:lvl2pPr>
            <a:lvl3pPr lvl="2" rtl="0">
              <a:spcBef>
                <a:spcPts val="0"/>
              </a:spcBef>
              <a:spcAft>
                <a:spcPts val="0"/>
              </a:spcAft>
              <a:buSzPts val="1900"/>
              <a:buFont typeface="Lexend Deca"/>
              <a:buNone/>
              <a:defRPr b="1" sz="1900">
                <a:latin typeface="Lexend Deca"/>
                <a:ea typeface="Lexend Deca"/>
                <a:cs typeface="Lexend Deca"/>
                <a:sym typeface="Lexend Deca"/>
              </a:defRPr>
            </a:lvl3pPr>
            <a:lvl4pPr lvl="3" rtl="0">
              <a:spcBef>
                <a:spcPts val="0"/>
              </a:spcBef>
              <a:spcAft>
                <a:spcPts val="0"/>
              </a:spcAft>
              <a:buSzPts val="1900"/>
              <a:buFont typeface="Lexend Deca"/>
              <a:buNone/>
              <a:defRPr b="1" sz="1900">
                <a:latin typeface="Lexend Deca"/>
                <a:ea typeface="Lexend Deca"/>
                <a:cs typeface="Lexend Deca"/>
                <a:sym typeface="Lexend Deca"/>
              </a:defRPr>
            </a:lvl4pPr>
            <a:lvl5pPr lvl="4" rtl="0">
              <a:spcBef>
                <a:spcPts val="0"/>
              </a:spcBef>
              <a:spcAft>
                <a:spcPts val="0"/>
              </a:spcAft>
              <a:buSzPts val="1900"/>
              <a:buFont typeface="Lexend Deca"/>
              <a:buNone/>
              <a:defRPr b="1" sz="1900">
                <a:latin typeface="Lexend Deca"/>
                <a:ea typeface="Lexend Deca"/>
                <a:cs typeface="Lexend Deca"/>
                <a:sym typeface="Lexend Deca"/>
              </a:defRPr>
            </a:lvl5pPr>
            <a:lvl6pPr lvl="5" rtl="0">
              <a:spcBef>
                <a:spcPts val="0"/>
              </a:spcBef>
              <a:spcAft>
                <a:spcPts val="0"/>
              </a:spcAft>
              <a:buSzPts val="1900"/>
              <a:buFont typeface="Lexend Deca"/>
              <a:buNone/>
              <a:defRPr b="1" sz="1900">
                <a:latin typeface="Lexend Deca"/>
                <a:ea typeface="Lexend Deca"/>
                <a:cs typeface="Lexend Deca"/>
                <a:sym typeface="Lexend Deca"/>
              </a:defRPr>
            </a:lvl6pPr>
            <a:lvl7pPr lvl="6" rtl="0">
              <a:spcBef>
                <a:spcPts val="0"/>
              </a:spcBef>
              <a:spcAft>
                <a:spcPts val="0"/>
              </a:spcAft>
              <a:buSzPts val="1900"/>
              <a:buFont typeface="Lexend Deca"/>
              <a:buNone/>
              <a:defRPr b="1" sz="1900">
                <a:latin typeface="Lexend Deca"/>
                <a:ea typeface="Lexend Deca"/>
                <a:cs typeface="Lexend Deca"/>
                <a:sym typeface="Lexend Deca"/>
              </a:defRPr>
            </a:lvl7pPr>
            <a:lvl8pPr lvl="7" rtl="0">
              <a:spcBef>
                <a:spcPts val="0"/>
              </a:spcBef>
              <a:spcAft>
                <a:spcPts val="0"/>
              </a:spcAft>
              <a:buSzPts val="1900"/>
              <a:buFont typeface="Lexend Deca"/>
              <a:buNone/>
              <a:defRPr b="1" sz="1900">
                <a:latin typeface="Lexend Deca"/>
                <a:ea typeface="Lexend Deca"/>
                <a:cs typeface="Lexend Deca"/>
                <a:sym typeface="Lexend Deca"/>
              </a:defRPr>
            </a:lvl8pPr>
            <a:lvl9pPr lvl="8" rtl="0">
              <a:spcBef>
                <a:spcPts val="0"/>
              </a:spcBef>
              <a:spcAft>
                <a:spcPts val="0"/>
              </a:spcAft>
              <a:buSzPts val="1900"/>
              <a:buFont typeface="Lexend Deca"/>
              <a:buNone/>
              <a:defRPr b="1" sz="1900">
                <a:latin typeface="Lexend Deca"/>
                <a:ea typeface="Lexend Deca"/>
                <a:cs typeface="Lexend Deca"/>
                <a:sym typeface="Lexend Deca"/>
              </a:defRPr>
            </a:lvl9pPr>
          </a:lstStyle>
          <a:p/>
        </p:txBody>
      </p:sp>
      <p:sp>
        <p:nvSpPr>
          <p:cNvPr id="216" name="Google Shape;216;p18"/>
          <p:cNvSpPr txBox="1"/>
          <p:nvPr>
            <p:ph idx="5" type="subTitle"/>
          </p:nvPr>
        </p:nvSpPr>
        <p:spPr>
          <a:xfrm>
            <a:off x="3286324" y="1725920"/>
            <a:ext cx="2569800" cy="9318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None/>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217" name="Google Shape;217;p18"/>
          <p:cNvSpPr txBox="1"/>
          <p:nvPr>
            <p:ph idx="6" type="subTitle"/>
          </p:nvPr>
        </p:nvSpPr>
        <p:spPr>
          <a:xfrm>
            <a:off x="3287100" y="1442850"/>
            <a:ext cx="2569800" cy="411000"/>
          </a:xfrm>
          <a:prstGeom prst="rect">
            <a:avLst/>
          </a:prstGeom>
        </p:spPr>
        <p:txBody>
          <a:bodyPr anchorCtr="0" anchor="b" bIns="91425" lIns="91425" spcFirstLastPara="1" rIns="91425" wrap="square" tIns="91425">
            <a:noAutofit/>
          </a:bodyPr>
          <a:lstStyle>
            <a:lvl1pPr lvl="0" rtl="0">
              <a:spcBef>
                <a:spcPts val="0"/>
              </a:spcBef>
              <a:spcAft>
                <a:spcPts val="0"/>
              </a:spcAft>
              <a:buSzPts val="1900"/>
              <a:buFont typeface="Lexend Deca"/>
              <a:buNone/>
              <a:defRPr b="1" sz="1900">
                <a:latin typeface="Lexend Deca"/>
                <a:ea typeface="Lexend Deca"/>
                <a:cs typeface="Lexend Deca"/>
                <a:sym typeface="Lexend Deca"/>
              </a:defRPr>
            </a:lvl1pPr>
            <a:lvl2pPr lvl="1" rtl="0">
              <a:spcBef>
                <a:spcPts val="0"/>
              </a:spcBef>
              <a:spcAft>
                <a:spcPts val="0"/>
              </a:spcAft>
              <a:buSzPts val="1900"/>
              <a:buFont typeface="Lexend Deca"/>
              <a:buNone/>
              <a:defRPr b="1" sz="1900">
                <a:latin typeface="Lexend Deca"/>
                <a:ea typeface="Lexend Deca"/>
                <a:cs typeface="Lexend Deca"/>
                <a:sym typeface="Lexend Deca"/>
              </a:defRPr>
            </a:lvl2pPr>
            <a:lvl3pPr lvl="2" rtl="0">
              <a:spcBef>
                <a:spcPts val="0"/>
              </a:spcBef>
              <a:spcAft>
                <a:spcPts val="0"/>
              </a:spcAft>
              <a:buSzPts val="1900"/>
              <a:buFont typeface="Lexend Deca"/>
              <a:buNone/>
              <a:defRPr b="1" sz="1900">
                <a:latin typeface="Lexend Deca"/>
                <a:ea typeface="Lexend Deca"/>
                <a:cs typeface="Lexend Deca"/>
                <a:sym typeface="Lexend Deca"/>
              </a:defRPr>
            </a:lvl3pPr>
            <a:lvl4pPr lvl="3" rtl="0">
              <a:spcBef>
                <a:spcPts val="0"/>
              </a:spcBef>
              <a:spcAft>
                <a:spcPts val="0"/>
              </a:spcAft>
              <a:buSzPts val="1900"/>
              <a:buFont typeface="Lexend Deca"/>
              <a:buNone/>
              <a:defRPr b="1" sz="1900">
                <a:latin typeface="Lexend Deca"/>
                <a:ea typeface="Lexend Deca"/>
                <a:cs typeface="Lexend Deca"/>
                <a:sym typeface="Lexend Deca"/>
              </a:defRPr>
            </a:lvl4pPr>
            <a:lvl5pPr lvl="4" rtl="0">
              <a:spcBef>
                <a:spcPts val="0"/>
              </a:spcBef>
              <a:spcAft>
                <a:spcPts val="0"/>
              </a:spcAft>
              <a:buSzPts val="1900"/>
              <a:buFont typeface="Lexend Deca"/>
              <a:buNone/>
              <a:defRPr b="1" sz="1900">
                <a:latin typeface="Lexend Deca"/>
                <a:ea typeface="Lexend Deca"/>
                <a:cs typeface="Lexend Deca"/>
                <a:sym typeface="Lexend Deca"/>
              </a:defRPr>
            </a:lvl5pPr>
            <a:lvl6pPr lvl="5" rtl="0">
              <a:spcBef>
                <a:spcPts val="0"/>
              </a:spcBef>
              <a:spcAft>
                <a:spcPts val="0"/>
              </a:spcAft>
              <a:buSzPts val="1900"/>
              <a:buFont typeface="Lexend Deca"/>
              <a:buNone/>
              <a:defRPr b="1" sz="1900">
                <a:latin typeface="Lexend Deca"/>
                <a:ea typeface="Lexend Deca"/>
                <a:cs typeface="Lexend Deca"/>
                <a:sym typeface="Lexend Deca"/>
              </a:defRPr>
            </a:lvl6pPr>
            <a:lvl7pPr lvl="6" rtl="0">
              <a:spcBef>
                <a:spcPts val="0"/>
              </a:spcBef>
              <a:spcAft>
                <a:spcPts val="0"/>
              </a:spcAft>
              <a:buSzPts val="1900"/>
              <a:buFont typeface="Lexend Deca"/>
              <a:buNone/>
              <a:defRPr b="1" sz="1900">
                <a:latin typeface="Lexend Deca"/>
                <a:ea typeface="Lexend Deca"/>
                <a:cs typeface="Lexend Deca"/>
                <a:sym typeface="Lexend Deca"/>
              </a:defRPr>
            </a:lvl7pPr>
            <a:lvl8pPr lvl="7" rtl="0">
              <a:spcBef>
                <a:spcPts val="0"/>
              </a:spcBef>
              <a:spcAft>
                <a:spcPts val="0"/>
              </a:spcAft>
              <a:buSzPts val="1900"/>
              <a:buFont typeface="Lexend Deca"/>
              <a:buNone/>
              <a:defRPr b="1" sz="1900">
                <a:latin typeface="Lexend Deca"/>
                <a:ea typeface="Lexend Deca"/>
                <a:cs typeface="Lexend Deca"/>
                <a:sym typeface="Lexend Deca"/>
              </a:defRPr>
            </a:lvl8pPr>
            <a:lvl9pPr lvl="8" rtl="0">
              <a:spcBef>
                <a:spcPts val="0"/>
              </a:spcBef>
              <a:spcAft>
                <a:spcPts val="0"/>
              </a:spcAft>
              <a:buSzPts val="1900"/>
              <a:buFont typeface="Lexend Deca"/>
              <a:buNone/>
              <a:defRPr b="1" sz="1900">
                <a:latin typeface="Lexend Deca"/>
                <a:ea typeface="Lexend Deca"/>
                <a:cs typeface="Lexend Deca"/>
                <a:sym typeface="Lexend Deca"/>
              </a:defRPr>
            </a:lvl9pPr>
          </a:lstStyle>
          <a:p/>
        </p:txBody>
      </p:sp>
      <p:sp>
        <p:nvSpPr>
          <p:cNvPr id="218" name="Google Shape;218;p18"/>
          <p:cNvSpPr txBox="1"/>
          <p:nvPr>
            <p:ph idx="7" type="subTitle"/>
          </p:nvPr>
        </p:nvSpPr>
        <p:spPr>
          <a:xfrm>
            <a:off x="713475" y="3277103"/>
            <a:ext cx="2569800" cy="9318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None/>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219" name="Google Shape;219;p18"/>
          <p:cNvSpPr txBox="1"/>
          <p:nvPr>
            <p:ph idx="8" type="subTitle"/>
          </p:nvPr>
        </p:nvSpPr>
        <p:spPr>
          <a:xfrm>
            <a:off x="5859173" y="3277103"/>
            <a:ext cx="2569800" cy="9318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None/>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220" name="Google Shape;220;p18"/>
          <p:cNvSpPr txBox="1"/>
          <p:nvPr>
            <p:ph idx="9" type="subTitle"/>
          </p:nvPr>
        </p:nvSpPr>
        <p:spPr>
          <a:xfrm>
            <a:off x="713475" y="2994016"/>
            <a:ext cx="2569800" cy="411000"/>
          </a:xfrm>
          <a:prstGeom prst="rect">
            <a:avLst/>
          </a:prstGeom>
        </p:spPr>
        <p:txBody>
          <a:bodyPr anchorCtr="0" anchor="b" bIns="91425" lIns="91425" spcFirstLastPara="1" rIns="91425" wrap="square" tIns="91425">
            <a:noAutofit/>
          </a:bodyPr>
          <a:lstStyle>
            <a:lvl1pPr lvl="0" rtl="0">
              <a:spcBef>
                <a:spcPts val="0"/>
              </a:spcBef>
              <a:spcAft>
                <a:spcPts val="0"/>
              </a:spcAft>
              <a:buSzPts val="1900"/>
              <a:buFont typeface="Lexend Deca"/>
              <a:buNone/>
              <a:defRPr b="1" sz="1900">
                <a:latin typeface="Lexend Deca"/>
                <a:ea typeface="Lexend Deca"/>
                <a:cs typeface="Lexend Deca"/>
                <a:sym typeface="Lexend Deca"/>
              </a:defRPr>
            </a:lvl1pPr>
            <a:lvl2pPr lvl="1" rtl="0">
              <a:spcBef>
                <a:spcPts val="0"/>
              </a:spcBef>
              <a:spcAft>
                <a:spcPts val="0"/>
              </a:spcAft>
              <a:buSzPts val="1900"/>
              <a:buFont typeface="Lexend Deca"/>
              <a:buNone/>
              <a:defRPr b="1" sz="1900">
                <a:latin typeface="Lexend Deca"/>
                <a:ea typeface="Lexend Deca"/>
                <a:cs typeface="Lexend Deca"/>
                <a:sym typeface="Lexend Deca"/>
              </a:defRPr>
            </a:lvl2pPr>
            <a:lvl3pPr lvl="2" rtl="0">
              <a:spcBef>
                <a:spcPts val="0"/>
              </a:spcBef>
              <a:spcAft>
                <a:spcPts val="0"/>
              </a:spcAft>
              <a:buSzPts val="1900"/>
              <a:buFont typeface="Lexend Deca"/>
              <a:buNone/>
              <a:defRPr b="1" sz="1900">
                <a:latin typeface="Lexend Deca"/>
                <a:ea typeface="Lexend Deca"/>
                <a:cs typeface="Lexend Deca"/>
                <a:sym typeface="Lexend Deca"/>
              </a:defRPr>
            </a:lvl3pPr>
            <a:lvl4pPr lvl="3" rtl="0">
              <a:spcBef>
                <a:spcPts val="0"/>
              </a:spcBef>
              <a:spcAft>
                <a:spcPts val="0"/>
              </a:spcAft>
              <a:buSzPts val="1900"/>
              <a:buFont typeface="Lexend Deca"/>
              <a:buNone/>
              <a:defRPr b="1" sz="1900">
                <a:latin typeface="Lexend Deca"/>
                <a:ea typeface="Lexend Deca"/>
                <a:cs typeface="Lexend Deca"/>
                <a:sym typeface="Lexend Deca"/>
              </a:defRPr>
            </a:lvl4pPr>
            <a:lvl5pPr lvl="4" rtl="0">
              <a:spcBef>
                <a:spcPts val="0"/>
              </a:spcBef>
              <a:spcAft>
                <a:spcPts val="0"/>
              </a:spcAft>
              <a:buSzPts val="1900"/>
              <a:buFont typeface="Lexend Deca"/>
              <a:buNone/>
              <a:defRPr b="1" sz="1900">
                <a:latin typeface="Lexend Deca"/>
                <a:ea typeface="Lexend Deca"/>
                <a:cs typeface="Lexend Deca"/>
                <a:sym typeface="Lexend Deca"/>
              </a:defRPr>
            </a:lvl5pPr>
            <a:lvl6pPr lvl="5" rtl="0">
              <a:spcBef>
                <a:spcPts val="0"/>
              </a:spcBef>
              <a:spcAft>
                <a:spcPts val="0"/>
              </a:spcAft>
              <a:buSzPts val="1900"/>
              <a:buFont typeface="Lexend Deca"/>
              <a:buNone/>
              <a:defRPr b="1" sz="1900">
                <a:latin typeface="Lexend Deca"/>
                <a:ea typeface="Lexend Deca"/>
                <a:cs typeface="Lexend Deca"/>
                <a:sym typeface="Lexend Deca"/>
              </a:defRPr>
            </a:lvl6pPr>
            <a:lvl7pPr lvl="6" rtl="0">
              <a:spcBef>
                <a:spcPts val="0"/>
              </a:spcBef>
              <a:spcAft>
                <a:spcPts val="0"/>
              </a:spcAft>
              <a:buSzPts val="1900"/>
              <a:buFont typeface="Lexend Deca"/>
              <a:buNone/>
              <a:defRPr b="1" sz="1900">
                <a:latin typeface="Lexend Deca"/>
                <a:ea typeface="Lexend Deca"/>
                <a:cs typeface="Lexend Deca"/>
                <a:sym typeface="Lexend Deca"/>
              </a:defRPr>
            </a:lvl7pPr>
            <a:lvl8pPr lvl="7" rtl="0">
              <a:spcBef>
                <a:spcPts val="0"/>
              </a:spcBef>
              <a:spcAft>
                <a:spcPts val="0"/>
              </a:spcAft>
              <a:buSzPts val="1900"/>
              <a:buFont typeface="Lexend Deca"/>
              <a:buNone/>
              <a:defRPr b="1" sz="1900">
                <a:latin typeface="Lexend Deca"/>
                <a:ea typeface="Lexend Deca"/>
                <a:cs typeface="Lexend Deca"/>
                <a:sym typeface="Lexend Deca"/>
              </a:defRPr>
            </a:lvl8pPr>
            <a:lvl9pPr lvl="8" rtl="0">
              <a:spcBef>
                <a:spcPts val="0"/>
              </a:spcBef>
              <a:spcAft>
                <a:spcPts val="0"/>
              </a:spcAft>
              <a:buSzPts val="1900"/>
              <a:buFont typeface="Lexend Deca"/>
              <a:buNone/>
              <a:defRPr b="1" sz="1900">
                <a:latin typeface="Lexend Deca"/>
                <a:ea typeface="Lexend Deca"/>
                <a:cs typeface="Lexend Deca"/>
                <a:sym typeface="Lexend Deca"/>
              </a:defRPr>
            </a:lvl9pPr>
          </a:lstStyle>
          <a:p/>
        </p:txBody>
      </p:sp>
      <p:sp>
        <p:nvSpPr>
          <p:cNvPr id="221" name="Google Shape;221;p18"/>
          <p:cNvSpPr txBox="1"/>
          <p:nvPr>
            <p:ph idx="13" type="subTitle"/>
          </p:nvPr>
        </p:nvSpPr>
        <p:spPr>
          <a:xfrm>
            <a:off x="5859174" y="2994016"/>
            <a:ext cx="2569800" cy="411000"/>
          </a:xfrm>
          <a:prstGeom prst="rect">
            <a:avLst/>
          </a:prstGeom>
        </p:spPr>
        <p:txBody>
          <a:bodyPr anchorCtr="0" anchor="b" bIns="91425" lIns="91425" spcFirstLastPara="1" rIns="91425" wrap="square" tIns="91425">
            <a:noAutofit/>
          </a:bodyPr>
          <a:lstStyle>
            <a:lvl1pPr lvl="0" rtl="0">
              <a:spcBef>
                <a:spcPts val="0"/>
              </a:spcBef>
              <a:spcAft>
                <a:spcPts val="0"/>
              </a:spcAft>
              <a:buSzPts val="1900"/>
              <a:buFont typeface="Lexend Deca"/>
              <a:buNone/>
              <a:defRPr b="1" sz="1900">
                <a:latin typeface="Lexend Deca"/>
                <a:ea typeface="Lexend Deca"/>
                <a:cs typeface="Lexend Deca"/>
                <a:sym typeface="Lexend Deca"/>
              </a:defRPr>
            </a:lvl1pPr>
            <a:lvl2pPr lvl="1" rtl="0">
              <a:spcBef>
                <a:spcPts val="0"/>
              </a:spcBef>
              <a:spcAft>
                <a:spcPts val="0"/>
              </a:spcAft>
              <a:buSzPts val="1900"/>
              <a:buFont typeface="Lexend Deca"/>
              <a:buNone/>
              <a:defRPr b="1" sz="1900">
                <a:latin typeface="Lexend Deca"/>
                <a:ea typeface="Lexend Deca"/>
                <a:cs typeface="Lexend Deca"/>
                <a:sym typeface="Lexend Deca"/>
              </a:defRPr>
            </a:lvl2pPr>
            <a:lvl3pPr lvl="2" rtl="0">
              <a:spcBef>
                <a:spcPts val="0"/>
              </a:spcBef>
              <a:spcAft>
                <a:spcPts val="0"/>
              </a:spcAft>
              <a:buSzPts val="1900"/>
              <a:buFont typeface="Lexend Deca"/>
              <a:buNone/>
              <a:defRPr b="1" sz="1900">
                <a:latin typeface="Lexend Deca"/>
                <a:ea typeface="Lexend Deca"/>
                <a:cs typeface="Lexend Deca"/>
                <a:sym typeface="Lexend Deca"/>
              </a:defRPr>
            </a:lvl3pPr>
            <a:lvl4pPr lvl="3" rtl="0">
              <a:spcBef>
                <a:spcPts val="0"/>
              </a:spcBef>
              <a:spcAft>
                <a:spcPts val="0"/>
              </a:spcAft>
              <a:buSzPts val="1900"/>
              <a:buFont typeface="Lexend Deca"/>
              <a:buNone/>
              <a:defRPr b="1" sz="1900">
                <a:latin typeface="Lexend Deca"/>
                <a:ea typeface="Lexend Deca"/>
                <a:cs typeface="Lexend Deca"/>
                <a:sym typeface="Lexend Deca"/>
              </a:defRPr>
            </a:lvl4pPr>
            <a:lvl5pPr lvl="4" rtl="0">
              <a:spcBef>
                <a:spcPts val="0"/>
              </a:spcBef>
              <a:spcAft>
                <a:spcPts val="0"/>
              </a:spcAft>
              <a:buSzPts val="1900"/>
              <a:buFont typeface="Lexend Deca"/>
              <a:buNone/>
              <a:defRPr b="1" sz="1900">
                <a:latin typeface="Lexend Deca"/>
                <a:ea typeface="Lexend Deca"/>
                <a:cs typeface="Lexend Deca"/>
                <a:sym typeface="Lexend Deca"/>
              </a:defRPr>
            </a:lvl5pPr>
            <a:lvl6pPr lvl="5" rtl="0">
              <a:spcBef>
                <a:spcPts val="0"/>
              </a:spcBef>
              <a:spcAft>
                <a:spcPts val="0"/>
              </a:spcAft>
              <a:buSzPts val="1900"/>
              <a:buFont typeface="Lexend Deca"/>
              <a:buNone/>
              <a:defRPr b="1" sz="1900">
                <a:latin typeface="Lexend Deca"/>
                <a:ea typeface="Lexend Deca"/>
                <a:cs typeface="Lexend Deca"/>
                <a:sym typeface="Lexend Deca"/>
              </a:defRPr>
            </a:lvl6pPr>
            <a:lvl7pPr lvl="6" rtl="0">
              <a:spcBef>
                <a:spcPts val="0"/>
              </a:spcBef>
              <a:spcAft>
                <a:spcPts val="0"/>
              </a:spcAft>
              <a:buSzPts val="1900"/>
              <a:buFont typeface="Lexend Deca"/>
              <a:buNone/>
              <a:defRPr b="1" sz="1900">
                <a:latin typeface="Lexend Deca"/>
                <a:ea typeface="Lexend Deca"/>
                <a:cs typeface="Lexend Deca"/>
                <a:sym typeface="Lexend Deca"/>
              </a:defRPr>
            </a:lvl7pPr>
            <a:lvl8pPr lvl="7" rtl="0">
              <a:spcBef>
                <a:spcPts val="0"/>
              </a:spcBef>
              <a:spcAft>
                <a:spcPts val="0"/>
              </a:spcAft>
              <a:buSzPts val="1900"/>
              <a:buFont typeface="Lexend Deca"/>
              <a:buNone/>
              <a:defRPr b="1" sz="1900">
                <a:latin typeface="Lexend Deca"/>
                <a:ea typeface="Lexend Deca"/>
                <a:cs typeface="Lexend Deca"/>
                <a:sym typeface="Lexend Deca"/>
              </a:defRPr>
            </a:lvl8pPr>
            <a:lvl9pPr lvl="8" rtl="0">
              <a:spcBef>
                <a:spcPts val="0"/>
              </a:spcBef>
              <a:spcAft>
                <a:spcPts val="0"/>
              </a:spcAft>
              <a:buSzPts val="1900"/>
              <a:buFont typeface="Lexend Deca"/>
              <a:buNone/>
              <a:defRPr b="1" sz="1900">
                <a:latin typeface="Lexend Deca"/>
                <a:ea typeface="Lexend Deca"/>
                <a:cs typeface="Lexend Deca"/>
                <a:sym typeface="Lexend Deca"/>
              </a:defRPr>
            </a:lvl9pPr>
          </a:lstStyle>
          <a:p/>
        </p:txBody>
      </p:sp>
      <p:sp>
        <p:nvSpPr>
          <p:cNvPr id="222" name="Google Shape;222;p18"/>
          <p:cNvSpPr txBox="1"/>
          <p:nvPr>
            <p:ph idx="14" type="subTitle"/>
          </p:nvPr>
        </p:nvSpPr>
        <p:spPr>
          <a:xfrm>
            <a:off x="3287100" y="3277095"/>
            <a:ext cx="2569800" cy="9318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None/>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223" name="Google Shape;223;p18"/>
          <p:cNvSpPr txBox="1"/>
          <p:nvPr>
            <p:ph idx="15" type="subTitle"/>
          </p:nvPr>
        </p:nvSpPr>
        <p:spPr>
          <a:xfrm>
            <a:off x="3287100" y="2994000"/>
            <a:ext cx="2569800" cy="411000"/>
          </a:xfrm>
          <a:prstGeom prst="rect">
            <a:avLst/>
          </a:prstGeom>
        </p:spPr>
        <p:txBody>
          <a:bodyPr anchorCtr="0" anchor="b" bIns="91425" lIns="91425" spcFirstLastPara="1" rIns="91425" wrap="square" tIns="91425">
            <a:noAutofit/>
          </a:bodyPr>
          <a:lstStyle>
            <a:lvl1pPr lvl="0" rtl="0">
              <a:spcBef>
                <a:spcPts val="0"/>
              </a:spcBef>
              <a:spcAft>
                <a:spcPts val="0"/>
              </a:spcAft>
              <a:buSzPts val="1900"/>
              <a:buFont typeface="Lexend Deca"/>
              <a:buNone/>
              <a:defRPr b="1" sz="1900">
                <a:latin typeface="Lexend Deca"/>
                <a:ea typeface="Lexend Deca"/>
                <a:cs typeface="Lexend Deca"/>
                <a:sym typeface="Lexend Deca"/>
              </a:defRPr>
            </a:lvl1pPr>
            <a:lvl2pPr lvl="1" rtl="0">
              <a:spcBef>
                <a:spcPts val="0"/>
              </a:spcBef>
              <a:spcAft>
                <a:spcPts val="0"/>
              </a:spcAft>
              <a:buSzPts val="1900"/>
              <a:buFont typeface="Lexend Deca"/>
              <a:buNone/>
              <a:defRPr b="1" sz="1900">
                <a:latin typeface="Lexend Deca"/>
                <a:ea typeface="Lexend Deca"/>
                <a:cs typeface="Lexend Deca"/>
                <a:sym typeface="Lexend Deca"/>
              </a:defRPr>
            </a:lvl2pPr>
            <a:lvl3pPr lvl="2" rtl="0">
              <a:spcBef>
                <a:spcPts val="0"/>
              </a:spcBef>
              <a:spcAft>
                <a:spcPts val="0"/>
              </a:spcAft>
              <a:buSzPts val="1900"/>
              <a:buFont typeface="Lexend Deca"/>
              <a:buNone/>
              <a:defRPr b="1" sz="1900">
                <a:latin typeface="Lexend Deca"/>
                <a:ea typeface="Lexend Deca"/>
                <a:cs typeface="Lexend Deca"/>
                <a:sym typeface="Lexend Deca"/>
              </a:defRPr>
            </a:lvl3pPr>
            <a:lvl4pPr lvl="3" rtl="0">
              <a:spcBef>
                <a:spcPts val="0"/>
              </a:spcBef>
              <a:spcAft>
                <a:spcPts val="0"/>
              </a:spcAft>
              <a:buSzPts val="1900"/>
              <a:buFont typeface="Lexend Deca"/>
              <a:buNone/>
              <a:defRPr b="1" sz="1900">
                <a:latin typeface="Lexend Deca"/>
                <a:ea typeface="Lexend Deca"/>
                <a:cs typeface="Lexend Deca"/>
                <a:sym typeface="Lexend Deca"/>
              </a:defRPr>
            </a:lvl4pPr>
            <a:lvl5pPr lvl="4" rtl="0">
              <a:spcBef>
                <a:spcPts val="0"/>
              </a:spcBef>
              <a:spcAft>
                <a:spcPts val="0"/>
              </a:spcAft>
              <a:buSzPts val="1900"/>
              <a:buFont typeface="Lexend Deca"/>
              <a:buNone/>
              <a:defRPr b="1" sz="1900">
                <a:latin typeface="Lexend Deca"/>
                <a:ea typeface="Lexend Deca"/>
                <a:cs typeface="Lexend Deca"/>
                <a:sym typeface="Lexend Deca"/>
              </a:defRPr>
            </a:lvl5pPr>
            <a:lvl6pPr lvl="5" rtl="0">
              <a:spcBef>
                <a:spcPts val="0"/>
              </a:spcBef>
              <a:spcAft>
                <a:spcPts val="0"/>
              </a:spcAft>
              <a:buSzPts val="1900"/>
              <a:buFont typeface="Lexend Deca"/>
              <a:buNone/>
              <a:defRPr b="1" sz="1900">
                <a:latin typeface="Lexend Deca"/>
                <a:ea typeface="Lexend Deca"/>
                <a:cs typeface="Lexend Deca"/>
                <a:sym typeface="Lexend Deca"/>
              </a:defRPr>
            </a:lvl6pPr>
            <a:lvl7pPr lvl="6" rtl="0">
              <a:spcBef>
                <a:spcPts val="0"/>
              </a:spcBef>
              <a:spcAft>
                <a:spcPts val="0"/>
              </a:spcAft>
              <a:buSzPts val="1900"/>
              <a:buFont typeface="Lexend Deca"/>
              <a:buNone/>
              <a:defRPr b="1" sz="1900">
                <a:latin typeface="Lexend Deca"/>
                <a:ea typeface="Lexend Deca"/>
                <a:cs typeface="Lexend Deca"/>
                <a:sym typeface="Lexend Deca"/>
              </a:defRPr>
            </a:lvl7pPr>
            <a:lvl8pPr lvl="7" rtl="0">
              <a:spcBef>
                <a:spcPts val="0"/>
              </a:spcBef>
              <a:spcAft>
                <a:spcPts val="0"/>
              </a:spcAft>
              <a:buSzPts val="1900"/>
              <a:buFont typeface="Lexend Deca"/>
              <a:buNone/>
              <a:defRPr b="1" sz="1900">
                <a:latin typeface="Lexend Deca"/>
                <a:ea typeface="Lexend Deca"/>
                <a:cs typeface="Lexend Deca"/>
                <a:sym typeface="Lexend Deca"/>
              </a:defRPr>
            </a:lvl8pPr>
            <a:lvl9pPr lvl="8" rtl="0">
              <a:spcBef>
                <a:spcPts val="0"/>
              </a:spcBef>
              <a:spcAft>
                <a:spcPts val="0"/>
              </a:spcAft>
              <a:buSzPts val="1900"/>
              <a:buFont typeface="Lexend Deca"/>
              <a:buNone/>
              <a:defRPr b="1" sz="1900">
                <a:latin typeface="Lexend Deca"/>
                <a:ea typeface="Lexend Deca"/>
                <a:cs typeface="Lexend Deca"/>
                <a:sym typeface="Lexend Deca"/>
              </a:defRPr>
            </a:lvl9pPr>
          </a:lstStyle>
          <a:p/>
        </p:txBody>
      </p:sp>
      <p:grpSp>
        <p:nvGrpSpPr>
          <p:cNvPr id="224" name="Google Shape;224;p18"/>
          <p:cNvGrpSpPr/>
          <p:nvPr/>
        </p:nvGrpSpPr>
        <p:grpSpPr>
          <a:xfrm>
            <a:off x="-75" y="-2325"/>
            <a:ext cx="9144150" cy="5145825"/>
            <a:chOff x="0" y="-2325"/>
            <a:chExt cx="9144150" cy="5145825"/>
          </a:xfrm>
        </p:grpSpPr>
        <p:sp>
          <p:nvSpPr>
            <p:cNvPr id="225" name="Google Shape;225;p18"/>
            <p:cNvSpPr/>
            <p:nvPr/>
          </p:nvSpPr>
          <p:spPr>
            <a:xfrm>
              <a:off x="0" y="0"/>
              <a:ext cx="9144000" cy="5143500"/>
            </a:xfrm>
            <a:prstGeom prst="frame">
              <a:avLst>
                <a:gd fmla="val 408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8">
              <a:hlinkClick action="ppaction://hlinkshowjump?jump=nextslide"/>
            </p:cNvPr>
            <p:cNvSpPr/>
            <p:nvPr/>
          </p:nvSpPr>
          <p:spPr>
            <a:xfrm>
              <a:off x="8562150" y="-2325"/>
              <a:ext cx="58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TITLE_AND_TWO_COLUMNS_1_2_1">
    <p:spTree>
      <p:nvGrpSpPr>
        <p:cNvPr id="227" name="Shape 227"/>
        <p:cNvGrpSpPr/>
        <p:nvPr/>
      </p:nvGrpSpPr>
      <p:grpSpPr>
        <a:xfrm>
          <a:off x="0" y="0"/>
          <a:ext cx="0" cy="0"/>
          <a:chOff x="0" y="0"/>
          <a:chExt cx="0" cy="0"/>
        </a:xfrm>
      </p:grpSpPr>
      <p:grpSp>
        <p:nvGrpSpPr>
          <p:cNvPr id="228" name="Google Shape;228;p19"/>
          <p:cNvGrpSpPr/>
          <p:nvPr/>
        </p:nvGrpSpPr>
        <p:grpSpPr>
          <a:xfrm rot="-7454779">
            <a:off x="7399863" y="-239249"/>
            <a:ext cx="2079802" cy="1199662"/>
            <a:chOff x="4057999" y="181766"/>
            <a:chExt cx="1647076" cy="950059"/>
          </a:xfrm>
        </p:grpSpPr>
        <p:sp>
          <p:nvSpPr>
            <p:cNvPr id="229" name="Google Shape;229;p19"/>
            <p:cNvSpPr/>
            <p:nvPr/>
          </p:nvSpPr>
          <p:spPr>
            <a:xfrm>
              <a:off x="4080475" y="318675"/>
              <a:ext cx="1624600" cy="813150"/>
            </a:xfrm>
            <a:custGeom>
              <a:rect b="b" l="l" r="r" t="t"/>
              <a:pathLst>
                <a:path extrusionOk="0" h="32526" w="64984">
                  <a:moveTo>
                    <a:pt x="40012" y="1"/>
                  </a:moveTo>
                  <a:cubicBezTo>
                    <a:pt x="36896" y="1"/>
                    <a:pt x="34164" y="1251"/>
                    <a:pt x="31547" y="2618"/>
                  </a:cubicBezTo>
                  <a:cubicBezTo>
                    <a:pt x="28443" y="4240"/>
                    <a:pt x="25967" y="6405"/>
                    <a:pt x="21456" y="6405"/>
                  </a:cubicBezTo>
                  <a:cubicBezTo>
                    <a:pt x="21245" y="6405"/>
                    <a:pt x="21028" y="6401"/>
                    <a:pt x="20808" y="6391"/>
                  </a:cubicBezTo>
                  <a:cubicBezTo>
                    <a:pt x="17708" y="6253"/>
                    <a:pt x="15532" y="5489"/>
                    <a:pt x="13201" y="5489"/>
                  </a:cubicBezTo>
                  <a:cubicBezTo>
                    <a:pt x="11827" y="5489"/>
                    <a:pt x="10399" y="5754"/>
                    <a:pt x="8696" y="6570"/>
                  </a:cubicBezTo>
                  <a:cubicBezTo>
                    <a:pt x="4193" y="8727"/>
                    <a:pt x="1761" y="12773"/>
                    <a:pt x="1198" y="17809"/>
                  </a:cubicBezTo>
                  <a:cubicBezTo>
                    <a:pt x="0" y="28497"/>
                    <a:pt x="8710" y="32526"/>
                    <a:pt x="15528" y="32526"/>
                  </a:cubicBezTo>
                  <a:cubicBezTo>
                    <a:pt x="18533" y="32526"/>
                    <a:pt x="21171" y="31743"/>
                    <a:pt x="22431" y="30403"/>
                  </a:cubicBezTo>
                  <a:cubicBezTo>
                    <a:pt x="28847" y="23583"/>
                    <a:pt x="27231" y="22950"/>
                    <a:pt x="37145" y="22950"/>
                  </a:cubicBezTo>
                  <a:cubicBezTo>
                    <a:pt x="39165" y="22950"/>
                    <a:pt x="41664" y="22976"/>
                    <a:pt x="44807" y="22981"/>
                  </a:cubicBezTo>
                  <a:cubicBezTo>
                    <a:pt x="44815" y="22981"/>
                    <a:pt x="44823" y="22981"/>
                    <a:pt x="44832" y="22981"/>
                  </a:cubicBezTo>
                  <a:cubicBezTo>
                    <a:pt x="56092" y="22981"/>
                    <a:pt x="64983" y="9600"/>
                    <a:pt x="45684" y="1143"/>
                  </a:cubicBezTo>
                  <a:cubicBezTo>
                    <a:pt x="44411" y="586"/>
                    <a:pt x="42899" y="259"/>
                    <a:pt x="41364" y="80"/>
                  </a:cubicBezTo>
                  <a:cubicBezTo>
                    <a:pt x="40905" y="26"/>
                    <a:pt x="40455" y="1"/>
                    <a:pt x="4001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9"/>
            <p:cNvSpPr/>
            <p:nvPr/>
          </p:nvSpPr>
          <p:spPr>
            <a:xfrm>
              <a:off x="4057999" y="297298"/>
              <a:ext cx="307425" cy="177775"/>
            </a:xfrm>
            <a:custGeom>
              <a:rect b="b" l="l" r="r" t="t"/>
              <a:pathLst>
                <a:path extrusionOk="0" h="7111" w="12297">
                  <a:moveTo>
                    <a:pt x="7010" y="1"/>
                  </a:moveTo>
                  <a:cubicBezTo>
                    <a:pt x="6595" y="1"/>
                    <a:pt x="6149" y="29"/>
                    <a:pt x="5672" y="89"/>
                  </a:cubicBezTo>
                  <a:cubicBezTo>
                    <a:pt x="5672" y="89"/>
                    <a:pt x="1" y="943"/>
                    <a:pt x="363" y="4242"/>
                  </a:cubicBezTo>
                  <a:cubicBezTo>
                    <a:pt x="596" y="6359"/>
                    <a:pt x="2334" y="7110"/>
                    <a:pt x="4280" y="7110"/>
                  </a:cubicBezTo>
                  <a:cubicBezTo>
                    <a:pt x="6235" y="7110"/>
                    <a:pt x="8402" y="6352"/>
                    <a:pt x="9465" y="5459"/>
                  </a:cubicBezTo>
                  <a:cubicBezTo>
                    <a:pt x="12297" y="3081"/>
                    <a:pt x="11345" y="1"/>
                    <a:pt x="701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9"/>
            <p:cNvSpPr/>
            <p:nvPr/>
          </p:nvSpPr>
          <p:spPr>
            <a:xfrm>
              <a:off x="5106014" y="181766"/>
              <a:ext cx="169125" cy="68300"/>
            </a:xfrm>
            <a:custGeom>
              <a:rect b="b" l="l" r="r" t="t"/>
              <a:pathLst>
                <a:path extrusionOk="0" h="2732" w="6765">
                  <a:moveTo>
                    <a:pt x="3520" y="1"/>
                  </a:moveTo>
                  <a:cubicBezTo>
                    <a:pt x="2537" y="1"/>
                    <a:pt x="1006" y="188"/>
                    <a:pt x="501" y="1288"/>
                  </a:cubicBezTo>
                  <a:cubicBezTo>
                    <a:pt x="0" y="2380"/>
                    <a:pt x="1282" y="2731"/>
                    <a:pt x="2639" y="2731"/>
                  </a:cubicBezTo>
                  <a:cubicBezTo>
                    <a:pt x="3354" y="2731"/>
                    <a:pt x="4091" y="2634"/>
                    <a:pt x="4598" y="2495"/>
                  </a:cubicBezTo>
                  <a:cubicBezTo>
                    <a:pt x="6068" y="2096"/>
                    <a:pt x="6765" y="315"/>
                    <a:pt x="4388" y="50"/>
                  </a:cubicBezTo>
                  <a:cubicBezTo>
                    <a:pt x="4388" y="50"/>
                    <a:pt x="4027" y="1"/>
                    <a:pt x="352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9"/>
            <p:cNvSpPr/>
            <p:nvPr/>
          </p:nvSpPr>
          <p:spPr>
            <a:xfrm>
              <a:off x="4667119" y="950098"/>
              <a:ext cx="392975" cy="176200"/>
            </a:xfrm>
            <a:custGeom>
              <a:rect b="b" l="l" r="r" t="t"/>
              <a:pathLst>
                <a:path extrusionOk="0" h="7048" w="15719">
                  <a:moveTo>
                    <a:pt x="9557" y="1"/>
                  </a:moveTo>
                  <a:cubicBezTo>
                    <a:pt x="9303" y="1"/>
                    <a:pt x="9037" y="8"/>
                    <a:pt x="8759" y="23"/>
                  </a:cubicBezTo>
                  <a:cubicBezTo>
                    <a:pt x="8759" y="23"/>
                    <a:pt x="749" y="632"/>
                    <a:pt x="285" y="4143"/>
                  </a:cubicBezTo>
                  <a:cubicBezTo>
                    <a:pt x="0" y="6299"/>
                    <a:pt x="2337" y="7047"/>
                    <a:pt x="4905" y="7047"/>
                  </a:cubicBezTo>
                  <a:cubicBezTo>
                    <a:pt x="6521" y="7047"/>
                    <a:pt x="8228" y="6751"/>
                    <a:pt x="9432" y="6322"/>
                  </a:cubicBezTo>
                  <a:cubicBezTo>
                    <a:pt x="15083" y="4312"/>
                    <a:pt x="15719" y="1"/>
                    <a:pt x="955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3" name="Google Shape;233;p19"/>
          <p:cNvSpPr txBox="1"/>
          <p:nvPr>
            <p:ph type="title"/>
          </p:nvPr>
        </p:nvSpPr>
        <p:spPr>
          <a:xfrm>
            <a:off x="713475" y="463300"/>
            <a:ext cx="7717200" cy="5649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grpSp>
        <p:nvGrpSpPr>
          <p:cNvPr id="234" name="Google Shape;234;p19"/>
          <p:cNvGrpSpPr/>
          <p:nvPr/>
        </p:nvGrpSpPr>
        <p:grpSpPr>
          <a:xfrm>
            <a:off x="-75" y="-2325"/>
            <a:ext cx="9144150" cy="5145825"/>
            <a:chOff x="0" y="-2325"/>
            <a:chExt cx="9144150" cy="5145825"/>
          </a:xfrm>
        </p:grpSpPr>
        <p:sp>
          <p:nvSpPr>
            <p:cNvPr id="235" name="Google Shape;235;p19"/>
            <p:cNvSpPr/>
            <p:nvPr/>
          </p:nvSpPr>
          <p:spPr>
            <a:xfrm>
              <a:off x="0" y="0"/>
              <a:ext cx="9144000" cy="5143500"/>
            </a:xfrm>
            <a:prstGeom prst="frame">
              <a:avLst>
                <a:gd fmla="val 408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9">
              <a:hlinkClick action="ppaction://hlinkshowjump?jump=nextslide"/>
            </p:cNvPr>
            <p:cNvSpPr/>
            <p:nvPr/>
          </p:nvSpPr>
          <p:spPr>
            <a:xfrm>
              <a:off x="8562150" y="-2325"/>
              <a:ext cx="58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7" name="Google Shape;237;p19"/>
          <p:cNvSpPr txBox="1"/>
          <p:nvPr>
            <p:ph idx="1" type="body"/>
          </p:nvPr>
        </p:nvSpPr>
        <p:spPr>
          <a:xfrm>
            <a:off x="713475" y="1016800"/>
            <a:ext cx="3858600" cy="1283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238" name="Shape 238"/>
        <p:cNvGrpSpPr/>
        <p:nvPr/>
      </p:nvGrpSpPr>
      <p:grpSpPr>
        <a:xfrm>
          <a:off x="0" y="0"/>
          <a:ext cx="0" cy="0"/>
          <a:chOff x="0" y="0"/>
          <a:chExt cx="0" cy="0"/>
        </a:xfrm>
      </p:grpSpPr>
      <p:grpSp>
        <p:nvGrpSpPr>
          <p:cNvPr id="239" name="Google Shape;239;p20"/>
          <p:cNvGrpSpPr/>
          <p:nvPr/>
        </p:nvGrpSpPr>
        <p:grpSpPr>
          <a:xfrm flipH="1" rot="2054932">
            <a:off x="7565728" y="-241545"/>
            <a:ext cx="1875776" cy="1076844"/>
            <a:chOff x="4080475" y="199176"/>
            <a:chExt cx="1624600" cy="932649"/>
          </a:xfrm>
        </p:grpSpPr>
        <p:sp>
          <p:nvSpPr>
            <p:cNvPr id="240" name="Google Shape;240;p20"/>
            <p:cNvSpPr/>
            <p:nvPr/>
          </p:nvSpPr>
          <p:spPr>
            <a:xfrm>
              <a:off x="4080475" y="318675"/>
              <a:ext cx="1624600" cy="813150"/>
            </a:xfrm>
            <a:custGeom>
              <a:rect b="b" l="l" r="r" t="t"/>
              <a:pathLst>
                <a:path extrusionOk="0" h="32526" w="64984">
                  <a:moveTo>
                    <a:pt x="40012" y="1"/>
                  </a:moveTo>
                  <a:cubicBezTo>
                    <a:pt x="36896" y="1"/>
                    <a:pt x="34164" y="1251"/>
                    <a:pt x="31547" y="2618"/>
                  </a:cubicBezTo>
                  <a:cubicBezTo>
                    <a:pt x="28443" y="4240"/>
                    <a:pt x="25967" y="6405"/>
                    <a:pt x="21456" y="6405"/>
                  </a:cubicBezTo>
                  <a:cubicBezTo>
                    <a:pt x="21245" y="6405"/>
                    <a:pt x="21028" y="6401"/>
                    <a:pt x="20808" y="6391"/>
                  </a:cubicBezTo>
                  <a:cubicBezTo>
                    <a:pt x="17708" y="6253"/>
                    <a:pt x="15532" y="5489"/>
                    <a:pt x="13201" y="5489"/>
                  </a:cubicBezTo>
                  <a:cubicBezTo>
                    <a:pt x="11827" y="5489"/>
                    <a:pt x="10399" y="5754"/>
                    <a:pt x="8696" y="6570"/>
                  </a:cubicBezTo>
                  <a:cubicBezTo>
                    <a:pt x="4193" y="8727"/>
                    <a:pt x="1761" y="12773"/>
                    <a:pt x="1198" y="17809"/>
                  </a:cubicBezTo>
                  <a:cubicBezTo>
                    <a:pt x="0" y="28497"/>
                    <a:pt x="8710" y="32526"/>
                    <a:pt x="15528" y="32526"/>
                  </a:cubicBezTo>
                  <a:cubicBezTo>
                    <a:pt x="18533" y="32526"/>
                    <a:pt x="21171" y="31743"/>
                    <a:pt x="22431" y="30403"/>
                  </a:cubicBezTo>
                  <a:cubicBezTo>
                    <a:pt x="28847" y="23583"/>
                    <a:pt x="27231" y="22950"/>
                    <a:pt x="37145" y="22950"/>
                  </a:cubicBezTo>
                  <a:cubicBezTo>
                    <a:pt x="39165" y="22950"/>
                    <a:pt x="41664" y="22976"/>
                    <a:pt x="44807" y="22981"/>
                  </a:cubicBezTo>
                  <a:cubicBezTo>
                    <a:pt x="44815" y="22981"/>
                    <a:pt x="44823" y="22981"/>
                    <a:pt x="44832" y="22981"/>
                  </a:cubicBezTo>
                  <a:cubicBezTo>
                    <a:pt x="56092" y="22981"/>
                    <a:pt x="64983" y="9600"/>
                    <a:pt x="45684" y="1143"/>
                  </a:cubicBezTo>
                  <a:cubicBezTo>
                    <a:pt x="44411" y="586"/>
                    <a:pt x="42899" y="259"/>
                    <a:pt x="41364" y="80"/>
                  </a:cubicBezTo>
                  <a:cubicBezTo>
                    <a:pt x="40905" y="26"/>
                    <a:pt x="40455" y="1"/>
                    <a:pt x="4001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0"/>
            <p:cNvSpPr/>
            <p:nvPr/>
          </p:nvSpPr>
          <p:spPr>
            <a:xfrm>
              <a:off x="5014320" y="199176"/>
              <a:ext cx="169125" cy="68300"/>
            </a:xfrm>
            <a:custGeom>
              <a:rect b="b" l="l" r="r" t="t"/>
              <a:pathLst>
                <a:path extrusionOk="0" h="2732" w="6765">
                  <a:moveTo>
                    <a:pt x="3520" y="1"/>
                  </a:moveTo>
                  <a:cubicBezTo>
                    <a:pt x="2537" y="1"/>
                    <a:pt x="1006" y="188"/>
                    <a:pt x="501" y="1288"/>
                  </a:cubicBezTo>
                  <a:cubicBezTo>
                    <a:pt x="0" y="2380"/>
                    <a:pt x="1282" y="2731"/>
                    <a:pt x="2639" y="2731"/>
                  </a:cubicBezTo>
                  <a:cubicBezTo>
                    <a:pt x="3354" y="2731"/>
                    <a:pt x="4091" y="2634"/>
                    <a:pt x="4598" y="2495"/>
                  </a:cubicBezTo>
                  <a:cubicBezTo>
                    <a:pt x="6068" y="2096"/>
                    <a:pt x="6765" y="315"/>
                    <a:pt x="4388" y="50"/>
                  </a:cubicBezTo>
                  <a:cubicBezTo>
                    <a:pt x="4388" y="50"/>
                    <a:pt x="4027" y="1"/>
                    <a:pt x="352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0"/>
            <p:cNvSpPr/>
            <p:nvPr/>
          </p:nvSpPr>
          <p:spPr>
            <a:xfrm>
              <a:off x="5309945" y="902564"/>
              <a:ext cx="392975" cy="176200"/>
            </a:xfrm>
            <a:custGeom>
              <a:rect b="b" l="l" r="r" t="t"/>
              <a:pathLst>
                <a:path extrusionOk="0" h="7048" w="15719">
                  <a:moveTo>
                    <a:pt x="9557" y="1"/>
                  </a:moveTo>
                  <a:cubicBezTo>
                    <a:pt x="9303" y="1"/>
                    <a:pt x="9037" y="8"/>
                    <a:pt x="8759" y="23"/>
                  </a:cubicBezTo>
                  <a:cubicBezTo>
                    <a:pt x="8759" y="23"/>
                    <a:pt x="749" y="632"/>
                    <a:pt x="285" y="4143"/>
                  </a:cubicBezTo>
                  <a:cubicBezTo>
                    <a:pt x="0" y="6299"/>
                    <a:pt x="2337" y="7047"/>
                    <a:pt x="4905" y="7047"/>
                  </a:cubicBezTo>
                  <a:cubicBezTo>
                    <a:pt x="6521" y="7047"/>
                    <a:pt x="8228" y="6751"/>
                    <a:pt x="9432" y="6322"/>
                  </a:cubicBezTo>
                  <a:cubicBezTo>
                    <a:pt x="15083" y="4312"/>
                    <a:pt x="15719" y="1"/>
                    <a:pt x="955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3" name="Google Shape;243;p20"/>
          <p:cNvSpPr txBox="1"/>
          <p:nvPr>
            <p:ph type="title"/>
          </p:nvPr>
        </p:nvSpPr>
        <p:spPr>
          <a:xfrm>
            <a:off x="713475" y="463300"/>
            <a:ext cx="7717200" cy="5649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grpSp>
        <p:nvGrpSpPr>
          <p:cNvPr id="244" name="Google Shape;244;p20"/>
          <p:cNvGrpSpPr/>
          <p:nvPr/>
        </p:nvGrpSpPr>
        <p:grpSpPr>
          <a:xfrm>
            <a:off x="-75" y="-2325"/>
            <a:ext cx="9144150" cy="5145825"/>
            <a:chOff x="0" y="-2325"/>
            <a:chExt cx="9144150" cy="5145825"/>
          </a:xfrm>
        </p:grpSpPr>
        <p:sp>
          <p:nvSpPr>
            <p:cNvPr id="245" name="Google Shape;245;p20"/>
            <p:cNvSpPr/>
            <p:nvPr/>
          </p:nvSpPr>
          <p:spPr>
            <a:xfrm>
              <a:off x="0" y="0"/>
              <a:ext cx="9144000" cy="5143500"/>
            </a:xfrm>
            <a:prstGeom prst="frame">
              <a:avLst>
                <a:gd fmla="val 408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0">
              <a:hlinkClick action="ppaction://hlinkshowjump?jump=nextslide"/>
            </p:cNvPr>
            <p:cNvSpPr/>
            <p:nvPr/>
          </p:nvSpPr>
          <p:spPr>
            <a:xfrm>
              <a:off x="8562150" y="-2325"/>
              <a:ext cx="58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247" name="Shape 247"/>
        <p:cNvGrpSpPr/>
        <p:nvPr/>
      </p:nvGrpSpPr>
      <p:grpSpPr>
        <a:xfrm>
          <a:off x="0" y="0"/>
          <a:ext cx="0" cy="0"/>
          <a:chOff x="0" y="0"/>
          <a:chExt cx="0" cy="0"/>
        </a:xfrm>
      </p:grpSpPr>
      <p:grpSp>
        <p:nvGrpSpPr>
          <p:cNvPr id="248" name="Google Shape;248;p21"/>
          <p:cNvGrpSpPr/>
          <p:nvPr/>
        </p:nvGrpSpPr>
        <p:grpSpPr>
          <a:xfrm flipH="1" rot="2054932">
            <a:off x="8005556" y="4116340"/>
            <a:ext cx="1875776" cy="1093309"/>
            <a:chOff x="3879675" y="181766"/>
            <a:chExt cx="1624600" cy="946910"/>
          </a:xfrm>
        </p:grpSpPr>
        <p:sp>
          <p:nvSpPr>
            <p:cNvPr id="249" name="Google Shape;249;p21"/>
            <p:cNvSpPr/>
            <p:nvPr/>
          </p:nvSpPr>
          <p:spPr>
            <a:xfrm>
              <a:off x="3879675" y="261802"/>
              <a:ext cx="1624600" cy="813150"/>
            </a:xfrm>
            <a:custGeom>
              <a:rect b="b" l="l" r="r" t="t"/>
              <a:pathLst>
                <a:path extrusionOk="0" h="32526" w="64984">
                  <a:moveTo>
                    <a:pt x="40012" y="1"/>
                  </a:moveTo>
                  <a:cubicBezTo>
                    <a:pt x="36896" y="1"/>
                    <a:pt x="34164" y="1251"/>
                    <a:pt x="31547" y="2618"/>
                  </a:cubicBezTo>
                  <a:cubicBezTo>
                    <a:pt x="28443" y="4240"/>
                    <a:pt x="25967" y="6405"/>
                    <a:pt x="21456" y="6405"/>
                  </a:cubicBezTo>
                  <a:cubicBezTo>
                    <a:pt x="21245" y="6405"/>
                    <a:pt x="21028" y="6401"/>
                    <a:pt x="20808" y="6391"/>
                  </a:cubicBezTo>
                  <a:cubicBezTo>
                    <a:pt x="17708" y="6253"/>
                    <a:pt x="15532" y="5489"/>
                    <a:pt x="13201" y="5489"/>
                  </a:cubicBezTo>
                  <a:cubicBezTo>
                    <a:pt x="11827" y="5489"/>
                    <a:pt x="10399" y="5754"/>
                    <a:pt x="8696" y="6570"/>
                  </a:cubicBezTo>
                  <a:cubicBezTo>
                    <a:pt x="4193" y="8727"/>
                    <a:pt x="1761" y="12773"/>
                    <a:pt x="1198" y="17809"/>
                  </a:cubicBezTo>
                  <a:cubicBezTo>
                    <a:pt x="0" y="28497"/>
                    <a:pt x="8710" y="32526"/>
                    <a:pt x="15528" y="32526"/>
                  </a:cubicBezTo>
                  <a:cubicBezTo>
                    <a:pt x="18533" y="32526"/>
                    <a:pt x="21171" y="31743"/>
                    <a:pt x="22431" y="30403"/>
                  </a:cubicBezTo>
                  <a:cubicBezTo>
                    <a:pt x="28847" y="23583"/>
                    <a:pt x="27231" y="22950"/>
                    <a:pt x="37145" y="22950"/>
                  </a:cubicBezTo>
                  <a:cubicBezTo>
                    <a:pt x="39165" y="22950"/>
                    <a:pt x="41664" y="22976"/>
                    <a:pt x="44807" y="22981"/>
                  </a:cubicBezTo>
                  <a:cubicBezTo>
                    <a:pt x="44815" y="22981"/>
                    <a:pt x="44823" y="22981"/>
                    <a:pt x="44832" y="22981"/>
                  </a:cubicBezTo>
                  <a:cubicBezTo>
                    <a:pt x="56092" y="22981"/>
                    <a:pt x="64983" y="9600"/>
                    <a:pt x="45684" y="1143"/>
                  </a:cubicBezTo>
                  <a:cubicBezTo>
                    <a:pt x="44411" y="586"/>
                    <a:pt x="42899" y="259"/>
                    <a:pt x="41364" y="80"/>
                  </a:cubicBezTo>
                  <a:cubicBezTo>
                    <a:pt x="40905" y="26"/>
                    <a:pt x="40455" y="1"/>
                    <a:pt x="4001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1"/>
            <p:cNvSpPr/>
            <p:nvPr/>
          </p:nvSpPr>
          <p:spPr>
            <a:xfrm>
              <a:off x="5106014" y="181766"/>
              <a:ext cx="169125" cy="68300"/>
            </a:xfrm>
            <a:custGeom>
              <a:rect b="b" l="l" r="r" t="t"/>
              <a:pathLst>
                <a:path extrusionOk="0" h="2732" w="6765">
                  <a:moveTo>
                    <a:pt x="3520" y="1"/>
                  </a:moveTo>
                  <a:cubicBezTo>
                    <a:pt x="2537" y="1"/>
                    <a:pt x="1006" y="188"/>
                    <a:pt x="501" y="1288"/>
                  </a:cubicBezTo>
                  <a:cubicBezTo>
                    <a:pt x="0" y="2380"/>
                    <a:pt x="1282" y="2731"/>
                    <a:pt x="2639" y="2731"/>
                  </a:cubicBezTo>
                  <a:cubicBezTo>
                    <a:pt x="3354" y="2731"/>
                    <a:pt x="4091" y="2634"/>
                    <a:pt x="4598" y="2495"/>
                  </a:cubicBezTo>
                  <a:cubicBezTo>
                    <a:pt x="6068" y="2096"/>
                    <a:pt x="6765" y="315"/>
                    <a:pt x="4388" y="50"/>
                  </a:cubicBezTo>
                  <a:cubicBezTo>
                    <a:pt x="4388" y="50"/>
                    <a:pt x="4027" y="1"/>
                    <a:pt x="352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1"/>
            <p:cNvSpPr/>
            <p:nvPr/>
          </p:nvSpPr>
          <p:spPr>
            <a:xfrm>
              <a:off x="4796918" y="952475"/>
              <a:ext cx="392975" cy="176200"/>
            </a:xfrm>
            <a:custGeom>
              <a:rect b="b" l="l" r="r" t="t"/>
              <a:pathLst>
                <a:path extrusionOk="0" h="7048" w="15719">
                  <a:moveTo>
                    <a:pt x="9557" y="1"/>
                  </a:moveTo>
                  <a:cubicBezTo>
                    <a:pt x="9303" y="1"/>
                    <a:pt x="9037" y="8"/>
                    <a:pt x="8759" y="23"/>
                  </a:cubicBezTo>
                  <a:cubicBezTo>
                    <a:pt x="8759" y="23"/>
                    <a:pt x="749" y="632"/>
                    <a:pt x="285" y="4143"/>
                  </a:cubicBezTo>
                  <a:cubicBezTo>
                    <a:pt x="0" y="6299"/>
                    <a:pt x="2337" y="7047"/>
                    <a:pt x="4905" y="7047"/>
                  </a:cubicBezTo>
                  <a:cubicBezTo>
                    <a:pt x="6521" y="7047"/>
                    <a:pt x="8228" y="6751"/>
                    <a:pt x="9432" y="6322"/>
                  </a:cubicBezTo>
                  <a:cubicBezTo>
                    <a:pt x="15083" y="4312"/>
                    <a:pt x="15719" y="1"/>
                    <a:pt x="955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2" name="Google Shape;252;p21"/>
          <p:cNvSpPr txBox="1"/>
          <p:nvPr>
            <p:ph type="title"/>
          </p:nvPr>
        </p:nvSpPr>
        <p:spPr>
          <a:xfrm>
            <a:off x="713475" y="463300"/>
            <a:ext cx="7717200" cy="5649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grpSp>
        <p:nvGrpSpPr>
          <p:cNvPr id="253" name="Google Shape;253;p21"/>
          <p:cNvGrpSpPr/>
          <p:nvPr/>
        </p:nvGrpSpPr>
        <p:grpSpPr>
          <a:xfrm>
            <a:off x="-75" y="-2325"/>
            <a:ext cx="9144150" cy="5145825"/>
            <a:chOff x="0" y="-2325"/>
            <a:chExt cx="9144150" cy="5145825"/>
          </a:xfrm>
        </p:grpSpPr>
        <p:sp>
          <p:nvSpPr>
            <p:cNvPr id="254" name="Google Shape;254;p21"/>
            <p:cNvSpPr/>
            <p:nvPr/>
          </p:nvSpPr>
          <p:spPr>
            <a:xfrm>
              <a:off x="0" y="0"/>
              <a:ext cx="9144000" cy="5143500"/>
            </a:xfrm>
            <a:prstGeom prst="frame">
              <a:avLst>
                <a:gd fmla="val 408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1">
              <a:hlinkClick action="ppaction://hlinkshowjump?jump=nextslide"/>
            </p:cNvPr>
            <p:cNvSpPr/>
            <p:nvPr/>
          </p:nvSpPr>
          <p:spPr>
            <a:xfrm>
              <a:off x="8562150" y="-2325"/>
              <a:ext cx="58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1">
    <p:spTree>
      <p:nvGrpSpPr>
        <p:cNvPr id="256" name="Shape 256"/>
        <p:cNvGrpSpPr/>
        <p:nvPr/>
      </p:nvGrpSpPr>
      <p:grpSpPr>
        <a:xfrm>
          <a:off x="0" y="0"/>
          <a:ext cx="0" cy="0"/>
          <a:chOff x="0" y="0"/>
          <a:chExt cx="0" cy="0"/>
        </a:xfrm>
      </p:grpSpPr>
      <p:grpSp>
        <p:nvGrpSpPr>
          <p:cNvPr id="257" name="Google Shape;257;p22"/>
          <p:cNvGrpSpPr/>
          <p:nvPr/>
        </p:nvGrpSpPr>
        <p:grpSpPr>
          <a:xfrm>
            <a:off x="-690029" y="-962470"/>
            <a:ext cx="9938508" cy="6532820"/>
            <a:chOff x="-690029" y="-962470"/>
            <a:chExt cx="9938508" cy="6532820"/>
          </a:xfrm>
        </p:grpSpPr>
        <p:grpSp>
          <p:nvGrpSpPr>
            <p:cNvPr id="258" name="Google Shape;258;p22"/>
            <p:cNvGrpSpPr/>
            <p:nvPr/>
          </p:nvGrpSpPr>
          <p:grpSpPr>
            <a:xfrm>
              <a:off x="6248083" y="4097972"/>
              <a:ext cx="3000396" cy="1472378"/>
              <a:chOff x="3773056" y="270485"/>
              <a:chExt cx="1985045" cy="974117"/>
            </a:xfrm>
          </p:grpSpPr>
          <p:sp>
            <p:nvSpPr>
              <p:cNvPr id="259" name="Google Shape;259;p22"/>
              <p:cNvSpPr/>
              <p:nvPr/>
            </p:nvSpPr>
            <p:spPr>
              <a:xfrm>
                <a:off x="4133502" y="431452"/>
                <a:ext cx="1624600" cy="813150"/>
              </a:xfrm>
              <a:custGeom>
                <a:rect b="b" l="l" r="r" t="t"/>
                <a:pathLst>
                  <a:path extrusionOk="0" h="32526" w="64984">
                    <a:moveTo>
                      <a:pt x="40012" y="1"/>
                    </a:moveTo>
                    <a:cubicBezTo>
                      <a:pt x="36896" y="1"/>
                      <a:pt x="34164" y="1251"/>
                      <a:pt x="31547" y="2618"/>
                    </a:cubicBezTo>
                    <a:cubicBezTo>
                      <a:pt x="28443" y="4240"/>
                      <a:pt x="25967" y="6405"/>
                      <a:pt x="21456" y="6405"/>
                    </a:cubicBezTo>
                    <a:cubicBezTo>
                      <a:pt x="21245" y="6405"/>
                      <a:pt x="21028" y="6401"/>
                      <a:pt x="20808" y="6391"/>
                    </a:cubicBezTo>
                    <a:cubicBezTo>
                      <a:pt x="17708" y="6253"/>
                      <a:pt x="15532" y="5489"/>
                      <a:pt x="13201" y="5489"/>
                    </a:cubicBezTo>
                    <a:cubicBezTo>
                      <a:pt x="11827" y="5489"/>
                      <a:pt x="10399" y="5754"/>
                      <a:pt x="8696" y="6570"/>
                    </a:cubicBezTo>
                    <a:cubicBezTo>
                      <a:pt x="4193" y="8727"/>
                      <a:pt x="1761" y="12773"/>
                      <a:pt x="1198" y="17809"/>
                    </a:cubicBezTo>
                    <a:cubicBezTo>
                      <a:pt x="0" y="28497"/>
                      <a:pt x="8710" y="32526"/>
                      <a:pt x="15528" y="32526"/>
                    </a:cubicBezTo>
                    <a:cubicBezTo>
                      <a:pt x="18533" y="32526"/>
                      <a:pt x="21171" y="31743"/>
                      <a:pt x="22431" y="30403"/>
                    </a:cubicBezTo>
                    <a:cubicBezTo>
                      <a:pt x="28847" y="23583"/>
                      <a:pt x="27231" y="22950"/>
                      <a:pt x="37145" y="22950"/>
                    </a:cubicBezTo>
                    <a:cubicBezTo>
                      <a:pt x="39165" y="22950"/>
                      <a:pt x="41664" y="22976"/>
                      <a:pt x="44807" y="22981"/>
                    </a:cubicBezTo>
                    <a:cubicBezTo>
                      <a:pt x="44815" y="22981"/>
                      <a:pt x="44823" y="22981"/>
                      <a:pt x="44832" y="22981"/>
                    </a:cubicBezTo>
                    <a:cubicBezTo>
                      <a:pt x="56092" y="22981"/>
                      <a:pt x="64983" y="9600"/>
                      <a:pt x="45684" y="1143"/>
                    </a:cubicBezTo>
                    <a:cubicBezTo>
                      <a:pt x="44411" y="586"/>
                      <a:pt x="42899" y="259"/>
                      <a:pt x="41364" y="80"/>
                    </a:cubicBezTo>
                    <a:cubicBezTo>
                      <a:pt x="40905" y="26"/>
                      <a:pt x="40455" y="1"/>
                      <a:pt x="4001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2"/>
              <p:cNvSpPr/>
              <p:nvPr/>
            </p:nvSpPr>
            <p:spPr>
              <a:xfrm>
                <a:off x="3773056" y="729844"/>
                <a:ext cx="307425" cy="177775"/>
              </a:xfrm>
              <a:custGeom>
                <a:rect b="b" l="l" r="r" t="t"/>
                <a:pathLst>
                  <a:path extrusionOk="0" h="7111" w="12297">
                    <a:moveTo>
                      <a:pt x="7010" y="1"/>
                    </a:moveTo>
                    <a:cubicBezTo>
                      <a:pt x="6595" y="1"/>
                      <a:pt x="6149" y="29"/>
                      <a:pt x="5672" y="89"/>
                    </a:cubicBezTo>
                    <a:cubicBezTo>
                      <a:pt x="5672" y="89"/>
                      <a:pt x="1" y="943"/>
                      <a:pt x="363" y="4242"/>
                    </a:cubicBezTo>
                    <a:cubicBezTo>
                      <a:pt x="596" y="6359"/>
                      <a:pt x="2334" y="7110"/>
                      <a:pt x="4280" y="7110"/>
                    </a:cubicBezTo>
                    <a:cubicBezTo>
                      <a:pt x="6235" y="7110"/>
                      <a:pt x="8402" y="6352"/>
                      <a:pt x="9465" y="5459"/>
                    </a:cubicBezTo>
                    <a:cubicBezTo>
                      <a:pt x="12297" y="3081"/>
                      <a:pt x="11345" y="1"/>
                      <a:pt x="701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2"/>
              <p:cNvSpPr/>
              <p:nvPr/>
            </p:nvSpPr>
            <p:spPr>
              <a:xfrm>
                <a:off x="5156649" y="270485"/>
                <a:ext cx="169125" cy="68300"/>
              </a:xfrm>
              <a:custGeom>
                <a:rect b="b" l="l" r="r" t="t"/>
                <a:pathLst>
                  <a:path extrusionOk="0" h="2732" w="6765">
                    <a:moveTo>
                      <a:pt x="3520" y="1"/>
                    </a:moveTo>
                    <a:cubicBezTo>
                      <a:pt x="2537" y="1"/>
                      <a:pt x="1006" y="188"/>
                      <a:pt x="501" y="1288"/>
                    </a:cubicBezTo>
                    <a:cubicBezTo>
                      <a:pt x="0" y="2380"/>
                      <a:pt x="1282" y="2731"/>
                      <a:pt x="2639" y="2731"/>
                    </a:cubicBezTo>
                    <a:cubicBezTo>
                      <a:pt x="3354" y="2731"/>
                      <a:pt x="4091" y="2634"/>
                      <a:pt x="4598" y="2495"/>
                    </a:cubicBezTo>
                    <a:cubicBezTo>
                      <a:pt x="6068" y="2096"/>
                      <a:pt x="6765" y="315"/>
                      <a:pt x="4388" y="50"/>
                    </a:cubicBezTo>
                    <a:cubicBezTo>
                      <a:pt x="4388" y="50"/>
                      <a:pt x="4027" y="1"/>
                      <a:pt x="352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2" name="Google Shape;262;p22"/>
            <p:cNvGrpSpPr/>
            <p:nvPr/>
          </p:nvGrpSpPr>
          <p:grpSpPr>
            <a:xfrm flipH="1" rot="7454779">
              <a:off x="-648887" y="-365136"/>
              <a:ext cx="2079802" cy="1199662"/>
              <a:chOff x="4057999" y="181766"/>
              <a:chExt cx="1647076" cy="950059"/>
            </a:xfrm>
          </p:grpSpPr>
          <p:sp>
            <p:nvSpPr>
              <p:cNvPr id="263" name="Google Shape;263;p22"/>
              <p:cNvSpPr/>
              <p:nvPr/>
            </p:nvSpPr>
            <p:spPr>
              <a:xfrm>
                <a:off x="4080475" y="318675"/>
                <a:ext cx="1624600" cy="813150"/>
              </a:xfrm>
              <a:custGeom>
                <a:rect b="b" l="l" r="r" t="t"/>
                <a:pathLst>
                  <a:path extrusionOk="0" h="32526" w="64984">
                    <a:moveTo>
                      <a:pt x="40012" y="1"/>
                    </a:moveTo>
                    <a:cubicBezTo>
                      <a:pt x="36896" y="1"/>
                      <a:pt x="34164" y="1251"/>
                      <a:pt x="31547" y="2618"/>
                    </a:cubicBezTo>
                    <a:cubicBezTo>
                      <a:pt x="28443" y="4240"/>
                      <a:pt x="25967" y="6405"/>
                      <a:pt x="21456" y="6405"/>
                    </a:cubicBezTo>
                    <a:cubicBezTo>
                      <a:pt x="21245" y="6405"/>
                      <a:pt x="21028" y="6401"/>
                      <a:pt x="20808" y="6391"/>
                    </a:cubicBezTo>
                    <a:cubicBezTo>
                      <a:pt x="17708" y="6253"/>
                      <a:pt x="15532" y="5489"/>
                      <a:pt x="13201" y="5489"/>
                    </a:cubicBezTo>
                    <a:cubicBezTo>
                      <a:pt x="11827" y="5489"/>
                      <a:pt x="10399" y="5754"/>
                      <a:pt x="8696" y="6570"/>
                    </a:cubicBezTo>
                    <a:cubicBezTo>
                      <a:pt x="4193" y="8727"/>
                      <a:pt x="1761" y="12773"/>
                      <a:pt x="1198" y="17809"/>
                    </a:cubicBezTo>
                    <a:cubicBezTo>
                      <a:pt x="0" y="28497"/>
                      <a:pt x="8710" y="32526"/>
                      <a:pt x="15528" y="32526"/>
                    </a:cubicBezTo>
                    <a:cubicBezTo>
                      <a:pt x="18533" y="32526"/>
                      <a:pt x="21171" y="31743"/>
                      <a:pt x="22431" y="30403"/>
                    </a:cubicBezTo>
                    <a:cubicBezTo>
                      <a:pt x="28847" y="23583"/>
                      <a:pt x="27231" y="22950"/>
                      <a:pt x="37145" y="22950"/>
                    </a:cubicBezTo>
                    <a:cubicBezTo>
                      <a:pt x="39165" y="22950"/>
                      <a:pt x="41664" y="22976"/>
                      <a:pt x="44807" y="22981"/>
                    </a:cubicBezTo>
                    <a:cubicBezTo>
                      <a:pt x="44815" y="22981"/>
                      <a:pt x="44823" y="22981"/>
                      <a:pt x="44832" y="22981"/>
                    </a:cubicBezTo>
                    <a:cubicBezTo>
                      <a:pt x="56092" y="22981"/>
                      <a:pt x="64983" y="9600"/>
                      <a:pt x="45684" y="1143"/>
                    </a:cubicBezTo>
                    <a:cubicBezTo>
                      <a:pt x="44411" y="586"/>
                      <a:pt x="42899" y="259"/>
                      <a:pt x="41364" y="80"/>
                    </a:cubicBezTo>
                    <a:cubicBezTo>
                      <a:pt x="40905" y="26"/>
                      <a:pt x="40455" y="1"/>
                      <a:pt x="4001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2"/>
              <p:cNvSpPr/>
              <p:nvPr/>
            </p:nvSpPr>
            <p:spPr>
              <a:xfrm>
                <a:off x="4057999" y="297298"/>
                <a:ext cx="307425" cy="177775"/>
              </a:xfrm>
              <a:custGeom>
                <a:rect b="b" l="l" r="r" t="t"/>
                <a:pathLst>
                  <a:path extrusionOk="0" h="7111" w="12297">
                    <a:moveTo>
                      <a:pt x="7010" y="1"/>
                    </a:moveTo>
                    <a:cubicBezTo>
                      <a:pt x="6595" y="1"/>
                      <a:pt x="6149" y="29"/>
                      <a:pt x="5672" y="89"/>
                    </a:cubicBezTo>
                    <a:cubicBezTo>
                      <a:pt x="5672" y="89"/>
                      <a:pt x="1" y="943"/>
                      <a:pt x="363" y="4242"/>
                    </a:cubicBezTo>
                    <a:cubicBezTo>
                      <a:pt x="596" y="6359"/>
                      <a:pt x="2334" y="7110"/>
                      <a:pt x="4280" y="7110"/>
                    </a:cubicBezTo>
                    <a:cubicBezTo>
                      <a:pt x="6235" y="7110"/>
                      <a:pt x="8402" y="6352"/>
                      <a:pt x="9465" y="5459"/>
                    </a:cubicBezTo>
                    <a:cubicBezTo>
                      <a:pt x="12297" y="3081"/>
                      <a:pt x="11345" y="1"/>
                      <a:pt x="701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2"/>
              <p:cNvSpPr/>
              <p:nvPr/>
            </p:nvSpPr>
            <p:spPr>
              <a:xfrm>
                <a:off x="5106014" y="181766"/>
                <a:ext cx="169125" cy="68300"/>
              </a:xfrm>
              <a:custGeom>
                <a:rect b="b" l="l" r="r" t="t"/>
                <a:pathLst>
                  <a:path extrusionOk="0" h="2732" w="6765">
                    <a:moveTo>
                      <a:pt x="3520" y="1"/>
                    </a:moveTo>
                    <a:cubicBezTo>
                      <a:pt x="2537" y="1"/>
                      <a:pt x="1006" y="188"/>
                      <a:pt x="501" y="1288"/>
                    </a:cubicBezTo>
                    <a:cubicBezTo>
                      <a:pt x="0" y="2380"/>
                      <a:pt x="1282" y="2731"/>
                      <a:pt x="2639" y="2731"/>
                    </a:cubicBezTo>
                    <a:cubicBezTo>
                      <a:pt x="3354" y="2731"/>
                      <a:pt x="4091" y="2634"/>
                      <a:pt x="4598" y="2495"/>
                    </a:cubicBezTo>
                    <a:cubicBezTo>
                      <a:pt x="6068" y="2096"/>
                      <a:pt x="6765" y="315"/>
                      <a:pt x="4388" y="50"/>
                    </a:cubicBezTo>
                    <a:cubicBezTo>
                      <a:pt x="4388" y="50"/>
                      <a:pt x="4027" y="1"/>
                      <a:pt x="352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2"/>
              <p:cNvSpPr/>
              <p:nvPr/>
            </p:nvSpPr>
            <p:spPr>
              <a:xfrm>
                <a:off x="4667119" y="950098"/>
                <a:ext cx="392975" cy="176200"/>
              </a:xfrm>
              <a:custGeom>
                <a:rect b="b" l="l" r="r" t="t"/>
                <a:pathLst>
                  <a:path extrusionOk="0" h="7048" w="15719">
                    <a:moveTo>
                      <a:pt x="9557" y="1"/>
                    </a:moveTo>
                    <a:cubicBezTo>
                      <a:pt x="9303" y="1"/>
                      <a:pt x="9037" y="8"/>
                      <a:pt x="8759" y="23"/>
                    </a:cubicBezTo>
                    <a:cubicBezTo>
                      <a:pt x="8759" y="23"/>
                      <a:pt x="749" y="632"/>
                      <a:pt x="285" y="4143"/>
                    </a:cubicBezTo>
                    <a:cubicBezTo>
                      <a:pt x="0" y="6299"/>
                      <a:pt x="2337" y="7047"/>
                      <a:pt x="4905" y="7047"/>
                    </a:cubicBezTo>
                    <a:cubicBezTo>
                      <a:pt x="6521" y="7047"/>
                      <a:pt x="8228" y="6751"/>
                      <a:pt x="9432" y="6322"/>
                    </a:cubicBezTo>
                    <a:cubicBezTo>
                      <a:pt x="15083" y="4312"/>
                      <a:pt x="15719" y="1"/>
                      <a:pt x="955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7" name="Google Shape;267;p22"/>
          <p:cNvSpPr txBox="1"/>
          <p:nvPr>
            <p:ph type="title"/>
          </p:nvPr>
        </p:nvSpPr>
        <p:spPr>
          <a:xfrm>
            <a:off x="709825" y="539500"/>
            <a:ext cx="3862200" cy="875100"/>
          </a:xfrm>
          <a:prstGeom prst="rect">
            <a:avLst/>
          </a:prstGeom>
        </p:spPr>
        <p:txBody>
          <a:bodyPr anchorCtr="0" anchor="t" bIns="91425" lIns="91425" spcFirstLastPara="1" rIns="91425" wrap="square" tIns="91425">
            <a:noAutofit/>
          </a:bodyPr>
          <a:lstStyle>
            <a:lvl1pPr lvl="0" rtl="0">
              <a:spcBef>
                <a:spcPts val="0"/>
              </a:spcBef>
              <a:spcAft>
                <a:spcPts val="0"/>
              </a:spcAft>
              <a:buSzPts val="4500"/>
              <a:buNone/>
              <a:defRPr sz="4500"/>
            </a:lvl1pPr>
            <a:lvl2pPr lvl="1" rtl="0">
              <a:spcBef>
                <a:spcPts val="0"/>
              </a:spcBef>
              <a:spcAft>
                <a:spcPts val="0"/>
              </a:spcAft>
              <a:buSzPts val="4500"/>
              <a:buNone/>
              <a:defRPr sz="4500"/>
            </a:lvl2pPr>
            <a:lvl3pPr lvl="2" rtl="0">
              <a:spcBef>
                <a:spcPts val="0"/>
              </a:spcBef>
              <a:spcAft>
                <a:spcPts val="0"/>
              </a:spcAft>
              <a:buSzPts val="4500"/>
              <a:buNone/>
              <a:defRPr sz="4500"/>
            </a:lvl3pPr>
            <a:lvl4pPr lvl="3" rtl="0">
              <a:spcBef>
                <a:spcPts val="0"/>
              </a:spcBef>
              <a:spcAft>
                <a:spcPts val="0"/>
              </a:spcAft>
              <a:buSzPts val="4500"/>
              <a:buNone/>
              <a:defRPr sz="4500"/>
            </a:lvl4pPr>
            <a:lvl5pPr lvl="4" rtl="0">
              <a:spcBef>
                <a:spcPts val="0"/>
              </a:spcBef>
              <a:spcAft>
                <a:spcPts val="0"/>
              </a:spcAft>
              <a:buSzPts val="4500"/>
              <a:buNone/>
              <a:defRPr sz="4500"/>
            </a:lvl5pPr>
            <a:lvl6pPr lvl="5" rtl="0">
              <a:spcBef>
                <a:spcPts val="0"/>
              </a:spcBef>
              <a:spcAft>
                <a:spcPts val="0"/>
              </a:spcAft>
              <a:buSzPts val="4500"/>
              <a:buNone/>
              <a:defRPr sz="4500"/>
            </a:lvl6pPr>
            <a:lvl7pPr lvl="6" rtl="0">
              <a:spcBef>
                <a:spcPts val="0"/>
              </a:spcBef>
              <a:spcAft>
                <a:spcPts val="0"/>
              </a:spcAft>
              <a:buSzPts val="4500"/>
              <a:buNone/>
              <a:defRPr sz="4500"/>
            </a:lvl7pPr>
            <a:lvl8pPr lvl="7" rtl="0">
              <a:spcBef>
                <a:spcPts val="0"/>
              </a:spcBef>
              <a:spcAft>
                <a:spcPts val="0"/>
              </a:spcAft>
              <a:buSzPts val="4500"/>
              <a:buNone/>
              <a:defRPr sz="4500"/>
            </a:lvl8pPr>
            <a:lvl9pPr lvl="8" rtl="0">
              <a:spcBef>
                <a:spcPts val="0"/>
              </a:spcBef>
              <a:spcAft>
                <a:spcPts val="0"/>
              </a:spcAft>
              <a:buSzPts val="4500"/>
              <a:buNone/>
              <a:defRPr sz="4500"/>
            </a:lvl9pPr>
          </a:lstStyle>
          <a:p/>
        </p:txBody>
      </p:sp>
      <p:sp>
        <p:nvSpPr>
          <p:cNvPr id="268" name="Google Shape;268;p22"/>
          <p:cNvSpPr txBox="1"/>
          <p:nvPr>
            <p:ph idx="1" type="subTitle"/>
          </p:nvPr>
        </p:nvSpPr>
        <p:spPr>
          <a:xfrm>
            <a:off x="706175" y="1418000"/>
            <a:ext cx="3862200" cy="1068900"/>
          </a:xfrm>
          <a:prstGeom prst="rect">
            <a:avLst/>
          </a:prstGeom>
        </p:spPr>
        <p:txBody>
          <a:bodyPr anchorCtr="0" anchor="t" bIns="91425" lIns="91425" spcFirstLastPara="1" rIns="91425" wrap="square" tIns="91425">
            <a:noAutofit/>
          </a:bodyPr>
          <a:lstStyle>
            <a:lvl1pPr lvl="0" rtl="0">
              <a:spcBef>
                <a:spcPts val="0"/>
              </a:spcBef>
              <a:spcAft>
                <a:spcPts val="0"/>
              </a:spcAft>
              <a:buSzPts val="1100"/>
              <a:buNone/>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269" name="Google Shape;269;p22"/>
          <p:cNvSpPr txBox="1"/>
          <p:nvPr/>
        </p:nvSpPr>
        <p:spPr>
          <a:xfrm>
            <a:off x="713225" y="4007121"/>
            <a:ext cx="4790700" cy="5106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lang="en" sz="1100">
                <a:solidFill>
                  <a:schemeClr val="dk1"/>
                </a:solidFill>
                <a:latin typeface="Noto Sans"/>
                <a:ea typeface="Noto Sans"/>
                <a:cs typeface="Noto Sans"/>
                <a:sym typeface="Noto Sans"/>
              </a:rPr>
              <a:t>CREDITS: This presentation template was created by </a:t>
            </a:r>
            <a:r>
              <a:rPr b="1" lang="en" sz="1100" u="sng">
                <a:solidFill>
                  <a:schemeClr val="dk1"/>
                </a:solidFill>
                <a:latin typeface="Noto Sans"/>
                <a:ea typeface="Noto Sans"/>
                <a:cs typeface="Noto Sans"/>
                <a:sym typeface="Noto Sans"/>
                <a:hlinkClick r:id="rId2">
                  <a:extLst>
                    <a:ext uri="{A12FA001-AC4F-418D-AE19-62706E023703}">
                      <ahyp:hlinkClr val="tx"/>
                    </a:ext>
                  </a:extLst>
                </a:hlinkClick>
              </a:rPr>
              <a:t>Slidesgo</a:t>
            </a:r>
            <a:r>
              <a:rPr lang="en" sz="1100">
                <a:solidFill>
                  <a:schemeClr val="dk1"/>
                </a:solidFill>
                <a:latin typeface="Noto Sans"/>
                <a:ea typeface="Noto Sans"/>
                <a:cs typeface="Noto Sans"/>
                <a:sym typeface="Noto Sans"/>
              </a:rPr>
              <a:t>, and includes icons by </a:t>
            </a:r>
            <a:r>
              <a:rPr b="1" lang="en" sz="1100" u="sng">
                <a:solidFill>
                  <a:schemeClr val="dk1"/>
                </a:solidFill>
                <a:latin typeface="Noto Sans"/>
                <a:ea typeface="Noto Sans"/>
                <a:cs typeface="Noto Sans"/>
                <a:sym typeface="Noto Sans"/>
                <a:hlinkClick r:id="rId3">
                  <a:extLst>
                    <a:ext uri="{A12FA001-AC4F-418D-AE19-62706E023703}">
                      <ahyp:hlinkClr val="tx"/>
                    </a:ext>
                  </a:extLst>
                </a:hlinkClick>
              </a:rPr>
              <a:t>Flaticon</a:t>
            </a:r>
            <a:r>
              <a:rPr b="1" lang="en" sz="1100" u="sng">
                <a:solidFill>
                  <a:schemeClr val="dk1"/>
                </a:solidFill>
                <a:latin typeface="Noto Sans"/>
                <a:ea typeface="Noto Sans"/>
                <a:cs typeface="Noto Sans"/>
                <a:sym typeface="Noto Sans"/>
              </a:rPr>
              <a:t> </a:t>
            </a:r>
            <a:r>
              <a:rPr lang="en" sz="1100">
                <a:solidFill>
                  <a:schemeClr val="dk1"/>
                </a:solidFill>
                <a:latin typeface="Noto Sans"/>
                <a:ea typeface="Noto Sans"/>
                <a:cs typeface="Noto Sans"/>
                <a:sym typeface="Noto Sans"/>
              </a:rPr>
              <a:t>and infographics &amp; images by </a:t>
            </a:r>
            <a:r>
              <a:rPr b="1" lang="en" sz="1100" u="sng">
                <a:solidFill>
                  <a:schemeClr val="dk1"/>
                </a:solidFill>
                <a:latin typeface="Noto Sans"/>
                <a:ea typeface="Noto Sans"/>
                <a:cs typeface="Noto Sans"/>
                <a:sym typeface="Noto Sans"/>
                <a:hlinkClick r:id="rId4">
                  <a:extLst>
                    <a:ext uri="{A12FA001-AC4F-418D-AE19-62706E023703}">
                      <ahyp:hlinkClr val="tx"/>
                    </a:ext>
                  </a:extLst>
                </a:hlinkClick>
              </a:rPr>
              <a:t>Freepik</a:t>
            </a:r>
            <a:endParaRPr b="1" sz="1100" u="sng">
              <a:solidFill>
                <a:schemeClr val="dk1"/>
              </a:solidFill>
              <a:latin typeface="Noto Sans"/>
              <a:ea typeface="Noto Sans"/>
              <a:cs typeface="Noto Sans"/>
              <a:sym typeface="Noto Sans"/>
            </a:endParaRPr>
          </a:p>
        </p:txBody>
      </p:sp>
      <p:grpSp>
        <p:nvGrpSpPr>
          <p:cNvPr id="270" name="Google Shape;270;p22"/>
          <p:cNvGrpSpPr/>
          <p:nvPr/>
        </p:nvGrpSpPr>
        <p:grpSpPr>
          <a:xfrm>
            <a:off x="-75" y="-2325"/>
            <a:ext cx="9144150" cy="5145825"/>
            <a:chOff x="0" y="-2325"/>
            <a:chExt cx="9144150" cy="5145825"/>
          </a:xfrm>
        </p:grpSpPr>
        <p:sp>
          <p:nvSpPr>
            <p:cNvPr id="271" name="Google Shape;271;p22"/>
            <p:cNvSpPr/>
            <p:nvPr/>
          </p:nvSpPr>
          <p:spPr>
            <a:xfrm>
              <a:off x="0" y="0"/>
              <a:ext cx="9144000" cy="5143500"/>
            </a:xfrm>
            <a:prstGeom prst="frame">
              <a:avLst>
                <a:gd fmla="val 408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2">
              <a:hlinkClick action="ppaction://hlinkshowjump?jump=nextslide"/>
            </p:cNvPr>
            <p:cNvSpPr/>
            <p:nvPr/>
          </p:nvSpPr>
          <p:spPr>
            <a:xfrm>
              <a:off x="8562150" y="-2325"/>
              <a:ext cx="58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2">
    <p:spTree>
      <p:nvGrpSpPr>
        <p:cNvPr id="273" name="Shape 273"/>
        <p:cNvGrpSpPr/>
        <p:nvPr/>
      </p:nvGrpSpPr>
      <p:grpSpPr>
        <a:xfrm>
          <a:off x="0" y="0"/>
          <a:ext cx="0" cy="0"/>
          <a:chOff x="0" y="0"/>
          <a:chExt cx="0" cy="0"/>
        </a:xfrm>
      </p:grpSpPr>
      <p:grpSp>
        <p:nvGrpSpPr>
          <p:cNvPr id="274" name="Google Shape;274;p23"/>
          <p:cNvGrpSpPr/>
          <p:nvPr/>
        </p:nvGrpSpPr>
        <p:grpSpPr>
          <a:xfrm>
            <a:off x="-540523" y="169285"/>
            <a:ext cx="2898504" cy="5172165"/>
            <a:chOff x="-540523" y="16885"/>
            <a:chExt cx="2898504" cy="5172165"/>
          </a:xfrm>
        </p:grpSpPr>
        <p:grpSp>
          <p:nvGrpSpPr>
            <p:cNvPr id="275" name="Google Shape;275;p23"/>
            <p:cNvGrpSpPr/>
            <p:nvPr/>
          </p:nvGrpSpPr>
          <p:grpSpPr>
            <a:xfrm flipH="1" rot="5400000">
              <a:off x="-47595" y="200808"/>
              <a:ext cx="1405872" cy="1038024"/>
              <a:chOff x="8345737" y="3724470"/>
              <a:chExt cx="1405872" cy="1038024"/>
            </a:xfrm>
          </p:grpSpPr>
          <p:sp>
            <p:nvSpPr>
              <p:cNvPr id="276" name="Google Shape;276;p23"/>
              <p:cNvSpPr/>
              <p:nvPr/>
            </p:nvSpPr>
            <p:spPr>
              <a:xfrm rot="233031">
                <a:off x="8355519" y="4225573"/>
                <a:ext cx="530574" cy="306815"/>
              </a:xfrm>
              <a:custGeom>
                <a:rect b="b" l="l" r="r" t="t"/>
                <a:pathLst>
                  <a:path extrusionOk="0" h="7111" w="12297">
                    <a:moveTo>
                      <a:pt x="7010" y="1"/>
                    </a:moveTo>
                    <a:cubicBezTo>
                      <a:pt x="6595" y="1"/>
                      <a:pt x="6149" y="29"/>
                      <a:pt x="5672" y="89"/>
                    </a:cubicBezTo>
                    <a:cubicBezTo>
                      <a:pt x="5672" y="89"/>
                      <a:pt x="1" y="943"/>
                      <a:pt x="363" y="4242"/>
                    </a:cubicBezTo>
                    <a:cubicBezTo>
                      <a:pt x="596" y="6359"/>
                      <a:pt x="2334" y="7110"/>
                      <a:pt x="4280" y="7110"/>
                    </a:cubicBezTo>
                    <a:cubicBezTo>
                      <a:pt x="6235" y="7110"/>
                      <a:pt x="8402" y="6352"/>
                      <a:pt x="9465" y="5459"/>
                    </a:cubicBezTo>
                    <a:cubicBezTo>
                      <a:pt x="12297" y="3081"/>
                      <a:pt x="11345" y="1"/>
                      <a:pt x="701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3"/>
              <p:cNvSpPr/>
              <p:nvPr/>
            </p:nvSpPr>
            <p:spPr>
              <a:xfrm rot="-5400000">
                <a:off x="9441062" y="3856334"/>
                <a:ext cx="442380" cy="178652"/>
              </a:xfrm>
              <a:custGeom>
                <a:rect b="b" l="l" r="r" t="t"/>
                <a:pathLst>
                  <a:path extrusionOk="0" h="2732" w="6765">
                    <a:moveTo>
                      <a:pt x="3520" y="1"/>
                    </a:moveTo>
                    <a:cubicBezTo>
                      <a:pt x="2537" y="1"/>
                      <a:pt x="1006" y="188"/>
                      <a:pt x="501" y="1288"/>
                    </a:cubicBezTo>
                    <a:cubicBezTo>
                      <a:pt x="0" y="2380"/>
                      <a:pt x="1282" y="2731"/>
                      <a:pt x="2639" y="2731"/>
                    </a:cubicBezTo>
                    <a:cubicBezTo>
                      <a:pt x="3354" y="2731"/>
                      <a:pt x="4091" y="2634"/>
                      <a:pt x="4598" y="2495"/>
                    </a:cubicBezTo>
                    <a:cubicBezTo>
                      <a:pt x="6068" y="2096"/>
                      <a:pt x="6765" y="315"/>
                      <a:pt x="4388" y="50"/>
                    </a:cubicBezTo>
                    <a:cubicBezTo>
                      <a:pt x="4388" y="50"/>
                      <a:pt x="4027" y="1"/>
                      <a:pt x="352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3"/>
              <p:cNvSpPr/>
              <p:nvPr/>
            </p:nvSpPr>
            <p:spPr>
              <a:xfrm>
                <a:off x="8723743" y="4177493"/>
                <a:ext cx="1027865" cy="585002"/>
              </a:xfrm>
              <a:custGeom>
                <a:rect b="b" l="l" r="r" t="t"/>
                <a:pathLst>
                  <a:path extrusionOk="0" h="7048" w="15719">
                    <a:moveTo>
                      <a:pt x="9557" y="1"/>
                    </a:moveTo>
                    <a:cubicBezTo>
                      <a:pt x="9303" y="1"/>
                      <a:pt x="9037" y="8"/>
                      <a:pt x="8759" y="23"/>
                    </a:cubicBezTo>
                    <a:cubicBezTo>
                      <a:pt x="8759" y="23"/>
                      <a:pt x="749" y="632"/>
                      <a:pt x="285" y="4143"/>
                    </a:cubicBezTo>
                    <a:cubicBezTo>
                      <a:pt x="0" y="6299"/>
                      <a:pt x="2337" y="7047"/>
                      <a:pt x="4905" y="7047"/>
                    </a:cubicBezTo>
                    <a:cubicBezTo>
                      <a:pt x="6521" y="7047"/>
                      <a:pt x="8228" y="6751"/>
                      <a:pt x="9432" y="6322"/>
                    </a:cubicBezTo>
                    <a:cubicBezTo>
                      <a:pt x="15083" y="4312"/>
                      <a:pt x="15719" y="1"/>
                      <a:pt x="955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9" name="Google Shape;279;p23"/>
            <p:cNvGrpSpPr/>
            <p:nvPr/>
          </p:nvGrpSpPr>
          <p:grpSpPr>
            <a:xfrm flipH="1" rot="10800000">
              <a:off x="-540523" y="3788695"/>
              <a:ext cx="2898504" cy="1400355"/>
              <a:chOff x="8421937" y="4100209"/>
              <a:chExt cx="1314335" cy="634995"/>
            </a:xfrm>
          </p:grpSpPr>
          <p:sp>
            <p:nvSpPr>
              <p:cNvPr id="280" name="Google Shape;280;p23"/>
              <p:cNvSpPr/>
              <p:nvPr/>
            </p:nvSpPr>
            <p:spPr>
              <a:xfrm rot="233031">
                <a:off x="8431719" y="4225573"/>
                <a:ext cx="530574" cy="306815"/>
              </a:xfrm>
              <a:custGeom>
                <a:rect b="b" l="l" r="r" t="t"/>
                <a:pathLst>
                  <a:path extrusionOk="0" h="7111" w="12297">
                    <a:moveTo>
                      <a:pt x="7010" y="1"/>
                    </a:moveTo>
                    <a:cubicBezTo>
                      <a:pt x="6595" y="1"/>
                      <a:pt x="6149" y="29"/>
                      <a:pt x="5672" y="89"/>
                    </a:cubicBezTo>
                    <a:cubicBezTo>
                      <a:pt x="5672" y="89"/>
                      <a:pt x="1" y="943"/>
                      <a:pt x="363" y="4242"/>
                    </a:cubicBezTo>
                    <a:cubicBezTo>
                      <a:pt x="596" y="6359"/>
                      <a:pt x="2334" y="7110"/>
                      <a:pt x="4280" y="7110"/>
                    </a:cubicBezTo>
                    <a:cubicBezTo>
                      <a:pt x="6235" y="7110"/>
                      <a:pt x="8402" y="6352"/>
                      <a:pt x="9465" y="5459"/>
                    </a:cubicBezTo>
                    <a:cubicBezTo>
                      <a:pt x="12297" y="3081"/>
                      <a:pt x="11345" y="1"/>
                      <a:pt x="701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3"/>
              <p:cNvSpPr/>
              <p:nvPr/>
            </p:nvSpPr>
            <p:spPr>
              <a:xfrm rot="-3945337">
                <a:off x="9467082" y="4185260"/>
                <a:ext cx="284106" cy="150923"/>
              </a:xfrm>
              <a:custGeom>
                <a:rect b="b" l="l" r="r" t="t"/>
                <a:pathLst>
                  <a:path extrusionOk="0" h="2732" w="6765">
                    <a:moveTo>
                      <a:pt x="3520" y="1"/>
                    </a:moveTo>
                    <a:cubicBezTo>
                      <a:pt x="2537" y="1"/>
                      <a:pt x="1006" y="188"/>
                      <a:pt x="501" y="1288"/>
                    </a:cubicBezTo>
                    <a:cubicBezTo>
                      <a:pt x="0" y="2380"/>
                      <a:pt x="1282" y="2731"/>
                      <a:pt x="2639" y="2731"/>
                    </a:cubicBezTo>
                    <a:cubicBezTo>
                      <a:pt x="3354" y="2731"/>
                      <a:pt x="4091" y="2634"/>
                      <a:pt x="4598" y="2495"/>
                    </a:cubicBezTo>
                    <a:cubicBezTo>
                      <a:pt x="6068" y="2096"/>
                      <a:pt x="6765" y="315"/>
                      <a:pt x="4388" y="50"/>
                    </a:cubicBezTo>
                    <a:cubicBezTo>
                      <a:pt x="4388" y="50"/>
                      <a:pt x="4027" y="1"/>
                      <a:pt x="352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3"/>
              <p:cNvSpPr/>
              <p:nvPr/>
            </p:nvSpPr>
            <p:spPr>
              <a:xfrm>
                <a:off x="8755076" y="4269120"/>
                <a:ext cx="818921" cy="466084"/>
              </a:xfrm>
              <a:custGeom>
                <a:rect b="b" l="l" r="r" t="t"/>
                <a:pathLst>
                  <a:path extrusionOk="0" h="7048" w="15719">
                    <a:moveTo>
                      <a:pt x="9557" y="1"/>
                    </a:moveTo>
                    <a:cubicBezTo>
                      <a:pt x="9303" y="1"/>
                      <a:pt x="9037" y="8"/>
                      <a:pt x="8759" y="23"/>
                    </a:cubicBezTo>
                    <a:cubicBezTo>
                      <a:pt x="8759" y="23"/>
                      <a:pt x="749" y="632"/>
                      <a:pt x="285" y="4143"/>
                    </a:cubicBezTo>
                    <a:cubicBezTo>
                      <a:pt x="0" y="6299"/>
                      <a:pt x="2337" y="7047"/>
                      <a:pt x="4905" y="7047"/>
                    </a:cubicBezTo>
                    <a:cubicBezTo>
                      <a:pt x="6521" y="7047"/>
                      <a:pt x="8228" y="6751"/>
                      <a:pt x="9432" y="6322"/>
                    </a:cubicBezTo>
                    <a:cubicBezTo>
                      <a:pt x="15083" y="4312"/>
                      <a:pt x="15719" y="1"/>
                      <a:pt x="955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83" name="Google Shape;283;p23"/>
          <p:cNvGrpSpPr/>
          <p:nvPr/>
        </p:nvGrpSpPr>
        <p:grpSpPr>
          <a:xfrm>
            <a:off x="-75" y="-2325"/>
            <a:ext cx="9144150" cy="5145825"/>
            <a:chOff x="0" y="-2325"/>
            <a:chExt cx="9144150" cy="5145825"/>
          </a:xfrm>
        </p:grpSpPr>
        <p:sp>
          <p:nvSpPr>
            <p:cNvPr id="284" name="Google Shape;284;p23"/>
            <p:cNvSpPr/>
            <p:nvPr/>
          </p:nvSpPr>
          <p:spPr>
            <a:xfrm>
              <a:off x="0" y="0"/>
              <a:ext cx="9144000" cy="5143500"/>
            </a:xfrm>
            <a:prstGeom prst="frame">
              <a:avLst>
                <a:gd fmla="val 408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3">
              <a:hlinkClick action="ppaction://hlinkshowjump?jump=nextslide"/>
            </p:cNvPr>
            <p:cNvSpPr/>
            <p:nvPr/>
          </p:nvSpPr>
          <p:spPr>
            <a:xfrm>
              <a:off x="8562150" y="-2325"/>
              <a:ext cx="58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2_1">
    <p:spTree>
      <p:nvGrpSpPr>
        <p:cNvPr id="286" name="Shape 286"/>
        <p:cNvGrpSpPr/>
        <p:nvPr/>
      </p:nvGrpSpPr>
      <p:grpSpPr>
        <a:xfrm>
          <a:off x="0" y="0"/>
          <a:ext cx="0" cy="0"/>
          <a:chOff x="0" y="0"/>
          <a:chExt cx="0" cy="0"/>
        </a:xfrm>
      </p:grpSpPr>
      <p:grpSp>
        <p:nvGrpSpPr>
          <p:cNvPr id="287" name="Google Shape;287;p24"/>
          <p:cNvGrpSpPr/>
          <p:nvPr/>
        </p:nvGrpSpPr>
        <p:grpSpPr>
          <a:xfrm>
            <a:off x="-690029" y="-962470"/>
            <a:ext cx="9938508" cy="6532820"/>
            <a:chOff x="-690029" y="-962470"/>
            <a:chExt cx="9938508" cy="6532820"/>
          </a:xfrm>
        </p:grpSpPr>
        <p:grpSp>
          <p:nvGrpSpPr>
            <p:cNvPr id="288" name="Google Shape;288;p24"/>
            <p:cNvGrpSpPr/>
            <p:nvPr/>
          </p:nvGrpSpPr>
          <p:grpSpPr>
            <a:xfrm flipH="1">
              <a:off x="-690029" y="-962470"/>
              <a:ext cx="9938508" cy="6532820"/>
              <a:chOff x="-690029" y="-962470"/>
              <a:chExt cx="9938508" cy="6532820"/>
            </a:xfrm>
          </p:grpSpPr>
          <p:grpSp>
            <p:nvGrpSpPr>
              <p:cNvPr id="289" name="Google Shape;289;p24"/>
              <p:cNvGrpSpPr/>
              <p:nvPr/>
            </p:nvGrpSpPr>
            <p:grpSpPr>
              <a:xfrm>
                <a:off x="6575933" y="4097972"/>
                <a:ext cx="2672546" cy="1472378"/>
                <a:chOff x="3989960" y="270485"/>
                <a:chExt cx="1768142" cy="974117"/>
              </a:xfrm>
            </p:grpSpPr>
            <p:sp>
              <p:nvSpPr>
                <p:cNvPr id="290" name="Google Shape;290;p24"/>
                <p:cNvSpPr/>
                <p:nvPr/>
              </p:nvSpPr>
              <p:spPr>
                <a:xfrm>
                  <a:off x="4133502" y="431452"/>
                  <a:ext cx="1624600" cy="813150"/>
                </a:xfrm>
                <a:custGeom>
                  <a:rect b="b" l="l" r="r" t="t"/>
                  <a:pathLst>
                    <a:path extrusionOk="0" h="32526" w="64984">
                      <a:moveTo>
                        <a:pt x="40012" y="1"/>
                      </a:moveTo>
                      <a:cubicBezTo>
                        <a:pt x="36896" y="1"/>
                        <a:pt x="34164" y="1251"/>
                        <a:pt x="31547" y="2618"/>
                      </a:cubicBezTo>
                      <a:cubicBezTo>
                        <a:pt x="28443" y="4240"/>
                        <a:pt x="25967" y="6405"/>
                        <a:pt x="21456" y="6405"/>
                      </a:cubicBezTo>
                      <a:cubicBezTo>
                        <a:pt x="21245" y="6405"/>
                        <a:pt x="21028" y="6401"/>
                        <a:pt x="20808" y="6391"/>
                      </a:cubicBezTo>
                      <a:cubicBezTo>
                        <a:pt x="17708" y="6253"/>
                        <a:pt x="15532" y="5489"/>
                        <a:pt x="13201" y="5489"/>
                      </a:cubicBezTo>
                      <a:cubicBezTo>
                        <a:pt x="11827" y="5489"/>
                        <a:pt x="10399" y="5754"/>
                        <a:pt x="8696" y="6570"/>
                      </a:cubicBezTo>
                      <a:cubicBezTo>
                        <a:pt x="4193" y="8727"/>
                        <a:pt x="1761" y="12773"/>
                        <a:pt x="1198" y="17809"/>
                      </a:cubicBezTo>
                      <a:cubicBezTo>
                        <a:pt x="0" y="28497"/>
                        <a:pt x="8710" y="32526"/>
                        <a:pt x="15528" y="32526"/>
                      </a:cubicBezTo>
                      <a:cubicBezTo>
                        <a:pt x="18533" y="32526"/>
                        <a:pt x="21171" y="31743"/>
                        <a:pt x="22431" y="30403"/>
                      </a:cubicBezTo>
                      <a:cubicBezTo>
                        <a:pt x="28847" y="23583"/>
                        <a:pt x="27231" y="22950"/>
                        <a:pt x="37145" y="22950"/>
                      </a:cubicBezTo>
                      <a:cubicBezTo>
                        <a:pt x="39165" y="22950"/>
                        <a:pt x="41664" y="22976"/>
                        <a:pt x="44807" y="22981"/>
                      </a:cubicBezTo>
                      <a:cubicBezTo>
                        <a:pt x="44815" y="22981"/>
                        <a:pt x="44823" y="22981"/>
                        <a:pt x="44832" y="22981"/>
                      </a:cubicBezTo>
                      <a:cubicBezTo>
                        <a:pt x="56092" y="22981"/>
                        <a:pt x="64983" y="9600"/>
                        <a:pt x="45684" y="1143"/>
                      </a:cubicBezTo>
                      <a:cubicBezTo>
                        <a:pt x="44411" y="586"/>
                        <a:pt x="42899" y="259"/>
                        <a:pt x="41364" y="80"/>
                      </a:cubicBezTo>
                      <a:cubicBezTo>
                        <a:pt x="40905" y="26"/>
                        <a:pt x="40455" y="1"/>
                        <a:pt x="4001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4"/>
                <p:cNvSpPr/>
                <p:nvPr/>
              </p:nvSpPr>
              <p:spPr>
                <a:xfrm>
                  <a:off x="3989960" y="608293"/>
                  <a:ext cx="307425" cy="177775"/>
                </a:xfrm>
                <a:custGeom>
                  <a:rect b="b" l="l" r="r" t="t"/>
                  <a:pathLst>
                    <a:path extrusionOk="0" h="7111" w="12297">
                      <a:moveTo>
                        <a:pt x="7010" y="1"/>
                      </a:moveTo>
                      <a:cubicBezTo>
                        <a:pt x="6595" y="1"/>
                        <a:pt x="6149" y="29"/>
                        <a:pt x="5672" y="89"/>
                      </a:cubicBezTo>
                      <a:cubicBezTo>
                        <a:pt x="5672" y="89"/>
                        <a:pt x="1" y="943"/>
                        <a:pt x="363" y="4242"/>
                      </a:cubicBezTo>
                      <a:cubicBezTo>
                        <a:pt x="596" y="6359"/>
                        <a:pt x="2334" y="7110"/>
                        <a:pt x="4280" y="7110"/>
                      </a:cubicBezTo>
                      <a:cubicBezTo>
                        <a:pt x="6235" y="7110"/>
                        <a:pt x="8402" y="6352"/>
                        <a:pt x="9465" y="5459"/>
                      </a:cubicBezTo>
                      <a:cubicBezTo>
                        <a:pt x="12297" y="3081"/>
                        <a:pt x="11345" y="1"/>
                        <a:pt x="701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4"/>
                <p:cNvSpPr/>
                <p:nvPr/>
              </p:nvSpPr>
              <p:spPr>
                <a:xfrm>
                  <a:off x="5156649" y="270485"/>
                  <a:ext cx="169125" cy="68300"/>
                </a:xfrm>
                <a:custGeom>
                  <a:rect b="b" l="l" r="r" t="t"/>
                  <a:pathLst>
                    <a:path extrusionOk="0" h="2732" w="6765">
                      <a:moveTo>
                        <a:pt x="3520" y="1"/>
                      </a:moveTo>
                      <a:cubicBezTo>
                        <a:pt x="2537" y="1"/>
                        <a:pt x="1006" y="188"/>
                        <a:pt x="501" y="1288"/>
                      </a:cubicBezTo>
                      <a:cubicBezTo>
                        <a:pt x="0" y="2380"/>
                        <a:pt x="1282" y="2731"/>
                        <a:pt x="2639" y="2731"/>
                      </a:cubicBezTo>
                      <a:cubicBezTo>
                        <a:pt x="3354" y="2731"/>
                        <a:pt x="4091" y="2634"/>
                        <a:pt x="4598" y="2495"/>
                      </a:cubicBezTo>
                      <a:cubicBezTo>
                        <a:pt x="6068" y="2096"/>
                        <a:pt x="6765" y="315"/>
                        <a:pt x="4388" y="50"/>
                      </a:cubicBezTo>
                      <a:cubicBezTo>
                        <a:pt x="4388" y="50"/>
                        <a:pt x="4027" y="1"/>
                        <a:pt x="352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3" name="Google Shape;293;p24"/>
              <p:cNvGrpSpPr/>
              <p:nvPr/>
            </p:nvGrpSpPr>
            <p:grpSpPr>
              <a:xfrm flipH="1" rot="7454779">
                <a:off x="-648887" y="-365136"/>
                <a:ext cx="2079802" cy="1199662"/>
                <a:chOff x="4057999" y="181766"/>
                <a:chExt cx="1647076" cy="950059"/>
              </a:xfrm>
            </p:grpSpPr>
            <p:sp>
              <p:nvSpPr>
                <p:cNvPr id="294" name="Google Shape;294;p24"/>
                <p:cNvSpPr/>
                <p:nvPr/>
              </p:nvSpPr>
              <p:spPr>
                <a:xfrm>
                  <a:off x="4080475" y="318675"/>
                  <a:ext cx="1624600" cy="813150"/>
                </a:xfrm>
                <a:custGeom>
                  <a:rect b="b" l="l" r="r" t="t"/>
                  <a:pathLst>
                    <a:path extrusionOk="0" h="32526" w="64984">
                      <a:moveTo>
                        <a:pt x="40012" y="1"/>
                      </a:moveTo>
                      <a:cubicBezTo>
                        <a:pt x="36896" y="1"/>
                        <a:pt x="34164" y="1251"/>
                        <a:pt x="31547" y="2618"/>
                      </a:cubicBezTo>
                      <a:cubicBezTo>
                        <a:pt x="28443" y="4240"/>
                        <a:pt x="25967" y="6405"/>
                        <a:pt x="21456" y="6405"/>
                      </a:cubicBezTo>
                      <a:cubicBezTo>
                        <a:pt x="21245" y="6405"/>
                        <a:pt x="21028" y="6401"/>
                        <a:pt x="20808" y="6391"/>
                      </a:cubicBezTo>
                      <a:cubicBezTo>
                        <a:pt x="17708" y="6253"/>
                        <a:pt x="15532" y="5489"/>
                        <a:pt x="13201" y="5489"/>
                      </a:cubicBezTo>
                      <a:cubicBezTo>
                        <a:pt x="11827" y="5489"/>
                        <a:pt x="10399" y="5754"/>
                        <a:pt x="8696" y="6570"/>
                      </a:cubicBezTo>
                      <a:cubicBezTo>
                        <a:pt x="4193" y="8727"/>
                        <a:pt x="1761" y="12773"/>
                        <a:pt x="1198" y="17809"/>
                      </a:cubicBezTo>
                      <a:cubicBezTo>
                        <a:pt x="0" y="28497"/>
                        <a:pt x="8710" y="32526"/>
                        <a:pt x="15528" y="32526"/>
                      </a:cubicBezTo>
                      <a:cubicBezTo>
                        <a:pt x="18533" y="32526"/>
                        <a:pt x="21171" y="31743"/>
                        <a:pt x="22431" y="30403"/>
                      </a:cubicBezTo>
                      <a:cubicBezTo>
                        <a:pt x="28847" y="23583"/>
                        <a:pt x="27231" y="22950"/>
                        <a:pt x="37145" y="22950"/>
                      </a:cubicBezTo>
                      <a:cubicBezTo>
                        <a:pt x="39165" y="22950"/>
                        <a:pt x="41664" y="22976"/>
                        <a:pt x="44807" y="22981"/>
                      </a:cubicBezTo>
                      <a:cubicBezTo>
                        <a:pt x="44815" y="22981"/>
                        <a:pt x="44823" y="22981"/>
                        <a:pt x="44832" y="22981"/>
                      </a:cubicBezTo>
                      <a:cubicBezTo>
                        <a:pt x="56092" y="22981"/>
                        <a:pt x="64983" y="9600"/>
                        <a:pt x="45684" y="1143"/>
                      </a:cubicBezTo>
                      <a:cubicBezTo>
                        <a:pt x="44411" y="586"/>
                        <a:pt x="42899" y="259"/>
                        <a:pt x="41364" y="80"/>
                      </a:cubicBezTo>
                      <a:cubicBezTo>
                        <a:pt x="40905" y="26"/>
                        <a:pt x="40455" y="1"/>
                        <a:pt x="4001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4"/>
                <p:cNvSpPr/>
                <p:nvPr/>
              </p:nvSpPr>
              <p:spPr>
                <a:xfrm>
                  <a:off x="4057999" y="297298"/>
                  <a:ext cx="307425" cy="177775"/>
                </a:xfrm>
                <a:custGeom>
                  <a:rect b="b" l="l" r="r" t="t"/>
                  <a:pathLst>
                    <a:path extrusionOk="0" h="7111" w="12297">
                      <a:moveTo>
                        <a:pt x="7010" y="1"/>
                      </a:moveTo>
                      <a:cubicBezTo>
                        <a:pt x="6595" y="1"/>
                        <a:pt x="6149" y="29"/>
                        <a:pt x="5672" y="89"/>
                      </a:cubicBezTo>
                      <a:cubicBezTo>
                        <a:pt x="5672" y="89"/>
                        <a:pt x="1" y="943"/>
                        <a:pt x="363" y="4242"/>
                      </a:cubicBezTo>
                      <a:cubicBezTo>
                        <a:pt x="596" y="6359"/>
                        <a:pt x="2334" y="7110"/>
                        <a:pt x="4280" y="7110"/>
                      </a:cubicBezTo>
                      <a:cubicBezTo>
                        <a:pt x="6235" y="7110"/>
                        <a:pt x="8402" y="6352"/>
                        <a:pt x="9465" y="5459"/>
                      </a:cubicBezTo>
                      <a:cubicBezTo>
                        <a:pt x="12297" y="3081"/>
                        <a:pt x="11345" y="1"/>
                        <a:pt x="701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4"/>
                <p:cNvSpPr/>
                <p:nvPr/>
              </p:nvSpPr>
              <p:spPr>
                <a:xfrm>
                  <a:off x="5106014" y="181766"/>
                  <a:ext cx="169125" cy="68300"/>
                </a:xfrm>
                <a:custGeom>
                  <a:rect b="b" l="l" r="r" t="t"/>
                  <a:pathLst>
                    <a:path extrusionOk="0" h="2732" w="6765">
                      <a:moveTo>
                        <a:pt x="3520" y="1"/>
                      </a:moveTo>
                      <a:cubicBezTo>
                        <a:pt x="2537" y="1"/>
                        <a:pt x="1006" y="188"/>
                        <a:pt x="501" y="1288"/>
                      </a:cubicBezTo>
                      <a:cubicBezTo>
                        <a:pt x="0" y="2380"/>
                        <a:pt x="1282" y="2731"/>
                        <a:pt x="2639" y="2731"/>
                      </a:cubicBezTo>
                      <a:cubicBezTo>
                        <a:pt x="3354" y="2731"/>
                        <a:pt x="4091" y="2634"/>
                        <a:pt x="4598" y="2495"/>
                      </a:cubicBezTo>
                      <a:cubicBezTo>
                        <a:pt x="6068" y="2096"/>
                        <a:pt x="6765" y="315"/>
                        <a:pt x="4388" y="50"/>
                      </a:cubicBezTo>
                      <a:cubicBezTo>
                        <a:pt x="4388" y="50"/>
                        <a:pt x="4027" y="1"/>
                        <a:pt x="352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4"/>
                <p:cNvSpPr/>
                <p:nvPr/>
              </p:nvSpPr>
              <p:spPr>
                <a:xfrm>
                  <a:off x="4667119" y="950098"/>
                  <a:ext cx="392975" cy="176200"/>
                </a:xfrm>
                <a:custGeom>
                  <a:rect b="b" l="l" r="r" t="t"/>
                  <a:pathLst>
                    <a:path extrusionOk="0" h="7048" w="15719">
                      <a:moveTo>
                        <a:pt x="9557" y="1"/>
                      </a:moveTo>
                      <a:cubicBezTo>
                        <a:pt x="9303" y="1"/>
                        <a:pt x="9037" y="8"/>
                        <a:pt x="8759" y="23"/>
                      </a:cubicBezTo>
                      <a:cubicBezTo>
                        <a:pt x="8759" y="23"/>
                        <a:pt x="749" y="632"/>
                        <a:pt x="285" y="4143"/>
                      </a:cubicBezTo>
                      <a:cubicBezTo>
                        <a:pt x="0" y="6299"/>
                        <a:pt x="2337" y="7047"/>
                        <a:pt x="4905" y="7047"/>
                      </a:cubicBezTo>
                      <a:cubicBezTo>
                        <a:pt x="6521" y="7047"/>
                        <a:pt x="8228" y="6751"/>
                        <a:pt x="9432" y="6322"/>
                      </a:cubicBezTo>
                      <a:cubicBezTo>
                        <a:pt x="15083" y="4312"/>
                        <a:pt x="15719" y="1"/>
                        <a:pt x="955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98" name="Google Shape;298;p24"/>
            <p:cNvSpPr/>
            <p:nvPr/>
          </p:nvSpPr>
          <p:spPr>
            <a:xfrm flipH="1">
              <a:off x="301170" y="4164168"/>
              <a:ext cx="464673" cy="268707"/>
            </a:xfrm>
            <a:custGeom>
              <a:rect b="b" l="l" r="r" t="t"/>
              <a:pathLst>
                <a:path extrusionOk="0" h="7111" w="12297">
                  <a:moveTo>
                    <a:pt x="7010" y="1"/>
                  </a:moveTo>
                  <a:cubicBezTo>
                    <a:pt x="6595" y="1"/>
                    <a:pt x="6149" y="29"/>
                    <a:pt x="5672" y="89"/>
                  </a:cubicBezTo>
                  <a:cubicBezTo>
                    <a:pt x="5672" y="89"/>
                    <a:pt x="1" y="943"/>
                    <a:pt x="363" y="4242"/>
                  </a:cubicBezTo>
                  <a:cubicBezTo>
                    <a:pt x="596" y="6359"/>
                    <a:pt x="2334" y="7110"/>
                    <a:pt x="4280" y="7110"/>
                  </a:cubicBezTo>
                  <a:cubicBezTo>
                    <a:pt x="6235" y="7110"/>
                    <a:pt x="8402" y="6352"/>
                    <a:pt x="9465" y="5459"/>
                  </a:cubicBezTo>
                  <a:cubicBezTo>
                    <a:pt x="12297" y="3081"/>
                    <a:pt x="11345" y="1"/>
                    <a:pt x="701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9" name="Google Shape;299;p24"/>
          <p:cNvGrpSpPr/>
          <p:nvPr/>
        </p:nvGrpSpPr>
        <p:grpSpPr>
          <a:xfrm>
            <a:off x="-75" y="-2325"/>
            <a:ext cx="9144150" cy="5145825"/>
            <a:chOff x="0" y="-2325"/>
            <a:chExt cx="9144150" cy="5145825"/>
          </a:xfrm>
        </p:grpSpPr>
        <p:sp>
          <p:nvSpPr>
            <p:cNvPr id="300" name="Google Shape;300;p24"/>
            <p:cNvSpPr/>
            <p:nvPr/>
          </p:nvSpPr>
          <p:spPr>
            <a:xfrm>
              <a:off x="0" y="0"/>
              <a:ext cx="9144000" cy="5143500"/>
            </a:xfrm>
            <a:prstGeom prst="frame">
              <a:avLst>
                <a:gd fmla="val 408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4">
              <a:hlinkClick action="ppaction://hlinkshowjump?jump=nextslide"/>
            </p:cNvPr>
            <p:cNvSpPr/>
            <p:nvPr/>
          </p:nvSpPr>
          <p:spPr>
            <a:xfrm>
              <a:off x="8562150" y="-2325"/>
              <a:ext cx="58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24" Type="http://schemas.openxmlformats.org/officeDocument/2006/relationships/theme" Target="../theme/theme2.xml"/><Relationship Id="rId12" Type="http://schemas.openxmlformats.org/officeDocument/2006/relationships/slideLayout" Target="../slideLayouts/slideLayout12.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475" y="463300"/>
            <a:ext cx="7717200" cy="564900"/>
          </a:xfrm>
          <a:prstGeom prst="rect">
            <a:avLst/>
          </a:prstGeom>
          <a:noFill/>
          <a:ln>
            <a:noFill/>
          </a:ln>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3200"/>
              <a:buFont typeface="Lexend Deca"/>
              <a:buNone/>
              <a:defRPr b="1" sz="3200">
                <a:solidFill>
                  <a:schemeClr val="dk1"/>
                </a:solidFill>
                <a:latin typeface="Lexend Deca"/>
                <a:ea typeface="Lexend Deca"/>
                <a:cs typeface="Lexend Deca"/>
                <a:sym typeface="Lexend Deca"/>
              </a:defRPr>
            </a:lvl1pPr>
            <a:lvl2pPr lvl="1">
              <a:lnSpc>
                <a:spcPct val="100000"/>
              </a:lnSpc>
              <a:spcBef>
                <a:spcPts val="0"/>
              </a:spcBef>
              <a:spcAft>
                <a:spcPts val="0"/>
              </a:spcAft>
              <a:buClr>
                <a:schemeClr val="dk1"/>
              </a:buClr>
              <a:buSzPts val="3200"/>
              <a:buFont typeface="Lexend Deca"/>
              <a:buNone/>
              <a:defRPr b="1" sz="3200">
                <a:solidFill>
                  <a:schemeClr val="dk1"/>
                </a:solidFill>
                <a:latin typeface="Lexend Deca"/>
                <a:ea typeface="Lexend Deca"/>
                <a:cs typeface="Lexend Deca"/>
                <a:sym typeface="Lexend Deca"/>
              </a:defRPr>
            </a:lvl2pPr>
            <a:lvl3pPr lvl="2">
              <a:lnSpc>
                <a:spcPct val="100000"/>
              </a:lnSpc>
              <a:spcBef>
                <a:spcPts val="0"/>
              </a:spcBef>
              <a:spcAft>
                <a:spcPts val="0"/>
              </a:spcAft>
              <a:buClr>
                <a:schemeClr val="dk1"/>
              </a:buClr>
              <a:buSzPts val="3200"/>
              <a:buFont typeface="Lexend Deca"/>
              <a:buNone/>
              <a:defRPr b="1" sz="3200">
                <a:solidFill>
                  <a:schemeClr val="dk1"/>
                </a:solidFill>
                <a:latin typeface="Lexend Deca"/>
                <a:ea typeface="Lexend Deca"/>
                <a:cs typeface="Lexend Deca"/>
                <a:sym typeface="Lexend Deca"/>
              </a:defRPr>
            </a:lvl3pPr>
            <a:lvl4pPr lvl="3">
              <a:lnSpc>
                <a:spcPct val="100000"/>
              </a:lnSpc>
              <a:spcBef>
                <a:spcPts val="0"/>
              </a:spcBef>
              <a:spcAft>
                <a:spcPts val="0"/>
              </a:spcAft>
              <a:buClr>
                <a:schemeClr val="dk1"/>
              </a:buClr>
              <a:buSzPts val="3200"/>
              <a:buFont typeface="Lexend Deca"/>
              <a:buNone/>
              <a:defRPr b="1" sz="3200">
                <a:solidFill>
                  <a:schemeClr val="dk1"/>
                </a:solidFill>
                <a:latin typeface="Lexend Deca"/>
                <a:ea typeface="Lexend Deca"/>
                <a:cs typeface="Lexend Deca"/>
                <a:sym typeface="Lexend Deca"/>
              </a:defRPr>
            </a:lvl4pPr>
            <a:lvl5pPr lvl="4">
              <a:lnSpc>
                <a:spcPct val="100000"/>
              </a:lnSpc>
              <a:spcBef>
                <a:spcPts val="0"/>
              </a:spcBef>
              <a:spcAft>
                <a:spcPts val="0"/>
              </a:spcAft>
              <a:buClr>
                <a:schemeClr val="dk1"/>
              </a:buClr>
              <a:buSzPts val="3200"/>
              <a:buFont typeface="Lexend Deca"/>
              <a:buNone/>
              <a:defRPr b="1" sz="3200">
                <a:solidFill>
                  <a:schemeClr val="dk1"/>
                </a:solidFill>
                <a:latin typeface="Lexend Deca"/>
                <a:ea typeface="Lexend Deca"/>
                <a:cs typeface="Lexend Deca"/>
                <a:sym typeface="Lexend Deca"/>
              </a:defRPr>
            </a:lvl5pPr>
            <a:lvl6pPr lvl="5">
              <a:lnSpc>
                <a:spcPct val="100000"/>
              </a:lnSpc>
              <a:spcBef>
                <a:spcPts val="0"/>
              </a:spcBef>
              <a:spcAft>
                <a:spcPts val="0"/>
              </a:spcAft>
              <a:buClr>
                <a:schemeClr val="dk1"/>
              </a:buClr>
              <a:buSzPts val="3200"/>
              <a:buFont typeface="Lexend Deca"/>
              <a:buNone/>
              <a:defRPr b="1" sz="3200">
                <a:solidFill>
                  <a:schemeClr val="dk1"/>
                </a:solidFill>
                <a:latin typeface="Lexend Deca"/>
                <a:ea typeface="Lexend Deca"/>
                <a:cs typeface="Lexend Deca"/>
                <a:sym typeface="Lexend Deca"/>
              </a:defRPr>
            </a:lvl6pPr>
            <a:lvl7pPr lvl="6">
              <a:lnSpc>
                <a:spcPct val="100000"/>
              </a:lnSpc>
              <a:spcBef>
                <a:spcPts val="0"/>
              </a:spcBef>
              <a:spcAft>
                <a:spcPts val="0"/>
              </a:spcAft>
              <a:buClr>
                <a:schemeClr val="dk1"/>
              </a:buClr>
              <a:buSzPts val="3200"/>
              <a:buFont typeface="Lexend Deca"/>
              <a:buNone/>
              <a:defRPr b="1" sz="3200">
                <a:solidFill>
                  <a:schemeClr val="dk1"/>
                </a:solidFill>
                <a:latin typeface="Lexend Deca"/>
                <a:ea typeface="Lexend Deca"/>
                <a:cs typeface="Lexend Deca"/>
                <a:sym typeface="Lexend Deca"/>
              </a:defRPr>
            </a:lvl7pPr>
            <a:lvl8pPr lvl="7">
              <a:lnSpc>
                <a:spcPct val="100000"/>
              </a:lnSpc>
              <a:spcBef>
                <a:spcPts val="0"/>
              </a:spcBef>
              <a:spcAft>
                <a:spcPts val="0"/>
              </a:spcAft>
              <a:buClr>
                <a:schemeClr val="dk1"/>
              </a:buClr>
              <a:buSzPts val="3200"/>
              <a:buFont typeface="Lexend Deca"/>
              <a:buNone/>
              <a:defRPr b="1" sz="3200">
                <a:solidFill>
                  <a:schemeClr val="dk1"/>
                </a:solidFill>
                <a:latin typeface="Lexend Deca"/>
                <a:ea typeface="Lexend Deca"/>
                <a:cs typeface="Lexend Deca"/>
                <a:sym typeface="Lexend Deca"/>
              </a:defRPr>
            </a:lvl8pPr>
            <a:lvl9pPr lvl="8">
              <a:lnSpc>
                <a:spcPct val="100000"/>
              </a:lnSpc>
              <a:spcBef>
                <a:spcPts val="0"/>
              </a:spcBef>
              <a:spcAft>
                <a:spcPts val="0"/>
              </a:spcAft>
              <a:buClr>
                <a:schemeClr val="dk1"/>
              </a:buClr>
              <a:buSzPts val="3200"/>
              <a:buFont typeface="Lexend Deca"/>
              <a:buNone/>
              <a:defRPr b="1" sz="3200">
                <a:solidFill>
                  <a:schemeClr val="dk1"/>
                </a:solidFill>
                <a:latin typeface="Lexend Deca"/>
                <a:ea typeface="Lexend Deca"/>
                <a:cs typeface="Lexend Deca"/>
                <a:sym typeface="Lexend Deca"/>
              </a:defRPr>
            </a:lvl9pPr>
          </a:lstStyle>
          <a:p/>
        </p:txBody>
      </p:sp>
      <p:sp>
        <p:nvSpPr>
          <p:cNvPr id="7" name="Google Shape;7;p1"/>
          <p:cNvSpPr txBox="1"/>
          <p:nvPr>
            <p:ph idx="1" type="body"/>
          </p:nvPr>
        </p:nvSpPr>
        <p:spPr>
          <a:xfrm>
            <a:off x="713475" y="1237559"/>
            <a:ext cx="7717200" cy="33711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Noto Sans"/>
              <a:buChar char="●"/>
              <a:defRPr sz="1200">
                <a:solidFill>
                  <a:schemeClr val="dk1"/>
                </a:solidFill>
                <a:latin typeface="Noto Sans"/>
                <a:ea typeface="Noto Sans"/>
                <a:cs typeface="Noto Sans"/>
                <a:sym typeface="Noto Sans"/>
              </a:defRPr>
            </a:lvl1pPr>
            <a:lvl2pPr indent="-304800" lvl="1" marL="914400">
              <a:lnSpc>
                <a:spcPct val="100000"/>
              </a:lnSpc>
              <a:spcBef>
                <a:spcPts val="0"/>
              </a:spcBef>
              <a:spcAft>
                <a:spcPts val="0"/>
              </a:spcAft>
              <a:buClr>
                <a:schemeClr val="dk1"/>
              </a:buClr>
              <a:buSzPts val="1200"/>
              <a:buFont typeface="Noto Sans"/>
              <a:buChar char="○"/>
              <a:defRPr sz="1200">
                <a:solidFill>
                  <a:schemeClr val="dk1"/>
                </a:solidFill>
                <a:latin typeface="Noto Sans"/>
                <a:ea typeface="Noto Sans"/>
                <a:cs typeface="Noto Sans"/>
                <a:sym typeface="Noto Sans"/>
              </a:defRPr>
            </a:lvl2pPr>
            <a:lvl3pPr indent="-304800" lvl="2" marL="1371600">
              <a:lnSpc>
                <a:spcPct val="100000"/>
              </a:lnSpc>
              <a:spcBef>
                <a:spcPts val="0"/>
              </a:spcBef>
              <a:spcAft>
                <a:spcPts val="0"/>
              </a:spcAft>
              <a:buClr>
                <a:schemeClr val="dk1"/>
              </a:buClr>
              <a:buSzPts val="1200"/>
              <a:buFont typeface="Noto Sans"/>
              <a:buChar char="■"/>
              <a:defRPr sz="1200">
                <a:solidFill>
                  <a:schemeClr val="dk1"/>
                </a:solidFill>
                <a:latin typeface="Noto Sans"/>
                <a:ea typeface="Noto Sans"/>
                <a:cs typeface="Noto Sans"/>
                <a:sym typeface="Noto Sans"/>
              </a:defRPr>
            </a:lvl3pPr>
            <a:lvl4pPr indent="-304800" lvl="3" marL="1828800">
              <a:lnSpc>
                <a:spcPct val="100000"/>
              </a:lnSpc>
              <a:spcBef>
                <a:spcPts val="0"/>
              </a:spcBef>
              <a:spcAft>
                <a:spcPts val="0"/>
              </a:spcAft>
              <a:buClr>
                <a:schemeClr val="dk1"/>
              </a:buClr>
              <a:buSzPts val="1200"/>
              <a:buFont typeface="Noto Sans"/>
              <a:buChar char="●"/>
              <a:defRPr sz="1200">
                <a:solidFill>
                  <a:schemeClr val="dk1"/>
                </a:solidFill>
                <a:latin typeface="Noto Sans"/>
                <a:ea typeface="Noto Sans"/>
                <a:cs typeface="Noto Sans"/>
                <a:sym typeface="Noto Sans"/>
              </a:defRPr>
            </a:lvl4pPr>
            <a:lvl5pPr indent="-304800" lvl="4" marL="2286000">
              <a:lnSpc>
                <a:spcPct val="100000"/>
              </a:lnSpc>
              <a:spcBef>
                <a:spcPts val="0"/>
              </a:spcBef>
              <a:spcAft>
                <a:spcPts val="0"/>
              </a:spcAft>
              <a:buClr>
                <a:schemeClr val="dk1"/>
              </a:buClr>
              <a:buSzPts val="1200"/>
              <a:buFont typeface="Noto Sans"/>
              <a:buChar char="○"/>
              <a:defRPr sz="1200">
                <a:solidFill>
                  <a:schemeClr val="dk1"/>
                </a:solidFill>
                <a:latin typeface="Noto Sans"/>
                <a:ea typeface="Noto Sans"/>
                <a:cs typeface="Noto Sans"/>
                <a:sym typeface="Noto Sans"/>
              </a:defRPr>
            </a:lvl5pPr>
            <a:lvl6pPr indent="-304800" lvl="5" marL="2743200">
              <a:lnSpc>
                <a:spcPct val="100000"/>
              </a:lnSpc>
              <a:spcBef>
                <a:spcPts val="0"/>
              </a:spcBef>
              <a:spcAft>
                <a:spcPts val="0"/>
              </a:spcAft>
              <a:buClr>
                <a:schemeClr val="dk1"/>
              </a:buClr>
              <a:buSzPts val="1200"/>
              <a:buFont typeface="Noto Sans"/>
              <a:buChar char="■"/>
              <a:defRPr sz="1200">
                <a:solidFill>
                  <a:schemeClr val="dk1"/>
                </a:solidFill>
                <a:latin typeface="Noto Sans"/>
                <a:ea typeface="Noto Sans"/>
                <a:cs typeface="Noto Sans"/>
                <a:sym typeface="Noto Sans"/>
              </a:defRPr>
            </a:lvl6pPr>
            <a:lvl7pPr indent="-304800" lvl="6" marL="3200400">
              <a:lnSpc>
                <a:spcPct val="100000"/>
              </a:lnSpc>
              <a:spcBef>
                <a:spcPts val="0"/>
              </a:spcBef>
              <a:spcAft>
                <a:spcPts val="0"/>
              </a:spcAft>
              <a:buClr>
                <a:schemeClr val="dk1"/>
              </a:buClr>
              <a:buSzPts val="1200"/>
              <a:buFont typeface="Noto Sans"/>
              <a:buChar char="●"/>
              <a:defRPr sz="1200">
                <a:solidFill>
                  <a:schemeClr val="dk1"/>
                </a:solidFill>
                <a:latin typeface="Noto Sans"/>
                <a:ea typeface="Noto Sans"/>
                <a:cs typeface="Noto Sans"/>
                <a:sym typeface="Noto Sans"/>
              </a:defRPr>
            </a:lvl7pPr>
            <a:lvl8pPr indent="-304800" lvl="7" marL="3657600">
              <a:lnSpc>
                <a:spcPct val="100000"/>
              </a:lnSpc>
              <a:spcBef>
                <a:spcPts val="0"/>
              </a:spcBef>
              <a:spcAft>
                <a:spcPts val="0"/>
              </a:spcAft>
              <a:buClr>
                <a:schemeClr val="dk1"/>
              </a:buClr>
              <a:buSzPts val="1200"/>
              <a:buFont typeface="Noto Sans"/>
              <a:buChar char="○"/>
              <a:defRPr sz="1200">
                <a:solidFill>
                  <a:schemeClr val="dk1"/>
                </a:solidFill>
                <a:latin typeface="Noto Sans"/>
                <a:ea typeface="Noto Sans"/>
                <a:cs typeface="Noto Sans"/>
                <a:sym typeface="Noto Sans"/>
              </a:defRPr>
            </a:lvl8pPr>
            <a:lvl9pPr indent="-304800" lvl="8" marL="4114800">
              <a:lnSpc>
                <a:spcPct val="100000"/>
              </a:lnSpc>
              <a:spcBef>
                <a:spcPts val="0"/>
              </a:spcBef>
              <a:spcAft>
                <a:spcPts val="0"/>
              </a:spcAft>
              <a:buClr>
                <a:schemeClr val="dk1"/>
              </a:buClr>
              <a:buSzPts val="1200"/>
              <a:buFont typeface="Noto Sans"/>
              <a:buChar char="■"/>
              <a:defRPr sz="1200">
                <a:solidFill>
                  <a:schemeClr val="dk1"/>
                </a:solidFill>
                <a:latin typeface="Noto Sans"/>
                <a:ea typeface="Noto Sans"/>
                <a:cs typeface="Noto Sans"/>
                <a:sym typeface="Noto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slide" Target="/ppt/slides/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slide" Target="/ppt/slid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slide" Target="/ppt/slid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slide" Target="/ppt/slid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slide" Target="/ppt/slid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slide" Target="/ppt/slid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slide" Target="/ppt/slid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slide" Target="/ppt/slides/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slide" Target="/ppt/slid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slide" Target="/ppt/slides/slide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slide" Target="/ppt/slides/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slide" Target="/ppt/slides/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slide" Target="/ppt/slides/slide2.xml"/><Relationship Id="rId4" Type="http://schemas.openxmlformats.org/officeDocument/2006/relationships/hyperlink" Target="http://drive.google.com/file/d/181wxtUmLFlD2iC_MTb-NpUCRYBEp7rnl/view" TargetMode="External"/><Relationship Id="rId5"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slide" Target="/ppt/slides/slid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slide" Target="/ppt/slides/slid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slide" Target="/ppt/slides/slid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slide" Target="/ppt/slides/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slide" Target="/ppt/slides/slid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slide" Target="/ppt/slides/slide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slide" Target="/ppt/slides/slide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slide" Target="/ppt/slides/slide2.xml"/><Relationship Id="rId4" Type="http://schemas.openxmlformats.org/officeDocument/2006/relationships/image" Target="../media/image4.png"/><Relationship Id="rId5" Type="http://schemas.openxmlformats.org/officeDocument/2006/relationships/hyperlink" Target="http://www.youtube.com/watch?v=yirzVZhZvMA" TargetMode="External"/><Relationship Id="rId6" Type="http://schemas.openxmlformats.org/officeDocument/2006/relationships/image" Target="../media/image8.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slide" Target="/ppt/slides/slide2.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slide" Target="/ppt/slides/slide2.xml"/><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slide" Target="/ppt/slides/slide2.xml"/><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slide" Target="/ppt/slides/slide2.xml"/><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slide" Target="/ppt/slides/slide2.xml"/><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slide" Target="/ppt/slides/slide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0.xml"/><Relationship Id="rId3" Type="http://schemas.openxmlformats.org/officeDocument/2006/relationships/slide" Target="/ppt/slides/slide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openxmlformats.org/officeDocument/2006/relationships/hyperlink" Target="http://www.geeksforgeeks.org/system-design/mvc-design-pattern/" TargetMode="External"/><Relationship Id="rId4" Type="http://schemas.openxmlformats.org/officeDocument/2006/relationships/hyperlink" Target="http://www.geeksforgeeks.org/system-design/mvc-architecture-system-design/" TargetMode="External"/><Relationship Id="rId5" Type="http://schemas.openxmlformats.org/officeDocument/2006/relationships/hyperlink" Target="http://www.geeksforgeeks.org/system-design/unified-modeling-language-uml-class-diagrams/" TargetMode="External"/><Relationship Id="rId6" Type="http://schemas.openxmlformats.org/officeDocument/2006/relationships/hyperlink" Target="http://chat.openai.com/chat"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25"/>
          <p:cNvSpPr txBox="1"/>
          <p:nvPr>
            <p:ph type="ctrTitle"/>
          </p:nvPr>
        </p:nvSpPr>
        <p:spPr>
          <a:xfrm>
            <a:off x="713225" y="812381"/>
            <a:ext cx="5773800" cy="2710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Bookshelf</a:t>
            </a:r>
            <a:endParaRPr/>
          </a:p>
          <a:p>
            <a:pPr indent="0" lvl="0" marL="0" rtl="0" algn="l">
              <a:spcBef>
                <a:spcPts val="0"/>
              </a:spcBef>
              <a:spcAft>
                <a:spcPts val="0"/>
              </a:spcAft>
              <a:buNone/>
            </a:pPr>
            <a:r>
              <a:rPr lang="en"/>
              <a:t>Software:</a:t>
            </a:r>
            <a:endParaRPr/>
          </a:p>
        </p:txBody>
      </p:sp>
      <p:sp>
        <p:nvSpPr>
          <p:cNvPr id="307" name="Google Shape;307;p25"/>
          <p:cNvSpPr txBox="1"/>
          <p:nvPr>
            <p:ph idx="1" type="subTitle"/>
          </p:nvPr>
        </p:nvSpPr>
        <p:spPr>
          <a:xfrm>
            <a:off x="406925" y="3523175"/>
            <a:ext cx="5073300" cy="86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By : Team 10</a:t>
            </a:r>
            <a:endParaRPr/>
          </a:p>
          <a:p>
            <a:pPr indent="0" lvl="0" marL="0" rtl="0" algn="l">
              <a:spcBef>
                <a:spcPts val="0"/>
              </a:spcBef>
              <a:spcAft>
                <a:spcPts val="0"/>
              </a:spcAft>
              <a:buNone/>
            </a:pPr>
            <a:r>
              <a:rPr lang="en" sz="1200"/>
              <a:t>Jayden Boomer, Manuel De La Cruz, Andy Do, Samuel Green, </a:t>
            </a:r>
            <a:endParaRPr sz="1200"/>
          </a:p>
          <a:p>
            <a:pPr indent="0" lvl="0" marL="0" rtl="0" algn="l">
              <a:spcBef>
                <a:spcPts val="0"/>
              </a:spcBef>
              <a:spcAft>
                <a:spcPts val="0"/>
              </a:spcAft>
              <a:buNone/>
            </a:pPr>
            <a:r>
              <a:rPr lang="en" sz="1200"/>
              <a:t>Sharon Kopuri, Eli Mendez, Cassidy Pena</a:t>
            </a:r>
            <a:endParaRPr sz="1200"/>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08" name="Google Shape;308;p25">
            <a:hlinkClick action="ppaction://hlinkshowjump?jump=nextslide"/>
          </p:cNvPr>
          <p:cNvSpPr/>
          <p:nvPr/>
        </p:nvSpPr>
        <p:spPr>
          <a:xfrm rot="10800000">
            <a:off x="8795200" y="4467625"/>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5">
            <a:hlinkClick action="ppaction://hlinksldjump" r:id="rId3"/>
          </p:cNvPr>
          <p:cNvSpPr/>
          <p:nvPr/>
        </p:nvSpPr>
        <p:spPr>
          <a:xfrm>
            <a:off x="8777675" y="2488988"/>
            <a:ext cx="163200" cy="163200"/>
          </a:xfrm>
          <a:prstGeom prst="rect">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5">
            <a:hlinkClick action="ppaction://hlinkshowjump?jump=previousslide"/>
          </p:cNvPr>
          <p:cNvSpPr/>
          <p:nvPr/>
        </p:nvSpPr>
        <p:spPr>
          <a:xfrm flipH="1">
            <a:off x="8795200" y="539500"/>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5"/>
          <p:cNvSpPr/>
          <p:nvPr/>
        </p:nvSpPr>
        <p:spPr>
          <a:xfrm rot="1845633">
            <a:off x="4672018" y="4125441"/>
            <a:ext cx="679345" cy="392845"/>
          </a:xfrm>
          <a:custGeom>
            <a:rect b="b" l="l" r="r" t="t"/>
            <a:pathLst>
              <a:path extrusionOk="0" h="7111" w="12297">
                <a:moveTo>
                  <a:pt x="7010" y="1"/>
                </a:moveTo>
                <a:cubicBezTo>
                  <a:pt x="6595" y="1"/>
                  <a:pt x="6149" y="29"/>
                  <a:pt x="5672" y="89"/>
                </a:cubicBezTo>
                <a:cubicBezTo>
                  <a:pt x="5672" y="89"/>
                  <a:pt x="1" y="943"/>
                  <a:pt x="363" y="4242"/>
                </a:cubicBezTo>
                <a:cubicBezTo>
                  <a:pt x="596" y="6359"/>
                  <a:pt x="2334" y="7110"/>
                  <a:pt x="4280" y="7110"/>
                </a:cubicBezTo>
                <a:cubicBezTo>
                  <a:pt x="6235" y="7110"/>
                  <a:pt x="8402" y="6352"/>
                  <a:pt x="9465" y="5459"/>
                </a:cubicBezTo>
                <a:cubicBezTo>
                  <a:pt x="12297" y="3081"/>
                  <a:pt x="11345" y="1"/>
                  <a:pt x="701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2" name="Google Shape;312;p25"/>
          <p:cNvGrpSpPr/>
          <p:nvPr/>
        </p:nvGrpSpPr>
        <p:grpSpPr>
          <a:xfrm>
            <a:off x="5480227" y="991299"/>
            <a:ext cx="2975372" cy="4819382"/>
            <a:chOff x="5035152" y="997124"/>
            <a:chExt cx="2975372" cy="4819382"/>
          </a:xfrm>
        </p:grpSpPr>
        <p:sp>
          <p:nvSpPr>
            <p:cNvPr id="313" name="Google Shape;313;p25"/>
            <p:cNvSpPr/>
            <p:nvPr/>
          </p:nvSpPr>
          <p:spPr>
            <a:xfrm rot="4504627">
              <a:off x="5443468" y="1873829"/>
              <a:ext cx="2948672" cy="1475879"/>
            </a:xfrm>
            <a:custGeom>
              <a:rect b="b" l="l" r="r" t="t"/>
              <a:pathLst>
                <a:path extrusionOk="0" h="32526" w="64984">
                  <a:moveTo>
                    <a:pt x="40012" y="1"/>
                  </a:moveTo>
                  <a:cubicBezTo>
                    <a:pt x="36896" y="1"/>
                    <a:pt x="34164" y="1251"/>
                    <a:pt x="31547" y="2618"/>
                  </a:cubicBezTo>
                  <a:cubicBezTo>
                    <a:pt x="28443" y="4240"/>
                    <a:pt x="25967" y="6405"/>
                    <a:pt x="21456" y="6405"/>
                  </a:cubicBezTo>
                  <a:cubicBezTo>
                    <a:pt x="21245" y="6405"/>
                    <a:pt x="21028" y="6401"/>
                    <a:pt x="20808" y="6391"/>
                  </a:cubicBezTo>
                  <a:cubicBezTo>
                    <a:pt x="17708" y="6253"/>
                    <a:pt x="15532" y="5489"/>
                    <a:pt x="13201" y="5489"/>
                  </a:cubicBezTo>
                  <a:cubicBezTo>
                    <a:pt x="11827" y="5489"/>
                    <a:pt x="10399" y="5754"/>
                    <a:pt x="8696" y="6570"/>
                  </a:cubicBezTo>
                  <a:cubicBezTo>
                    <a:pt x="4193" y="8727"/>
                    <a:pt x="1761" y="12773"/>
                    <a:pt x="1198" y="17809"/>
                  </a:cubicBezTo>
                  <a:cubicBezTo>
                    <a:pt x="0" y="28497"/>
                    <a:pt x="8710" y="32526"/>
                    <a:pt x="15528" y="32526"/>
                  </a:cubicBezTo>
                  <a:cubicBezTo>
                    <a:pt x="18533" y="32526"/>
                    <a:pt x="21171" y="31743"/>
                    <a:pt x="22431" y="30403"/>
                  </a:cubicBezTo>
                  <a:cubicBezTo>
                    <a:pt x="28847" y="23583"/>
                    <a:pt x="27231" y="22950"/>
                    <a:pt x="37145" y="22950"/>
                  </a:cubicBezTo>
                  <a:cubicBezTo>
                    <a:pt x="39165" y="22950"/>
                    <a:pt x="41664" y="22976"/>
                    <a:pt x="44807" y="22981"/>
                  </a:cubicBezTo>
                  <a:cubicBezTo>
                    <a:pt x="44815" y="22981"/>
                    <a:pt x="44823" y="22981"/>
                    <a:pt x="44832" y="22981"/>
                  </a:cubicBezTo>
                  <a:cubicBezTo>
                    <a:pt x="56092" y="22981"/>
                    <a:pt x="64983" y="9600"/>
                    <a:pt x="45684" y="1143"/>
                  </a:cubicBezTo>
                  <a:cubicBezTo>
                    <a:pt x="44411" y="586"/>
                    <a:pt x="42899" y="259"/>
                    <a:pt x="41364" y="80"/>
                  </a:cubicBezTo>
                  <a:cubicBezTo>
                    <a:pt x="40905" y="26"/>
                    <a:pt x="40455" y="1"/>
                    <a:pt x="4001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4" name="Google Shape;314;p25"/>
            <p:cNvGrpSpPr/>
            <p:nvPr/>
          </p:nvGrpSpPr>
          <p:grpSpPr>
            <a:xfrm flipH="1" rot="-504922">
              <a:off x="5331885" y="1476627"/>
              <a:ext cx="2094701" cy="4209261"/>
              <a:chOff x="6592647" y="1759939"/>
              <a:chExt cx="1866968" cy="3751636"/>
            </a:xfrm>
          </p:grpSpPr>
          <p:sp>
            <p:nvSpPr>
              <p:cNvPr id="315" name="Google Shape;315;p25"/>
              <p:cNvSpPr/>
              <p:nvPr/>
            </p:nvSpPr>
            <p:spPr>
              <a:xfrm rot="2231524">
                <a:off x="6690158" y="2575871"/>
                <a:ext cx="499721" cy="288974"/>
              </a:xfrm>
              <a:custGeom>
                <a:rect b="b" l="l" r="r" t="t"/>
                <a:pathLst>
                  <a:path extrusionOk="0" h="7111" w="12297">
                    <a:moveTo>
                      <a:pt x="7010" y="1"/>
                    </a:moveTo>
                    <a:cubicBezTo>
                      <a:pt x="6595" y="1"/>
                      <a:pt x="6149" y="29"/>
                      <a:pt x="5672" y="89"/>
                    </a:cubicBezTo>
                    <a:cubicBezTo>
                      <a:pt x="5672" y="89"/>
                      <a:pt x="1" y="943"/>
                      <a:pt x="363" y="4242"/>
                    </a:cubicBezTo>
                    <a:cubicBezTo>
                      <a:pt x="596" y="6359"/>
                      <a:pt x="2334" y="7110"/>
                      <a:pt x="4280" y="7110"/>
                    </a:cubicBezTo>
                    <a:cubicBezTo>
                      <a:pt x="6235" y="7110"/>
                      <a:pt x="8402" y="6352"/>
                      <a:pt x="9465" y="5459"/>
                    </a:cubicBezTo>
                    <a:cubicBezTo>
                      <a:pt x="12297" y="3081"/>
                      <a:pt x="11345" y="1"/>
                      <a:pt x="7010" y="1"/>
                    </a:cubicBezTo>
                    <a:close/>
                  </a:path>
                </a:pathLst>
              </a:custGeom>
              <a:solidFill>
                <a:srgbClr val="F7A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6" name="Google Shape;316;p25"/>
              <p:cNvGrpSpPr/>
              <p:nvPr/>
            </p:nvGrpSpPr>
            <p:grpSpPr>
              <a:xfrm flipH="1" rot="135570">
                <a:off x="6664654" y="1792470"/>
                <a:ext cx="1722955" cy="3686574"/>
                <a:chOff x="2156650" y="393000"/>
                <a:chExt cx="917950" cy="1964225"/>
              </a:xfrm>
            </p:grpSpPr>
            <p:sp>
              <p:nvSpPr>
                <p:cNvPr id="317" name="Google Shape;317;p25"/>
                <p:cNvSpPr/>
                <p:nvPr/>
              </p:nvSpPr>
              <p:spPr>
                <a:xfrm>
                  <a:off x="2862450" y="1041800"/>
                  <a:ext cx="212150" cy="179600"/>
                </a:xfrm>
                <a:custGeom>
                  <a:rect b="b" l="l" r="r" t="t"/>
                  <a:pathLst>
                    <a:path extrusionOk="0" h="7184" w="8486">
                      <a:moveTo>
                        <a:pt x="4707" y="1"/>
                      </a:moveTo>
                      <a:cubicBezTo>
                        <a:pt x="4091" y="1"/>
                        <a:pt x="3445" y="154"/>
                        <a:pt x="2820" y="453"/>
                      </a:cubicBezTo>
                      <a:cubicBezTo>
                        <a:pt x="967" y="1340"/>
                        <a:pt x="1" y="3178"/>
                        <a:pt x="888" y="5031"/>
                      </a:cubicBezTo>
                      <a:cubicBezTo>
                        <a:pt x="1481" y="6269"/>
                        <a:pt x="1756" y="7183"/>
                        <a:pt x="2932" y="7183"/>
                      </a:cubicBezTo>
                      <a:cubicBezTo>
                        <a:pt x="3515" y="7183"/>
                        <a:pt x="4320" y="6958"/>
                        <a:pt x="5494" y="6437"/>
                      </a:cubicBezTo>
                      <a:cubicBezTo>
                        <a:pt x="7372" y="5604"/>
                        <a:pt x="8485" y="3671"/>
                        <a:pt x="7598" y="1818"/>
                      </a:cubicBezTo>
                      <a:cubicBezTo>
                        <a:pt x="7010" y="590"/>
                        <a:pt x="5917" y="1"/>
                        <a:pt x="4707" y="1"/>
                      </a:cubicBezTo>
                      <a:close/>
                    </a:path>
                  </a:pathLst>
                </a:custGeom>
                <a:solidFill>
                  <a:srgbClr val="F7A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5"/>
                <p:cNvSpPr/>
                <p:nvPr/>
              </p:nvSpPr>
              <p:spPr>
                <a:xfrm>
                  <a:off x="2371400" y="442575"/>
                  <a:ext cx="594900" cy="1096175"/>
                </a:xfrm>
                <a:custGeom>
                  <a:rect b="b" l="l" r="r" t="t"/>
                  <a:pathLst>
                    <a:path extrusionOk="0" h="43847" w="23796">
                      <a:moveTo>
                        <a:pt x="2179" y="1"/>
                      </a:moveTo>
                      <a:cubicBezTo>
                        <a:pt x="976" y="1"/>
                        <a:pt x="0" y="978"/>
                        <a:pt x="0" y="2181"/>
                      </a:cubicBezTo>
                      <a:lnTo>
                        <a:pt x="0" y="41668"/>
                      </a:lnTo>
                      <a:cubicBezTo>
                        <a:pt x="0" y="42871"/>
                        <a:pt x="976" y="43847"/>
                        <a:pt x="2179" y="43847"/>
                      </a:cubicBezTo>
                      <a:lnTo>
                        <a:pt x="21617" y="43847"/>
                      </a:lnTo>
                      <a:cubicBezTo>
                        <a:pt x="22820" y="43847"/>
                        <a:pt x="23796" y="42871"/>
                        <a:pt x="23796" y="41668"/>
                      </a:cubicBezTo>
                      <a:lnTo>
                        <a:pt x="23796" y="2181"/>
                      </a:lnTo>
                      <a:cubicBezTo>
                        <a:pt x="23796" y="978"/>
                        <a:pt x="22820" y="1"/>
                        <a:pt x="216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5"/>
                <p:cNvSpPr/>
                <p:nvPr/>
              </p:nvSpPr>
              <p:spPr>
                <a:xfrm>
                  <a:off x="2604250" y="454625"/>
                  <a:ext cx="33175" cy="28600"/>
                </a:xfrm>
                <a:custGeom>
                  <a:rect b="b" l="l" r="r" t="t"/>
                  <a:pathLst>
                    <a:path extrusionOk="0" h="1144" w="1327">
                      <a:moveTo>
                        <a:pt x="592" y="1"/>
                      </a:moveTo>
                      <a:lnTo>
                        <a:pt x="1" y="1143"/>
                      </a:lnTo>
                      <a:lnTo>
                        <a:pt x="1326" y="752"/>
                      </a:lnTo>
                      <a:lnTo>
                        <a:pt x="59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5"/>
                <p:cNvSpPr/>
                <p:nvPr/>
              </p:nvSpPr>
              <p:spPr>
                <a:xfrm>
                  <a:off x="2404075" y="504300"/>
                  <a:ext cx="530325" cy="946550"/>
                </a:xfrm>
                <a:custGeom>
                  <a:rect b="b" l="l" r="r" t="t"/>
                  <a:pathLst>
                    <a:path extrusionOk="0" h="37862" w="21213">
                      <a:moveTo>
                        <a:pt x="1" y="1"/>
                      </a:moveTo>
                      <a:lnTo>
                        <a:pt x="1" y="37861"/>
                      </a:lnTo>
                      <a:lnTo>
                        <a:pt x="21212" y="37861"/>
                      </a:lnTo>
                      <a:lnTo>
                        <a:pt x="2121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5"/>
                <p:cNvSpPr/>
                <p:nvPr/>
              </p:nvSpPr>
              <p:spPr>
                <a:xfrm>
                  <a:off x="2404753" y="413074"/>
                  <a:ext cx="514300" cy="1037775"/>
                </a:xfrm>
                <a:custGeom>
                  <a:rect b="b" l="l" r="r" t="t"/>
                  <a:pathLst>
                    <a:path extrusionOk="0" h="41511" w="20572">
                      <a:moveTo>
                        <a:pt x="20571" y="1"/>
                      </a:moveTo>
                      <a:cubicBezTo>
                        <a:pt x="13714" y="3129"/>
                        <a:pt x="6854" y="3650"/>
                        <a:pt x="3042" y="3650"/>
                      </a:cubicBezTo>
                      <a:cubicBezTo>
                        <a:pt x="1282" y="3650"/>
                        <a:pt x="172" y="3539"/>
                        <a:pt x="11" y="3522"/>
                      </a:cubicBezTo>
                      <a:lnTo>
                        <a:pt x="1" y="3522"/>
                      </a:lnTo>
                      <a:lnTo>
                        <a:pt x="1" y="29268"/>
                      </a:lnTo>
                      <a:cubicBezTo>
                        <a:pt x="233" y="30068"/>
                        <a:pt x="365" y="30908"/>
                        <a:pt x="415" y="31730"/>
                      </a:cubicBezTo>
                      <a:cubicBezTo>
                        <a:pt x="550" y="33925"/>
                        <a:pt x="189" y="36123"/>
                        <a:pt x="110" y="38321"/>
                      </a:cubicBezTo>
                      <a:cubicBezTo>
                        <a:pt x="73" y="39357"/>
                        <a:pt x="110" y="40435"/>
                        <a:pt x="487" y="41382"/>
                      </a:cubicBezTo>
                      <a:cubicBezTo>
                        <a:pt x="494" y="41397"/>
                        <a:pt x="499" y="41411"/>
                        <a:pt x="506" y="41426"/>
                      </a:cubicBezTo>
                      <a:cubicBezTo>
                        <a:pt x="1017" y="41463"/>
                        <a:pt x="1888" y="41510"/>
                        <a:pt x="3035" y="41510"/>
                      </a:cubicBezTo>
                      <a:cubicBezTo>
                        <a:pt x="6529" y="41510"/>
                        <a:pt x="12587" y="41074"/>
                        <a:pt x="18856" y="38591"/>
                      </a:cubicBezTo>
                      <a:cubicBezTo>
                        <a:pt x="19427" y="38365"/>
                        <a:pt x="19997" y="38121"/>
                        <a:pt x="20571" y="37860"/>
                      </a:cubicBezTo>
                      <a:lnTo>
                        <a:pt x="2057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5"/>
                <p:cNvSpPr/>
                <p:nvPr/>
              </p:nvSpPr>
              <p:spPr>
                <a:xfrm>
                  <a:off x="2404050" y="394225"/>
                  <a:ext cx="453400" cy="1056600"/>
                </a:xfrm>
                <a:custGeom>
                  <a:rect b="b" l="l" r="r" t="t"/>
                  <a:pathLst>
                    <a:path extrusionOk="0" h="42264" w="18136">
                      <a:moveTo>
                        <a:pt x="18134" y="0"/>
                      </a:moveTo>
                      <a:cubicBezTo>
                        <a:pt x="8972" y="4178"/>
                        <a:pt x="1747" y="4406"/>
                        <a:pt x="276" y="4406"/>
                      </a:cubicBezTo>
                      <a:cubicBezTo>
                        <a:pt x="95" y="4406"/>
                        <a:pt x="1" y="4403"/>
                        <a:pt x="1" y="4403"/>
                      </a:cubicBezTo>
                      <a:lnTo>
                        <a:pt x="1" y="30149"/>
                      </a:lnTo>
                      <a:cubicBezTo>
                        <a:pt x="233" y="30949"/>
                        <a:pt x="365" y="31789"/>
                        <a:pt x="415" y="32611"/>
                      </a:cubicBezTo>
                      <a:cubicBezTo>
                        <a:pt x="550" y="34806"/>
                        <a:pt x="189" y="37004"/>
                        <a:pt x="110" y="39202"/>
                      </a:cubicBezTo>
                      <a:cubicBezTo>
                        <a:pt x="73" y="40238"/>
                        <a:pt x="110" y="41316"/>
                        <a:pt x="487" y="42263"/>
                      </a:cubicBezTo>
                      <a:cubicBezTo>
                        <a:pt x="2359" y="42238"/>
                        <a:pt x="9342" y="41858"/>
                        <a:pt x="18100" y="37869"/>
                      </a:cubicBezTo>
                      <a:lnTo>
                        <a:pt x="18135" y="37860"/>
                      </a:lnTo>
                      <a:lnTo>
                        <a:pt x="18135"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5"/>
                <p:cNvSpPr/>
                <p:nvPr/>
              </p:nvSpPr>
              <p:spPr>
                <a:xfrm>
                  <a:off x="2850000" y="393000"/>
                  <a:ext cx="7850" cy="953600"/>
                </a:xfrm>
                <a:custGeom>
                  <a:rect b="b" l="l" r="r" t="t"/>
                  <a:pathLst>
                    <a:path extrusionOk="0" h="38144" w="314">
                      <a:moveTo>
                        <a:pt x="164" y="1"/>
                      </a:moveTo>
                      <a:cubicBezTo>
                        <a:pt x="83" y="1"/>
                        <a:pt x="0" y="54"/>
                        <a:pt x="0" y="159"/>
                      </a:cubicBezTo>
                      <a:lnTo>
                        <a:pt x="0" y="37996"/>
                      </a:lnTo>
                      <a:cubicBezTo>
                        <a:pt x="0" y="38095"/>
                        <a:pt x="74" y="38143"/>
                        <a:pt x="150" y="38143"/>
                      </a:cubicBezTo>
                      <a:cubicBezTo>
                        <a:pt x="231" y="38143"/>
                        <a:pt x="314" y="38089"/>
                        <a:pt x="314" y="37985"/>
                      </a:cubicBezTo>
                      <a:lnTo>
                        <a:pt x="314" y="148"/>
                      </a:lnTo>
                      <a:cubicBezTo>
                        <a:pt x="314" y="49"/>
                        <a:pt x="240" y="1"/>
                        <a:pt x="16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5"/>
                <p:cNvSpPr/>
                <p:nvPr/>
              </p:nvSpPr>
              <p:spPr>
                <a:xfrm>
                  <a:off x="2911200" y="412025"/>
                  <a:ext cx="7850" cy="953575"/>
                </a:xfrm>
                <a:custGeom>
                  <a:rect b="b" l="l" r="r" t="t"/>
                  <a:pathLst>
                    <a:path extrusionOk="0" h="38143" w="314">
                      <a:moveTo>
                        <a:pt x="164" y="0"/>
                      </a:moveTo>
                      <a:cubicBezTo>
                        <a:pt x="83" y="0"/>
                        <a:pt x="1" y="54"/>
                        <a:pt x="1" y="158"/>
                      </a:cubicBezTo>
                      <a:lnTo>
                        <a:pt x="1" y="37996"/>
                      </a:lnTo>
                      <a:cubicBezTo>
                        <a:pt x="1" y="38095"/>
                        <a:pt x="75" y="38143"/>
                        <a:pt x="151" y="38143"/>
                      </a:cubicBezTo>
                      <a:cubicBezTo>
                        <a:pt x="231" y="38143"/>
                        <a:pt x="314" y="38089"/>
                        <a:pt x="314" y="37985"/>
                      </a:cubicBezTo>
                      <a:lnTo>
                        <a:pt x="314" y="147"/>
                      </a:lnTo>
                      <a:cubicBezTo>
                        <a:pt x="314" y="48"/>
                        <a:pt x="240" y="0"/>
                        <a:pt x="1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5"/>
                <p:cNvSpPr/>
                <p:nvPr/>
              </p:nvSpPr>
              <p:spPr>
                <a:xfrm>
                  <a:off x="2432250" y="846075"/>
                  <a:ext cx="7850" cy="581675"/>
                </a:xfrm>
                <a:custGeom>
                  <a:rect b="b" l="l" r="r" t="t"/>
                  <a:pathLst>
                    <a:path extrusionOk="0" h="23267" w="314">
                      <a:moveTo>
                        <a:pt x="163" y="1"/>
                      </a:moveTo>
                      <a:cubicBezTo>
                        <a:pt x="83" y="1"/>
                        <a:pt x="0" y="46"/>
                        <a:pt x="0" y="133"/>
                      </a:cubicBezTo>
                      <a:lnTo>
                        <a:pt x="0" y="23144"/>
                      </a:lnTo>
                      <a:cubicBezTo>
                        <a:pt x="0" y="23227"/>
                        <a:pt x="74" y="23267"/>
                        <a:pt x="150" y="23267"/>
                      </a:cubicBezTo>
                      <a:cubicBezTo>
                        <a:pt x="231" y="23267"/>
                        <a:pt x="313" y="23222"/>
                        <a:pt x="313" y="23135"/>
                      </a:cubicBezTo>
                      <a:lnTo>
                        <a:pt x="313" y="123"/>
                      </a:lnTo>
                      <a:cubicBezTo>
                        <a:pt x="313" y="41"/>
                        <a:pt x="239" y="1"/>
                        <a:pt x="16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5"/>
                <p:cNvSpPr/>
                <p:nvPr/>
              </p:nvSpPr>
              <p:spPr>
                <a:xfrm>
                  <a:off x="2433500" y="454625"/>
                  <a:ext cx="218725" cy="410875"/>
                </a:xfrm>
                <a:custGeom>
                  <a:rect b="b" l="l" r="r" t="t"/>
                  <a:pathLst>
                    <a:path extrusionOk="0" h="16435" w="8749">
                      <a:moveTo>
                        <a:pt x="7424" y="1"/>
                      </a:moveTo>
                      <a:lnTo>
                        <a:pt x="7424" y="1"/>
                      </a:lnTo>
                      <a:cubicBezTo>
                        <a:pt x="5166" y="511"/>
                        <a:pt x="4036" y="766"/>
                        <a:pt x="1777" y="1277"/>
                      </a:cubicBezTo>
                      <a:cubicBezTo>
                        <a:pt x="2186" y="5806"/>
                        <a:pt x="1681" y="9432"/>
                        <a:pt x="1" y="13683"/>
                      </a:cubicBezTo>
                      <a:cubicBezTo>
                        <a:pt x="1736" y="13388"/>
                        <a:pt x="2583" y="13152"/>
                        <a:pt x="4195" y="12520"/>
                      </a:cubicBezTo>
                      <a:cubicBezTo>
                        <a:pt x="5358" y="13934"/>
                        <a:pt x="5928" y="14716"/>
                        <a:pt x="6998" y="16435"/>
                      </a:cubicBezTo>
                      <a:cubicBezTo>
                        <a:pt x="8611" y="10735"/>
                        <a:pt x="8749" y="5774"/>
                        <a:pt x="742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5"/>
                <p:cNvSpPr/>
                <p:nvPr/>
              </p:nvSpPr>
              <p:spPr>
                <a:xfrm>
                  <a:off x="2505750" y="1538725"/>
                  <a:ext cx="412600" cy="160525"/>
                </a:xfrm>
                <a:custGeom>
                  <a:rect b="b" l="l" r="r" t="t"/>
                  <a:pathLst>
                    <a:path extrusionOk="0" h="6421" w="16504">
                      <a:moveTo>
                        <a:pt x="0" y="1"/>
                      </a:moveTo>
                      <a:cubicBezTo>
                        <a:pt x="1963" y="1694"/>
                        <a:pt x="3449" y="3942"/>
                        <a:pt x="4236" y="6417"/>
                      </a:cubicBezTo>
                      <a:lnTo>
                        <a:pt x="4240" y="6420"/>
                      </a:lnTo>
                      <a:cubicBezTo>
                        <a:pt x="4240" y="6420"/>
                        <a:pt x="7993" y="3487"/>
                        <a:pt x="14342" y="2920"/>
                      </a:cubicBezTo>
                      <a:cubicBezTo>
                        <a:pt x="14342" y="2920"/>
                        <a:pt x="15305" y="851"/>
                        <a:pt x="16503" y="1"/>
                      </a:cubicBezTo>
                      <a:close/>
                    </a:path>
                  </a:pathLst>
                </a:custGeom>
                <a:solidFill>
                  <a:srgbClr val="CE74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5"/>
                <p:cNvSpPr/>
                <p:nvPr/>
              </p:nvSpPr>
              <p:spPr>
                <a:xfrm>
                  <a:off x="2156650" y="1045075"/>
                  <a:ext cx="913075" cy="1312150"/>
                </a:xfrm>
                <a:custGeom>
                  <a:rect b="b" l="l" r="r" t="t"/>
                  <a:pathLst>
                    <a:path extrusionOk="0" h="52486" w="36523">
                      <a:moveTo>
                        <a:pt x="6344" y="1"/>
                      </a:moveTo>
                      <a:cubicBezTo>
                        <a:pt x="5368" y="1"/>
                        <a:pt x="4520" y="910"/>
                        <a:pt x="4234" y="1880"/>
                      </a:cubicBezTo>
                      <a:cubicBezTo>
                        <a:pt x="3923" y="2927"/>
                        <a:pt x="4061" y="4050"/>
                        <a:pt x="3990" y="5141"/>
                      </a:cubicBezTo>
                      <a:cubicBezTo>
                        <a:pt x="3871" y="6947"/>
                        <a:pt x="3174" y="8672"/>
                        <a:pt x="2992" y="10471"/>
                      </a:cubicBezTo>
                      <a:cubicBezTo>
                        <a:pt x="2849" y="11895"/>
                        <a:pt x="3024" y="13325"/>
                        <a:pt x="3017" y="14755"/>
                      </a:cubicBezTo>
                      <a:cubicBezTo>
                        <a:pt x="3008" y="16728"/>
                        <a:pt x="2644" y="18691"/>
                        <a:pt x="2669" y="20666"/>
                      </a:cubicBezTo>
                      <a:cubicBezTo>
                        <a:pt x="2707" y="23695"/>
                        <a:pt x="3651" y="26629"/>
                        <a:pt x="4213" y="29606"/>
                      </a:cubicBezTo>
                      <a:cubicBezTo>
                        <a:pt x="4316" y="30163"/>
                        <a:pt x="4406" y="30731"/>
                        <a:pt x="4475" y="31305"/>
                      </a:cubicBezTo>
                      <a:cubicBezTo>
                        <a:pt x="4642" y="33694"/>
                        <a:pt x="4169" y="36106"/>
                        <a:pt x="3315" y="38344"/>
                      </a:cubicBezTo>
                      <a:cubicBezTo>
                        <a:pt x="2487" y="40521"/>
                        <a:pt x="1308" y="42550"/>
                        <a:pt x="0" y="44478"/>
                      </a:cubicBezTo>
                      <a:cubicBezTo>
                        <a:pt x="3416" y="48030"/>
                        <a:pt x="7501" y="51170"/>
                        <a:pt x="12318" y="52129"/>
                      </a:cubicBezTo>
                      <a:cubicBezTo>
                        <a:pt x="13649" y="52393"/>
                        <a:pt x="15002" y="52485"/>
                        <a:pt x="16360" y="52485"/>
                      </a:cubicBezTo>
                      <a:cubicBezTo>
                        <a:pt x="16886" y="52485"/>
                        <a:pt x="17413" y="52471"/>
                        <a:pt x="17940" y="52448"/>
                      </a:cubicBezTo>
                      <a:lnTo>
                        <a:pt x="17940" y="52446"/>
                      </a:lnTo>
                      <a:lnTo>
                        <a:pt x="17936" y="52405"/>
                      </a:lnTo>
                      <a:cubicBezTo>
                        <a:pt x="17733" y="49821"/>
                        <a:pt x="18354" y="47181"/>
                        <a:pt x="19692" y="44961"/>
                      </a:cubicBezTo>
                      <a:cubicBezTo>
                        <a:pt x="20728" y="43245"/>
                        <a:pt x="22832" y="42429"/>
                        <a:pt x="24136" y="40912"/>
                      </a:cubicBezTo>
                      <a:cubicBezTo>
                        <a:pt x="27294" y="37237"/>
                        <a:pt x="29109" y="32369"/>
                        <a:pt x="30781" y="27821"/>
                      </a:cubicBezTo>
                      <a:cubicBezTo>
                        <a:pt x="31188" y="26949"/>
                        <a:pt x="31975" y="26294"/>
                        <a:pt x="32769" y="25733"/>
                      </a:cubicBezTo>
                      <a:cubicBezTo>
                        <a:pt x="33631" y="25119"/>
                        <a:pt x="34556" y="24545"/>
                        <a:pt x="35177" y="23688"/>
                      </a:cubicBezTo>
                      <a:cubicBezTo>
                        <a:pt x="35688" y="22989"/>
                        <a:pt x="35961" y="22114"/>
                        <a:pt x="35908" y="21249"/>
                      </a:cubicBezTo>
                      <a:cubicBezTo>
                        <a:pt x="35867" y="20560"/>
                        <a:pt x="35613" y="19882"/>
                        <a:pt x="35184" y="19343"/>
                      </a:cubicBezTo>
                      <a:lnTo>
                        <a:pt x="35184" y="19343"/>
                      </a:lnTo>
                      <a:cubicBezTo>
                        <a:pt x="35578" y="19079"/>
                        <a:pt x="35785" y="18599"/>
                        <a:pt x="35945" y="18145"/>
                      </a:cubicBezTo>
                      <a:cubicBezTo>
                        <a:pt x="36278" y="17195"/>
                        <a:pt x="36522" y="16175"/>
                        <a:pt x="36347" y="15185"/>
                      </a:cubicBezTo>
                      <a:cubicBezTo>
                        <a:pt x="36187" y="14285"/>
                        <a:pt x="35603" y="13414"/>
                        <a:pt x="34763" y="13094"/>
                      </a:cubicBezTo>
                      <a:cubicBezTo>
                        <a:pt x="35628" y="12112"/>
                        <a:pt x="35961" y="10676"/>
                        <a:pt x="35594" y="9415"/>
                      </a:cubicBezTo>
                      <a:cubicBezTo>
                        <a:pt x="35352" y="8581"/>
                        <a:pt x="34744" y="7779"/>
                        <a:pt x="33889" y="7624"/>
                      </a:cubicBezTo>
                      <a:cubicBezTo>
                        <a:pt x="33782" y="7605"/>
                        <a:pt x="33674" y="7597"/>
                        <a:pt x="33567" y="7597"/>
                      </a:cubicBezTo>
                      <a:cubicBezTo>
                        <a:pt x="33272" y="7597"/>
                        <a:pt x="32977" y="7661"/>
                        <a:pt x="32697" y="7754"/>
                      </a:cubicBezTo>
                      <a:cubicBezTo>
                        <a:pt x="31847" y="8026"/>
                        <a:pt x="31097" y="8528"/>
                        <a:pt x="30467" y="9161"/>
                      </a:cubicBezTo>
                      <a:cubicBezTo>
                        <a:pt x="30062" y="9565"/>
                        <a:pt x="29708" y="10023"/>
                        <a:pt x="29404" y="10506"/>
                      </a:cubicBezTo>
                      <a:cubicBezTo>
                        <a:pt x="29116" y="10968"/>
                        <a:pt x="28865" y="11473"/>
                        <a:pt x="28733" y="12000"/>
                      </a:cubicBezTo>
                      <a:cubicBezTo>
                        <a:pt x="28664" y="12294"/>
                        <a:pt x="28629" y="12594"/>
                        <a:pt x="28649" y="12899"/>
                      </a:cubicBezTo>
                      <a:cubicBezTo>
                        <a:pt x="28658" y="13081"/>
                        <a:pt x="28696" y="13263"/>
                        <a:pt x="28752" y="13438"/>
                      </a:cubicBezTo>
                      <a:cubicBezTo>
                        <a:pt x="28918" y="13965"/>
                        <a:pt x="29272" y="14436"/>
                        <a:pt x="29755" y="14665"/>
                      </a:cubicBezTo>
                      <a:cubicBezTo>
                        <a:pt x="29304" y="15138"/>
                        <a:pt x="28966" y="15712"/>
                        <a:pt x="28806" y="16342"/>
                      </a:cubicBezTo>
                      <a:cubicBezTo>
                        <a:pt x="28602" y="17138"/>
                        <a:pt x="28705" y="18019"/>
                        <a:pt x="29147" y="18709"/>
                      </a:cubicBezTo>
                      <a:cubicBezTo>
                        <a:pt x="29454" y="19192"/>
                        <a:pt x="29931" y="19569"/>
                        <a:pt x="30467" y="19748"/>
                      </a:cubicBezTo>
                      <a:cubicBezTo>
                        <a:pt x="29269" y="20597"/>
                        <a:pt x="28306" y="22667"/>
                        <a:pt x="28306" y="22667"/>
                      </a:cubicBezTo>
                      <a:cubicBezTo>
                        <a:pt x="21957" y="23235"/>
                        <a:pt x="18204" y="26166"/>
                        <a:pt x="18204" y="26166"/>
                      </a:cubicBezTo>
                      <a:lnTo>
                        <a:pt x="18200" y="26163"/>
                      </a:lnTo>
                      <a:cubicBezTo>
                        <a:pt x="17413" y="23689"/>
                        <a:pt x="15927" y="21440"/>
                        <a:pt x="13964" y="19748"/>
                      </a:cubicBezTo>
                      <a:cubicBezTo>
                        <a:pt x="13764" y="19571"/>
                        <a:pt x="13557" y="19403"/>
                        <a:pt x="13346" y="19239"/>
                      </a:cubicBezTo>
                      <a:cubicBezTo>
                        <a:pt x="12400" y="18512"/>
                        <a:pt x="11328" y="17872"/>
                        <a:pt x="10697" y="16856"/>
                      </a:cubicBezTo>
                      <a:cubicBezTo>
                        <a:pt x="10580" y="16668"/>
                        <a:pt x="10483" y="16473"/>
                        <a:pt x="10402" y="16273"/>
                      </a:cubicBezTo>
                      <a:cubicBezTo>
                        <a:pt x="10395" y="16258"/>
                        <a:pt x="10390" y="16244"/>
                        <a:pt x="10383" y="16229"/>
                      </a:cubicBezTo>
                      <a:cubicBezTo>
                        <a:pt x="10006" y="15282"/>
                        <a:pt x="9969" y="14204"/>
                        <a:pt x="10006" y="13168"/>
                      </a:cubicBezTo>
                      <a:cubicBezTo>
                        <a:pt x="10085" y="10971"/>
                        <a:pt x="10446" y="8772"/>
                        <a:pt x="10311" y="6577"/>
                      </a:cubicBezTo>
                      <a:cubicBezTo>
                        <a:pt x="10261" y="5755"/>
                        <a:pt x="10129" y="4915"/>
                        <a:pt x="9897" y="4115"/>
                      </a:cubicBezTo>
                      <a:cubicBezTo>
                        <a:pt x="9508" y="2783"/>
                        <a:pt x="8841" y="1554"/>
                        <a:pt x="7799" y="657"/>
                      </a:cubicBezTo>
                      <a:cubicBezTo>
                        <a:pt x="7449" y="356"/>
                        <a:pt x="7046" y="93"/>
                        <a:pt x="6592" y="21"/>
                      </a:cubicBezTo>
                      <a:cubicBezTo>
                        <a:pt x="6508" y="7"/>
                        <a:pt x="6426" y="1"/>
                        <a:pt x="6344" y="1"/>
                      </a:cubicBezTo>
                      <a:close/>
                    </a:path>
                  </a:pathLst>
                </a:custGeom>
                <a:solidFill>
                  <a:srgbClr val="F7A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5"/>
                <p:cNvSpPr/>
                <p:nvPr/>
              </p:nvSpPr>
              <p:spPr>
                <a:xfrm>
                  <a:off x="2471475" y="1510850"/>
                  <a:ext cx="159600" cy="241900"/>
                </a:xfrm>
                <a:custGeom>
                  <a:rect b="b" l="l" r="r" t="t"/>
                  <a:pathLst>
                    <a:path extrusionOk="0" h="9676" w="6384">
                      <a:moveTo>
                        <a:pt x="224" y="0"/>
                      </a:moveTo>
                      <a:cubicBezTo>
                        <a:pt x="85" y="0"/>
                        <a:pt x="0" y="215"/>
                        <a:pt x="152" y="298"/>
                      </a:cubicBezTo>
                      <a:cubicBezTo>
                        <a:pt x="1482" y="1026"/>
                        <a:pt x="2500" y="2157"/>
                        <a:pt x="3364" y="3383"/>
                      </a:cubicBezTo>
                      <a:cubicBezTo>
                        <a:pt x="4201" y="4570"/>
                        <a:pt x="4882" y="5866"/>
                        <a:pt x="5384" y="7228"/>
                      </a:cubicBezTo>
                      <a:cubicBezTo>
                        <a:pt x="5666" y="7990"/>
                        <a:pt x="5889" y="8772"/>
                        <a:pt x="6057" y="9566"/>
                      </a:cubicBezTo>
                      <a:cubicBezTo>
                        <a:pt x="6073" y="9643"/>
                        <a:pt x="6129" y="9676"/>
                        <a:pt x="6188" y="9676"/>
                      </a:cubicBezTo>
                      <a:cubicBezTo>
                        <a:pt x="6281" y="9676"/>
                        <a:pt x="6383" y="9595"/>
                        <a:pt x="6358" y="9475"/>
                      </a:cubicBezTo>
                      <a:cubicBezTo>
                        <a:pt x="5746" y="6589"/>
                        <a:pt x="4370" y="3775"/>
                        <a:pt x="2340" y="1618"/>
                      </a:cubicBezTo>
                      <a:cubicBezTo>
                        <a:pt x="1743" y="983"/>
                        <a:pt x="1064" y="439"/>
                        <a:pt x="298" y="20"/>
                      </a:cubicBezTo>
                      <a:cubicBezTo>
                        <a:pt x="272" y="6"/>
                        <a:pt x="247" y="0"/>
                        <a:pt x="224" y="0"/>
                      </a:cubicBezTo>
                      <a:close/>
                    </a:path>
                  </a:pathLst>
                </a:custGeom>
                <a:solidFill>
                  <a:srgbClr val="CE74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5"/>
                <p:cNvSpPr/>
                <p:nvPr/>
              </p:nvSpPr>
              <p:spPr>
                <a:xfrm>
                  <a:off x="2331125" y="1993425"/>
                  <a:ext cx="272525" cy="124400"/>
                </a:xfrm>
                <a:custGeom>
                  <a:rect b="b" l="l" r="r" t="t"/>
                  <a:pathLst>
                    <a:path extrusionOk="0" h="4976" w="10901">
                      <a:moveTo>
                        <a:pt x="241" y="1"/>
                      </a:moveTo>
                      <a:cubicBezTo>
                        <a:pt x="111" y="1"/>
                        <a:pt x="0" y="166"/>
                        <a:pt x="127" y="267"/>
                      </a:cubicBezTo>
                      <a:cubicBezTo>
                        <a:pt x="2497" y="2150"/>
                        <a:pt x="5228" y="3560"/>
                        <a:pt x="8137" y="4400"/>
                      </a:cubicBezTo>
                      <a:cubicBezTo>
                        <a:pt x="8960" y="4638"/>
                        <a:pt x="9797" y="4828"/>
                        <a:pt x="10643" y="4973"/>
                      </a:cubicBezTo>
                      <a:cubicBezTo>
                        <a:pt x="10653" y="4975"/>
                        <a:pt x="10664" y="4976"/>
                        <a:pt x="10673" y="4976"/>
                      </a:cubicBezTo>
                      <a:cubicBezTo>
                        <a:pt x="10848" y="4976"/>
                        <a:pt x="10901" y="4699"/>
                        <a:pt x="10712" y="4667"/>
                      </a:cubicBezTo>
                      <a:cubicBezTo>
                        <a:pt x="7780" y="4167"/>
                        <a:pt x="4957" y="3092"/>
                        <a:pt x="2434" y="1517"/>
                      </a:cubicBezTo>
                      <a:cubicBezTo>
                        <a:pt x="1707" y="1063"/>
                        <a:pt x="1010" y="569"/>
                        <a:pt x="340" y="37"/>
                      </a:cubicBezTo>
                      <a:cubicBezTo>
                        <a:pt x="308" y="11"/>
                        <a:pt x="274" y="1"/>
                        <a:pt x="241" y="1"/>
                      </a:cubicBezTo>
                      <a:close/>
                    </a:path>
                  </a:pathLst>
                </a:custGeom>
                <a:solidFill>
                  <a:srgbClr val="CE74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5"/>
                <p:cNvSpPr/>
                <p:nvPr/>
              </p:nvSpPr>
              <p:spPr>
                <a:xfrm>
                  <a:off x="2878775" y="1371575"/>
                  <a:ext cx="147725" cy="67625"/>
                </a:xfrm>
                <a:custGeom>
                  <a:rect b="b" l="l" r="r" t="t"/>
                  <a:pathLst>
                    <a:path extrusionOk="0" h="2705" w="5909">
                      <a:moveTo>
                        <a:pt x="5707" y="1"/>
                      </a:moveTo>
                      <a:cubicBezTo>
                        <a:pt x="5704" y="1"/>
                        <a:pt x="5701" y="1"/>
                        <a:pt x="5698" y="1"/>
                      </a:cubicBezTo>
                      <a:cubicBezTo>
                        <a:pt x="4553" y="57"/>
                        <a:pt x="3407" y="294"/>
                        <a:pt x="2347" y="736"/>
                      </a:cubicBezTo>
                      <a:cubicBezTo>
                        <a:pt x="1448" y="1111"/>
                        <a:pt x="614" y="1655"/>
                        <a:pt x="76" y="2484"/>
                      </a:cubicBezTo>
                      <a:cubicBezTo>
                        <a:pt x="0" y="2600"/>
                        <a:pt x="108" y="2704"/>
                        <a:pt x="217" y="2704"/>
                      </a:cubicBezTo>
                      <a:cubicBezTo>
                        <a:pt x="268" y="2704"/>
                        <a:pt x="319" y="2682"/>
                        <a:pt x="353" y="2629"/>
                      </a:cubicBezTo>
                      <a:cubicBezTo>
                        <a:pt x="865" y="1842"/>
                        <a:pt x="1695" y="1331"/>
                        <a:pt x="2552" y="989"/>
                      </a:cubicBezTo>
                      <a:cubicBezTo>
                        <a:pt x="3558" y="588"/>
                        <a:pt x="4630" y="367"/>
                        <a:pt x="5710" y="314"/>
                      </a:cubicBezTo>
                      <a:cubicBezTo>
                        <a:pt x="5909" y="305"/>
                        <a:pt x="5901" y="1"/>
                        <a:pt x="5707" y="1"/>
                      </a:cubicBezTo>
                      <a:close/>
                    </a:path>
                  </a:pathLst>
                </a:custGeom>
                <a:solidFill>
                  <a:srgbClr val="CE74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5"/>
                <p:cNvSpPr/>
                <p:nvPr/>
              </p:nvSpPr>
              <p:spPr>
                <a:xfrm>
                  <a:off x="2917100" y="1526800"/>
                  <a:ext cx="124675" cy="20000"/>
                </a:xfrm>
                <a:custGeom>
                  <a:rect b="b" l="l" r="r" t="t"/>
                  <a:pathLst>
                    <a:path extrusionOk="0" h="800" w="4987">
                      <a:moveTo>
                        <a:pt x="4778" y="0"/>
                      </a:moveTo>
                      <a:cubicBezTo>
                        <a:pt x="4762" y="0"/>
                        <a:pt x="4744" y="3"/>
                        <a:pt x="4725" y="10"/>
                      </a:cubicBezTo>
                      <a:cubicBezTo>
                        <a:pt x="3817" y="326"/>
                        <a:pt x="2866" y="486"/>
                        <a:pt x="1912" y="486"/>
                      </a:cubicBezTo>
                      <a:cubicBezTo>
                        <a:pt x="1359" y="486"/>
                        <a:pt x="804" y="432"/>
                        <a:pt x="256" y="323"/>
                      </a:cubicBezTo>
                      <a:cubicBezTo>
                        <a:pt x="245" y="321"/>
                        <a:pt x="234" y="320"/>
                        <a:pt x="223" y="320"/>
                      </a:cubicBezTo>
                      <a:cubicBezTo>
                        <a:pt x="51" y="320"/>
                        <a:pt x="1" y="593"/>
                        <a:pt x="187" y="630"/>
                      </a:cubicBezTo>
                      <a:cubicBezTo>
                        <a:pt x="758" y="743"/>
                        <a:pt x="1336" y="799"/>
                        <a:pt x="1914" y="799"/>
                      </a:cubicBezTo>
                      <a:cubicBezTo>
                        <a:pt x="2898" y="799"/>
                        <a:pt x="3879" y="636"/>
                        <a:pt x="4815" y="310"/>
                      </a:cubicBezTo>
                      <a:cubicBezTo>
                        <a:pt x="4986" y="251"/>
                        <a:pt x="4930" y="0"/>
                        <a:pt x="4778" y="0"/>
                      </a:cubicBezTo>
                      <a:close/>
                    </a:path>
                  </a:pathLst>
                </a:custGeom>
                <a:solidFill>
                  <a:srgbClr val="CE74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5"/>
                <p:cNvSpPr/>
                <p:nvPr/>
              </p:nvSpPr>
              <p:spPr>
                <a:xfrm>
                  <a:off x="2854725" y="1593575"/>
                  <a:ext cx="137600" cy="115300"/>
                </a:xfrm>
                <a:custGeom>
                  <a:rect b="b" l="l" r="r" t="t"/>
                  <a:pathLst>
                    <a:path extrusionOk="0" h="4612" w="5504">
                      <a:moveTo>
                        <a:pt x="411" y="0"/>
                      </a:moveTo>
                      <a:cubicBezTo>
                        <a:pt x="346" y="0"/>
                        <a:pt x="285" y="36"/>
                        <a:pt x="269" y="119"/>
                      </a:cubicBezTo>
                      <a:cubicBezTo>
                        <a:pt x="70" y="1215"/>
                        <a:pt x="1" y="2463"/>
                        <a:pt x="710" y="3403"/>
                      </a:cubicBezTo>
                      <a:cubicBezTo>
                        <a:pt x="1039" y="3843"/>
                        <a:pt x="1508" y="4137"/>
                        <a:pt x="2010" y="4345"/>
                      </a:cubicBezTo>
                      <a:cubicBezTo>
                        <a:pt x="2400" y="4508"/>
                        <a:pt x="2810" y="4612"/>
                        <a:pt x="3227" y="4612"/>
                      </a:cubicBezTo>
                      <a:cubicBezTo>
                        <a:pt x="3370" y="4612"/>
                        <a:pt x="3513" y="4600"/>
                        <a:pt x="3657" y="4573"/>
                      </a:cubicBezTo>
                      <a:cubicBezTo>
                        <a:pt x="4290" y="4459"/>
                        <a:pt x="4853" y="4119"/>
                        <a:pt x="5369" y="3750"/>
                      </a:cubicBezTo>
                      <a:cubicBezTo>
                        <a:pt x="5503" y="3653"/>
                        <a:pt x="5415" y="3453"/>
                        <a:pt x="5288" y="3453"/>
                      </a:cubicBezTo>
                      <a:cubicBezTo>
                        <a:pt x="5261" y="3453"/>
                        <a:pt x="5233" y="3462"/>
                        <a:pt x="5204" y="3482"/>
                      </a:cubicBezTo>
                      <a:cubicBezTo>
                        <a:pt x="4688" y="3851"/>
                        <a:pt x="4118" y="4207"/>
                        <a:pt x="3476" y="4286"/>
                      </a:cubicBezTo>
                      <a:cubicBezTo>
                        <a:pt x="3390" y="4297"/>
                        <a:pt x="3304" y="4302"/>
                        <a:pt x="3218" y="4302"/>
                      </a:cubicBezTo>
                      <a:cubicBezTo>
                        <a:pt x="2632" y="4302"/>
                        <a:pt x="2044" y="4070"/>
                        <a:pt x="1556" y="3762"/>
                      </a:cubicBezTo>
                      <a:cubicBezTo>
                        <a:pt x="334" y="2988"/>
                        <a:pt x="344" y="1455"/>
                        <a:pt x="576" y="188"/>
                      </a:cubicBezTo>
                      <a:cubicBezTo>
                        <a:pt x="597" y="72"/>
                        <a:pt x="501" y="0"/>
                        <a:pt x="411" y="0"/>
                      </a:cubicBezTo>
                      <a:close/>
                    </a:path>
                  </a:pathLst>
                </a:custGeom>
                <a:solidFill>
                  <a:srgbClr val="CE74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5"/>
                <p:cNvSpPr/>
                <p:nvPr/>
              </p:nvSpPr>
              <p:spPr>
                <a:xfrm>
                  <a:off x="2933375" y="1304025"/>
                  <a:ext cx="49275" cy="92150"/>
                </a:xfrm>
                <a:custGeom>
                  <a:rect b="b" l="l" r="r" t="t"/>
                  <a:pathLst>
                    <a:path extrusionOk="0" h="3686" w="1971">
                      <a:moveTo>
                        <a:pt x="715" y="1"/>
                      </a:moveTo>
                      <a:cubicBezTo>
                        <a:pt x="589" y="1"/>
                        <a:pt x="480" y="165"/>
                        <a:pt x="602" y="269"/>
                      </a:cubicBezTo>
                      <a:cubicBezTo>
                        <a:pt x="1615" y="1135"/>
                        <a:pt x="841" y="2644"/>
                        <a:pt x="106" y="3422"/>
                      </a:cubicBezTo>
                      <a:cubicBezTo>
                        <a:pt x="1" y="3534"/>
                        <a:pt x="109" y="3686"/>
                        <a:pt x="229" y="3686"/>
                      </a:cubicBezTo>
                      <a:cubicBezTo>
                        <a:pt x="265" y="3686"/>
                        <a:pt x="303" y="3671"/>
                        <a:pt x="336" y="3636"/>
                      </a:cubicBezTo>
                      <a:cubicBezTo>
                        <a:pt x="1192" y="2729"/>
                        <a:pt x="1971" y="1028"/>
                        <a:pt x="816" y="40"/>
                      </a:cubicBezTo>
                      <a:cubicBezTo>
                        <a:pt x="784" y="12"/>
                        <a:pt x="749" y="1"/>
                        <a:pt x="715" y="1"/>
                      </a:cubicBezTo>
                      <a:close/>
                    </a:path>
                  </a:pathLst>
                </a:custGeom>
                <a:solidFill>
                  <a:srgbClr val="CE74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5"/>
                <p:cNvSpPr/>
                <p:nvPr/>
              </p:nvSpPr>
              <p:spPr>
                <a:xfrm>
                  <a:off x="2905375" y="1446725"/>
                  <a:ext cx="88425" cy="83350"/>
                </a:xfrm>
                <a:custGeom>
                  <a:rect b="b" l="l" r="r" t="t"/>
                  <a:pathLst>
                    <a:path extrusionOk="0" h="3334" w="3537">
                      <a:moveTo>
                        <a:pt x="3207" y="0"/>
                      </a:moveTo>
                      <a:cubicBezTo>
                        <a:pt x="3126" y="0"/>
                        <a:pt x="3051" y="53"/>
                        <a:pt x="3065" y="155"/>
                      </a:cubicBezTo>
                      <a:cubicBezTo>
                        <a:pt x="3133" y="621"/>
                        <a:pt x="3188" y="1093"/>
                        <a:pt x="3206" y="1564"/>
                      </a:cubicBezTo>
                      <a:cubicBezTo>
                        <a:pt x="3221" y="1994"/>
                        <a:pt x="3142" y="2388"/>
                        <a:pt x="2755" y="2629"/>
                      </a:cubicBezTo>
                      <a:cubicBezTo>
                        <a:pt x="2416" y="2840"/>
                        <a:pt x="1979" y="2939"/>
                        <a:pt x="1587" y="2992"/>
                      </a:cubicBezTo>
                      <a:cubicBezTo>
                        <a:pt x="1448" y="3010"/>
                        <a:pt x="1309" y="3021"/>
                        <a:pt x="1170" y="3021"/>
                      </a:cubicBezTo>
                      <a:cubicBezTo>
                        <a:pt x="875" y="3021"/>
                        <a:pt x="581" y="2973"/>
                        <a:pt x="307" y="2851"/>
                      </a:cubicBezTo>
                      <a:cubicBezTo>
                        <a:pt x="284" y="2841"/>
                        <a:pt x="262" y="2837"/>
                        <a:pt x="241" y="2837"/>
                      </a:cubicBezTo>
                      <a:cubicBezTo>
                        <a:pt x="93" y="2837"/>
                        <a:pt x="0" y="3058"/>
                        <a:pt x="162" y="3130"/>
                      </a:cubicBezTo>
                      <a:cubicBezTo>
                        <a:pt x="485" y="3272"/>
                        <a:pt x="828" y="3333"/>
                        <a:pt x="1176" y="3333"/>
                      </a:cubicBezTo>
                      <a:cubicBezTo>
                        <a:pt x="1316" y="3333"/>
                        <a:pt x="1457" y="3323"/>
                        <a:pt x="1597" y="3305"/>
                      </a:cubicBezTo>
                      <a:cubicBezTo>
                        <a:pt x="2044" y="3245"/>
                        <a:pt x="2532" y="3137"/>
                        <a:pt x="2920" y="2895"/>
                      </a:cubicBezTo>
                      <a:cubicBezTo>
                        <a:pt x="3329" y="2641"/>
                        <a:pt x="3506" y="2235"/>
                        <a:pt x="3520" y="1764"/>
                      </a:cubicBezTo>
                      <a:cubicBezTo>
                        <a:pt x="3536" y="1227"/>
                        <a:pt x="3455" y="675"/>
                        <a:pt x="3379" y="144"/>
                      </a:cubicBezTo>
                      <a:cubicBezTo>
                        <a:pt x="3365" y="48"/>
                        <a:pt x="3283" y="0"/>
                        <a:pt x="3207" y="0"/>
                      </a:cubicBezTo>
                      <a:close/>
                    </a:path>
                  </a:pathLst>
                </a:custGeom>
                <a:solidFill>
                  <a:srgbClr val="CE74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5"/>
                <p:cNvSpPr/>
                <p:nvPr/>
              </p:nvSpPr>
              <p:spPr>
                <a:xfrm>
                  <a:off x="2886150" y="1429200"/>
                  <a:ext cx="39200" cy="61125"/>
                </a:xfrm>
                <a:custGeom>
                  <a:rect b="b" l="l" r="r" t="t"/>
                  <a:pathLst>
                    <a:path extrusionOk="0" h="2445" w="1568">
                      <a:moveTo>
                        <a:pt x="1328" y="0"/>
                      </a:moveTo>
                      <a:cubicBezTo>
                        <a:pt x="1304" y="0"/>
                        <a:pt x="1278" y="6"/>
                        <a:pt x="1251" y="21"/>
                      </a:cubicBezTo>
                      <a:cubicBezTo>
                        <a:pt x="422" y="472"/>
                        <a:pt x="0" y="1414"/>
                        <a:pt x="182" y="2334"/>
                      </a:cubicBezTo>
                      <a:cubicBezTo>
                        <a:pt x="198" y="2412"/>
                        <a:pt x="253" y="2445"/>
                        <a:pt x="312" y="2445"/>
                      </a:cubicBezTo>
                      <a:cubicBezTo>
                        <a:pt x="404" y="2445"/>
                        <a:pt x="506" y="2364"/>
                        <a:pt x="482" y="2244"/>
                      </a:cubicBezTo>
                      <a:cubicBezTo>
                        <a:pt x="327" y="1458"/>
                        <a:pt x="718" y="668"/>
                        <a:pt x="1416" y="288"/>
                      </a:cubicBezTo>
                      <a:cubicBezTo>
                        <a:pt x="1568" y="206"/>
                        <a:pt x="1470" y="0"/>
                        <a:pt x="1328" y="0"/>
                      </a:cubicBezTo>
                      <a:close/>
                    </a:path>
                  </a:pathLst>
                </a:custGeom>
                <a:solidFill>
                  <a:srgbClr val="CE74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25"/>
                <p:cNvSpPr/>
                <p:nvPr/>
              </p:nvSpPr>
              <p:spPr>
                <a:xfrm>
                  <a:off x="2896825" y="1580775"/>
                  <a:ext cx="95175" cy="84825"/>
                </a:xfrm>
                <a:custGeom>
                  <a:rect b="b" l="l" r="r" t="t"/>
                  <a:pathLst>
                    <a:path extrusionOk="0" h="3393" w="3807">
                      <a:moveTo>
                        <a:pt x="1924" y="1"/>
                      </a:moveTo>
                      <a:cubicBezTo>
                        <a:pt x="1836" y="1"/>
                        <a:pt x="1748" y="8"/>
                        <a:pt x="1658" y="22"/>
                      </a:cubicBezTo>
                      <a:cubicBezTo>
                        <a:pt x="1078" y="113"/>
                        <a:pt x="595" y="457"/>
                        <a:pt x="134" y="797"/>
                      </a:cubicBezTo>
                      <a:cubicBezTo>
                        <a:pt x="1" y="895"/>
                        <a:pt x="88" y="1094"/>
                        <a:pt x="214" y="1094"/>
                      </a:cubicBezTo>
                      <a:cubicBezTo>
                        <a:pt x="241" y="1094"/>
                        <a:pt x="270" y="1085"/>
                        <a:pt x="298" y="1064"/>
                      </a:cubicBezTo>
                      <a:cubicBezTo>
                        <a:pt x="690" y="776"/>
                        <a:pt x="1094" y="475"/>
                        <a:pt x="1574" y="357"/>
                      </a:cubicBezTo>
                      <a:cubicBezTo>
                        <a:pt x="1690" y="329"/>
                        <a:pt x="1805" y="314"/>
                        <a:pt x="1918" y="314"/>
                      </a:cubicBezTo>
                      <a:cubicBezTo>
                        <a:pt x="2271" y="314"/>
                        <a:pt x="2599" y="454"/>
                        <a:pt x="2851" y="734"/>
                      </a:cubicBezTo>
                      <a:cubicBezTo>
                        <a:pt x="3479" y="1430"/>
                        <a:pt x="3391" y="2502"/>
                        <a:pt x="2725" y="3134"/>
                      </a:cubicBezTo>
                      <a:cubicBezTo>
                        <a:pt x="2612" y="3242"/>
                        <a:pt x="2723" y="3393"/>
                        <a:pt x="2846" y="3393"/>
                      </a:cubicBezTo>
                      <a:cubicBezTo>
                        <a:pt x="2883" y="3393"/>
                        <a:pt x="2921" y="3379"/>
                        <a:pt x="2954" y="3348"/>
                      </a:cubicBezTo>
                      <a:cubicBezTo>
                        <a:pt x="3735" y="2607"/>
                        <a:pt x="3806" y="1360"/>
                        <a:pt x="3100" y="544"/>
                      </a:cubicBezTo>
                      <a:cubicBezTo>
                        <a:pt x="2792" y="188"/>
                        <a:pt x="2376" y="1"/>
                        <a:pt x="1924" y="1"/>
                      </a:cubicBezTo>
                      <a:close/>
                    </a:path>
                  </a:pathLst>
                </a:custGeom>
                <a:solidFill>
                  <a:srgbClr val="CE74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5"/>
                <p:cNvSpPr/>
                <p:nvPr/>
              </p:nvSpPr>
              <p:spPr>
                <a:xfrm>
                  <a:off x="2870300" y="1631850"/>
                  <a:ext cx="59375" cy="59375"/>
                </a:xfrm>
                <a:custGeom>
                  <a:rect b="b" l="l" r="r" t="t"/>
                  <a:pathLst>
                    <a:path extrusionOk="0" h="2375" w="2375">
                      <a:moveTo>
                        <a:pt x="193" y="0"/>
                      </a:moveTo>
                      <a:cubicBezTo>
                        <a:pt x="96" y="0"/>
                        <a:pt x="0" y="79"/>
                        <a:pt x="42" y="195"/>
                      </a:cubicBezTo>
                      <a:cubicBezTo>
                        <a:pt x="393" y="1170"/>
                        <a:pt x="1161" y="1979"/>
                        <a:pt x="2127" y="2360"/>
                      </a:cubicBezTo>
                      <a:cubicBezTo>
                        <a:pt x="2152" y="2370"/>
                        <a:pt x="2177" y="2375"/>
                        <a:pt x="2203" y="2375"/>
                      </a:cubicBezTo>
                      <a:cubicBezTo>
                        <a:pt x="2258" y="2375"/>
                        <a:pt x="2310" y="2350"/>
                        <a:pt x="2339" y="2294"/>
                      </a:cubicBezTo>
                      <a:cubicBezTo>
                        <a:pt x="2375" y="2225"/>
                        <a:pt x="2352" y="2113"/>
                        <a:pt x="2272" y="2083"/>
                      </a:cubicBezTo>
                      <a:cubicBezTo>
                        <a:pt x="1385" y="1731"/>
                        <a:pt x="667" y="1006"/>
                        <a:pt x="343" y="105"/>
                      </a:cubicBezTo>
                      <a:cubicBezTo>
                        <a:pt x="316" y="32"/>
                        <a:pt x="254" y="0"/>
                        <a:pt x="193" y="0"/>
                      </a:cubicBezTo>
                      <a:close/>
                    </a:path>
                  </a:pathLst>
                </a:custGeom>
                <a:solidFill>
                  <a:srgbClr val="CE74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5"/>
                <p:cNvSpPr/>
                <p:nvPr/>
              </p:nvSpPr>
              <p:spPr>
                <a:xfrm>
                  <a:off x="2257475" y="1053950"/>
                  <a:ext cx="69925" cy="146125"/>
                </a:xfrm>
                <a:custGeom>
                  <a:rect b="b" l="l" r="r" t="t"/>
                  <a:pathLst>
                    <a:path extrusionOk="0" h="5845" w="2797">
                      <a:moveTo>
                        <a:pt x="2421" y="0"/>
                      </a:moveTo>
                      <a:cubicBezTo>
                        <a:pt x="2341" y="0"/>
                        <a:pt x="2265" y="53"/>
                        <a:pt x="2281" y="155"/>
                      </a:cubicBezTo>
                      <a:cubicBezTo>
                        <a:pt x="2455" y="1321"/>
                        <a:pt x="2457" y="2537"/>
                        <a:pt x="2214" y="3694"/>
                      </a:cubicBezTo>
                      <a:cubicBezTo>
                        <a:pt x="2110" y="4183"/>
                        <a:pt x="1938" y="4688"/>
                        <a:pt x="1584" y="5056"/>
                      </a:cubicBezTo>
                      <a:cubicBezTo>
                        <a:pt x="1312" y="5340"/>
                        <a:pt x="939" y="5530"/>
                        <a:pt x="552" y="5530"/>
                      </a:cubicBezTo>
                      <a:cubicBezTo>
                        <a:pt x="451" y="5530"/>
                        <a:pt x="350" y="5518"/>
                        <a:pt x="249" y="5490"/>
                      </a:cubicBezTo>
                      <a:cubicBezTo>
                        <a:pt x="233" y="5486"/>
                        <a:pt x="218" y="5484"/>
                        <a:pt x="204" y="5484"/>
                      </a:cubicBezTo>
                      <a:cubicBezTo>
                        <a:pt x="44" y="5484"/>
                        <a:pt x="0" y="5747"/>
                        <a:pt x="180" y="5796"/>
                      </a:cubicBezTo>
                      <a:cubicBezTo>
                        <a:pt x="303" y="5829"/>
                        <a:pt x="427" y="5845"/>
                        <a:pt x="550" y="5845"/>
                      </a:cubicBezTo>
                      <a:cubicBezTo>
                        <a:pt x="930" y="5845"/>
                        <a:pt x="1302" y="5696"/>
                        <a:pt x="1605" y="5457"/>
                      </a:cubicBezTo>
                      <a:cubicBezTo>
                        <a:pt x="2041" y="5113"/>
                        <a:pt x="2293" y="4605"/>
                        <a:pt x="2442" y="4079"/>
                      </a:cubicBezTo>
                      <a:cubicBezTo>
                        <a:pt x="2797" y="2826"/>
                        <a:pt x="2786" y="1423"/>
                        <a:pt x="2595" y="143"/>
                      </a:cubicBezTo>
                      <a:lnTo>
                        <a:pt x="2595" y="143"/>
                      </a:lnTo>
                      <a:lnTo>
                        <a:pt x="2595" y="144"/>
                      </a:lnTo>
                      <a:cubicBezTo>
                        <a:pt x="2581" y="48"/>
                        <a:pt x="2498" y="0"/>
                        <a:pt x="2421" y="0"/>
                      </a:cubicBezTo>
                      <a:close/>
                    </a:path>
                  </a:pathLst>
                </a:custGeom>
                <a:solidFill>
                  <a:srgbClr val="CE74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5"/>
                <p:cNvSpPr/>
                <p:nvPr/>
              </p:nvSpPr>
              <p:spPr>
                <a:xfrm>
                  <a:off x="2361450" y="1074375"/>
                  <a:ext cx="68925" cy="398775"/>
                </a:xfrm>
                <a:custGeom>
                  <a:rect b="b" l="l" r="r" t="t"/>
                  <a:pathLst>
                    <a:path extrusionOk="0" h="15951" w="2757">
                      <a:moveTo>
                        <a:pt x="220" y="1"/>
                      </a:moveTo>
                      <a:cubicBezTo>
                        <a:pt x="104" y="1"/>
                        <a:pt x="1" y="164"/>
                        <a:pt x="107" y="277"/>
                      </a:cubicBezTo>
                      <a:cubicBezTo>
                        <a:pt x="1546" y="1805"/>
                        <a:pt x="2009" y="3945"/>
                        <a:pt x="2043" y="5984"/>
                      </a:cubicBezTo>
                      <a:cubicBezTo>
                        <a:pt x="2062" y="7130"/>
                        <a:pt x="1974" y="8281"/>
                        <a:pt x="1842" y="9419"/>
                      </a:cubicBezTo>
                      <a:cubicBezTo>
                        <a:pt x="1713" y="10526"/>
                        <a:pt x="1534" y="11637"/>
                        <a:pt x="1559" y="12757"/>
                      </a:cubicBezTo>
                      <a:cubicBezTo>
                        <a:pt x="1584" y="13848"/>
                        <a:pt x="1817" y="14952"/>
                        <a:pt x="2413" y="15879"/>
                      </a:cubicBezTo>
                      <a:cubicBezTo>
                        <a:pt x="2445" y="15929"/>
                        <a:pt x="2492" y="15950"/>
                        <a:pt x="2538" y="15950"/>
                      </a:cubicBezTo>
                      <a:cubicBezTo>
                        <a:pt x="2648" y="15950"/>
                        <a:pt x="2757" y="15834"/>
                        <a:pt x="2680" y="15714"/>
                      </a:cubicBezTo>
                      <a:cubicBezTo>
                        <a:pt x="1467" y="13830"/>
                        <a:pt x="1917" y="11498"/>
                        <a:pt x="2156" y="9412"/>
                      </a:cubicBezTo>
                      <a:cubicBezTo>
                        <a:pt x="2405" y="7251"/>
                        <a:pt x="2557" y="4956"/>
                        <a:pt x="1905" y="2848"/>
                      </a:cubicBezTo>
                      <a:cubicBezTo>
                        <a:pt x="1585" y="1812"/>
                        <a:pt x="1066" y="840"/>
                        <a:pt x="321" y="48"/>
                      </a:cubicBezTo>
                      <a:cubicBezTo>
                        <a:pt x="290" y="15"/>
                        <a:pt x="254" y="1"/>
                        <a:pt x="220" y="1"/>
                      </a:cubicBezTo>
                      <a:close/>
                    </a:path>
                  </a:pathLst>
                </a:custGeom>
                <a:solidFill>
                  <a:srgbClr val="CE74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41" name="Google Shape;341;p25"/>
            <p:cNvSpPr/>
            <p:nvPr/>
          </p:nvSpPr>
          <p:spPr>
            <a:xfrm rot="3972439">
              <a:off x="7320062" y="1980913"/>
              <a:ext cx="373734" cy="150930"/>
            </a:xfrm>
            <a:custGeom>
              <a:rect b="b" l="l" r="r" t="t"/>
              <a:pathLst>
                <a:path extrusionOk="0" h="2732" w="6765">
                  <a:moveTo>
                    <a:pt x="3520" y="1"/>
                  </a:moveTo>
                  <a:cubicBezTo>
                    <a:pt x="2537" y="1"/>
                    <a:pt x="1006" y="188"/>
                    <a:pt x="501" y="1288"/>
                  </a:cubicBezTo>
                  <a:cubicBezTo>
                    <a:pt x="0" y="2380"/>
                    <a:pt x="1282" y="2731"/>
                    <a:pt x="2639" y="2731"/>
                  </a:cubicBezTo>
                  <a:cubicBezTo>
                    <a:pt x="3354" y="2731"/>
                    <a:pt x="4091" y="2634"/>
                    <a:pt x="4598" y="2495"/>
                  </a:cubicBezTo>
                  <a:cubicBezTo>
                    <a:pt x="6068" y="2096"/>
                    <a:pt x="6765" y="315"/>
                    <a:pt x="4388" y="50"/>
                  </a:cubicBezTo>
                  <a:cubicBezTo>
                    <a:pt x="4388" y="50"/>
                    <a:pt x="4027" y="1"/>
                    <a:pt x="352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26"/>
          <p:cNvSpPr txBox="1"/>
          <p:nvPr>
            <p:ph type="title"/>
          </p:nvPr>
        </p:nvSpPr>
        <p:spPr>
          <a:xfrm>
            <a:off x="713475" y="463300"/>
            <a:ext cx="7717200" cy="56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Table of contents</a:t>
            </a:r>
            <a:endParaRPr/>
          </a:p>
        </p:txBody>
      </p:sp>
      <p:sp>
        <p:nvSpPr>
          <p:cNvPr id="347" name="Google Shape;347;p26"/>
          <p:cNvSpPr txBox="1"/>
          <p:nvPr>
            <p:ph idx="1" type="subTitle"/>
          </p:nvPr>
        </p:nvSpPr>
        <p:spPr>
          <a:xfrm>
            <a:off x="5548475" y="2525275"/>
            <a:ext cx="2743200" cy="761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 How It Works</a:t>
            </a:r>
            <a:endParaRPr/>
          </a:p>
        </p:txBody>
      </p:sp>
      <p:sp>
        <p:nvSpPr>
          <p:cNvPr id="348" name="Google Shape;348;p26"/>
          <p:cNvSpPr txBox="1"/>
          <p:nvPr>
            <p:ph idx="2" type="title"/>
          </p:nvPr>
        </p:nvSpPr>
        <p:spPr>
          <a:xfrm>
            <a:off x="865675" y="1383950"/>
            <a:ext cx="822900" cy="761100"/>
          </a:xfrm>
          <a:prstGeom prst="rect">
            <a:avLst/>
          </a:prstGeom>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349" name="Google Shape;349;p26"/>
          <p:cNvSpPr txBox="1"/>
          <p:nvPr>
            <p:ph idx="3" type="title"/>
          </p:nvPr>
        </p:nvSpPr>
        <p:spPr>
          <a:xfrm>
            <a:off x="865675" y="2525288"/>
            <a:ext cx="822900" cy="761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350" name="Google Shape;350;p26"/>
          <p:cNvSpPr txBox="1"/>
          <p:nvPr>
            <p:ph idx="4" type="subTitle"/>
          </p:nvPr>
        </p:nvSpPr>
        <p:spPr>
          <a:xfrm>
            <a:off x="5535113" y="1383938"/>
            <a:ext cx="2743200" cy="761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Cost, Effort &amp; Price Estimation </a:t>
            </a:r>
            <a:endParaRPr/>
          </a:p>
        </p:txBody>
      </p:sp>
      <p:sp>
        <p:nvSpPr>
          <p:cNvPr id="351" name="Google Shape;351;p26"/>
          <p:cNvSpPr txBox="1"/>
          <p:nvPr>
            <p:ph idx="5" type="title"/>
          </p:nvPr>
        </p:nvSpPr>
        <p:spPr>
          <a:xfrm>
            <a:off x="865675" y="3666625"/>
            <a:ext cx="822900" cy="761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352" name="Google Shape;352;p26"/>
          <p:cNvSpPr txBox="1"/>
          <p:nvPr>
            <p:ph idx="6" type="subTitle"/>
          </p:nvPr>
        </p:nvSpPr>
        <p:spPr>
          <a:xfrm>
            <a:off x="1758538" y="1396200"/>
            <a:ext cx="2743200" cy="761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Objective</a:t>
            </a:r>
            <a:endParaRPr/>
          </a:p>
        </p:txBody>
      </p:sp>
      <p:sp>
        <p:nvSpPr>
          <p:cNvPr id="353" name="Google Shape;353;p26"/>
          <p:cNvSpPr txBox="1"/>
          <p:nvPr>
            <p:ph idx="7" type="title"/>
          </p:nvPr>
        </p:nvSpPr>
        <p:spPr>
          <a:xfrm>
            <a:off x="4627650" y="1383950"/>
            <a:ext cx="822900" cy="761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354" name="Google Shape;354;p26"/>
          <p:cNvSpPr txBox="1"/>
          <p:nvPr>
            <p:ph idx="8" type="subTitle"/>
          </p:nvPr>
        </p:nvSpPr>
        <p:spPr>
          <a:xfrm>
            <a:off x="1786513" y="2525300"/>
            <a:ext cx="2743200" cy="761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Project Scheduling</a:t>
            </a:r>
            <a:endParaRPr/>
          </a:p>
        </p:txBody>
      </p:sp>
      <p:sp>
        <p:nvSpPr>
          <p:cNvPr id="355" name="Google Shape;355;p26"/>
          <p:cNvSpPr txBox="1"/>
          <p:nvPr>
            <p:ph idx="9" type="title"/>
          </p:nvPr>
        </p:nvSpPr>
        <p:spPr>
          <a:xfrm>
            <a:off x="4627650" y="2525288"/>
            <a:ext cx="822900" cy="761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356" name="Google Shape;356;p26"/>
          <p:cNvSpPr txBox="1"/>
          <p:nvPr>
            <p:ph idx="15" type="subTitle"/>
          </p:nvPr>
        </p:nvSpPr>
        <p:spPr>
          <a:xfrm>
            <a:off x="1758550" y="3654400"/>
            <a:ext cx="2743200" cy="761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Conclusion</a:t>
            </a:r>
            <a:endParaRPr/>
          </a:p>
        </p:txBody>
      </p:sp>
      <p:sp>
        <p:nvSpPr>
          <p:cNvPr id="357" name="Google Shape;357;p26">
            <a:hlinkClick action="ppaction://hlinkshowjump?jump=nextslide"/>
          </p:cNvPr>
          <p:cNvSpPr/>
          <p:nvPr/>
        </p:nvSpPr>
        <p:spPr>
          <a:xfrm rot="10800000">
            <a:off x="8795200" y="4467625"/>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26">
            <a:hlinkClick action="ppaction://hlinksldjump" r:id="rId3"/>
          </p:cNvPr>
          <p:cNvSpPr/>
          <p:nvPr/>
        </p:nvSpPr>
        <p:spPr>
          <a:xfrm>
            <a:off x="8777675" y="2488988"/>
            <a:ext cx="163200" cy="163200"/>
          </a:xfrm>
          <a:prstGeom prst="rect">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6">
            <a:hlinkClick action="ppaction://hlinkshowjump?jump=previousslide"/>
          </p:cNvPr>
          <p:cNvSpPr/>
          <p:nvPr/>
        </p:nvSpPr>
        <p:spPr>
          <a:xfrm flipH="1">
            <a:off x="8795200" y="539500"/>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27"/>
          <p:cNvSpPr txBox="1"/>
          <p:nvPr>
            <p:ph type="title"/>
          </p:nvPr>
        </p:nvSpPr>
        <p:spPr>
          <a:xfrm>
            <a:off x="4046250" y="3067275"/>
            <a:ext cx="46032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Objective</a:t>
            </a:r>
            <a:endParaRPr/>
          </a:p>
        </p:txBody>
      </p:sp>
      <p:sp>
        <p:nvSpPr>
          <p:cNvPr id="365" name="Google Shape;365;p27"/>
          <p:cNvSpPr txBox="1"/>
          <p:nvPr>
            <p:ph idx="2" type="title"/>
          </p:nvPr>
        </p:nvSpPr>
        <p:spPr>
          <a:xfrm>
            <a:off x="5694000" y="1564913"/>
            <a:ext cx="1307700" cy="120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grpSp>
        <p:nvGrpSpPr>
          <p:cNvPr id="366" name="Google Shape;366;p27"/>
          <p:cNvGrpSpPr/>
          <p:nvPr/>
        </p:nvGrpSpPr>
        <p:grpSpPr>
          <a:xfrm>
            <a:off x="125422" y="239569"/>
            <a:ext cx="4066616" cy="4494992"/>
            <a:chOff x="125422" y="239569"/>
            <a:chExt cx="4066616" cy="4494992"/>
          </a:xfrm>
        </p:grpSpPr>
        <p:sp>
          <p:nvSpPr>
            <p:cNvPr id="367" name="Google Shape;367;p27"/>
            <p:cNvSpPr/>
            <p:nvPr/>
          </p:nvSpPr>
          <p:spPr>
            <a:xfrm flipH="1">
              <a:off x="125430" y="3173151"/>
              <a:ext cx="3119719" cy="1561411"/>
            </a:xfrm>
            <a:custGeom>
              <a:rect b="b" l="l" r="r" t="t"/>
              <a:pathLst>
                <a:path extrusionOk="0" h="32526" w="64984">
                  <a:moveTo>
                    <a:pt x="40012" y="1"/>
                  </a:moveTo>
                  <a:cubicBezTo>
                    <a:pt x="36896" y="1"/>
                    <a:pt x="34164" y="1251"/>
                    <a:pt x="31547" y="2618"/>
                  </a:cubicBezTo>
                  <a:cubicBezTo>
                    <a:pt x="28443" y="4240"/>
                    <a:pt x="25967" y="6405"/>
                    <a:pt x="21456" y="6405"/>
                  </a:cubicBezTo>
                  <a:cubicBezTo>
                    <a:pt x="21245" y="6405"/>
                    <a:pt x="21028" y="6401"/>
                    <a:pt x="20808" y="6391"/>
                  </a:cubicBezTo>
                  <a:cubicBezTo>
                    <a:pt x="17708" y="6253"/>
                    <a:pt x="15532" y="5489"/>
                    <a:pt x="13201" y="5489"/>
                  </a:cubicBezTo>
                  <a:cubicBezTo>
                    <a:pt x="11827" y="5489"/>
                    <a:pt x="10399" y="5754"/>
                    <a:pt x="8696" y="6570"/>
                  </a:cubicBezTo>
                  <a:cubicBezTo>
                    <a:pt x="4193" y="8727"/>
                    <a:pt x="1761" y="12773"/>
                    <a:pt x="1198" y="17809"/>
                  </a:cubicBezTo>
                  <a:cubicBezTo>
                    <a:pt x="0" y="28497"/>
                    <a:pt x="8710" y="32526"/>
                    <a:pt x="15528" y="32526"/>
                  </a:cubicBezTo>
                  <a:cubicBezTo>
                    <a:pt x="18533" y="32526"/>
                    <a:pt x="21171" y="31743"/>
                    <a:pt x="22431" y="30403"/>
                  </a:cubicBezTo>
                  <a:cubicBezTo>
                    <a:pt x="28847" y="23583"/>
                    <a:pt x="27231" y="22950"/>
                    <a:pt x="37145" y="22950"/>
                  </a:cubicBezTo>
                  <a:cubicBezTo>
                    <a:pt x="39165" y="22950"/>
                    <a:pt x="41664" y="22976"/>
                    <a:pt x="44807" y="22981"/>
                  </a:cubicBezTo>
                  <a:cubicBezTo>
                    <a:pt x="44815" y="22981"/>
                    <a:pt x="44823" y="22981"/>
                    <a:pt x="44832" y="22981"/>
                  </a:cubicBezTo>
                  <a:cubicBezTo>
                    <a:pt x="56092" y="22981"/>
                    <a:pt x="64983" y="9600"/>
                    <a:pt x="45684" y="1143"/>
                  </a:cubicBezTo>
                  <a:cubicBezTo>
                    <a:pt x="44411" y="586"/>
                    <a:pt x="42899" y="259"/>
                    <a:pt x="41364" y="80"/>
                  </a:cubicBezTo>
                  <a:cubicBezTo>
                    <a:pt x="40905" y="26"/>
                    <a:pt x="40455" y="1"/>
                    <a:pt x="4001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8" name="Google Shape;368;p27"/>
            <p:cNvGrpSpPr/>
            <p:nvPr/>
          </p:nvGrpSpPr>
          <p:grpSpPr>
            <a:xfrm rot="-3381314">
              <a:off x="327294" y="687319"/>
              <a:ext cx="1873027" cy="1488310"/>
              <a:chOff x="4969625" y="842052"/>
              <a:chExt cx="1369225" cy="1087923"/>
            </a:xfrm>
          </p:grpSpPr>
          <p:sp>
            <p:nvSpPr>
              <p:cNvPr id="369" name="Google Shape;369;p27"/>
              <p:cNvSpPr/>
              <p:nvPr/>
            </p:nvSpPr>
            <p:spPr>
              <a:xfrm>
                <a:off x="4969625" y="941150"/>
                <a:ext cx="1369225" cy="988825"/>
              </a:xfrm>
              <a:custGeom>
                <a:rect b="b" l="l" r="r" t="t"/>
                <a:pathLst>
                  <a:path extrusionOk="0" h="39553" w="54769">
                    <a:moveTo>
                      <a:pt x="21047" y="1"/>
                    </a:moveTo>
                    <a:cubicBezTo>
                      <a:pt x="20673" y="1"/>
                      <a:pt x="20293" y="32"/>
                      <a:pt x="19906" y="97"/>
                    </a:cubicBezTo>
                    <a:cubicBezTo>
                      <a:pt x="18614" y="315"/>
                      <a:pt x="17339" y="713"/>
                      <a:pt x="16266" y="1391"/>
                    </a:cubicBezTo>
                    <a:cubicBezTo>
                      <a:pt x="1" y="11673"/>
                      <a:pt x="7493" y="27946"/>
                      <a:pt x="16984" y="27946"/>
                    </a:cubicBezTo>
                    <a:cubicBezTo>
                      <a:pt x="16991" y="27946"/>
                      <a:pt x="16998" y="27946"/>
                      <a:pt x="17005" y="27946"/>
                    </a:cubicBezTo>
                    <a:cubicBezTo>
                      <a:pt x="19657" y="27939"/>
                      <a:pt x="21764" y="27907"/>
                      <a:pt x="23468" y="27907"/>
                    </a:cubicBezTo>
                    <a:cubicBezTo>
                      <a:pt x="31818" y="27907"/>
                      <a:pt x="30457" y="28678"/>
                      <a:pt x="35864" y="36971"/>
                    </a:cubicBezTo>
                    <a:cubicBezTo>
                      <a:pt x="36926" y="38600"/>
                      <a:pt x="39149" y="39552"/>
                      <a:pt x="41682" y="39552"/>
                    </a:cubicBezTo>
                    <a:cubicBezTo>
                      <a:pt x="47428" y="39552"/>
                      <a:pt x="54768" y="34654"/>
                      <a:pt x="53759" y="21656"/>
                    </a:cubicBezTo>
                    <a:cubicBezTo>
                      <a:pt x="53284" y="15531"/>
                      <a:pt x="51235" y="10612"/>
                      <a:pt x="47440" y="7990"/>
                    </a:cubicBezTo>
                    <a:cubicBezTo>
                      <a:pt x="46004" y="6997"/>
                      <a:pt x="44800" y="6674"/>
                      <a:pt x="43642" y="6674"/>
                    </a:cubicBezTo>
                    <a:cubicBezTo>
                      <a:pt x="41678" y="6674"/>
                      <a:pt x="39845" y="7603"/>
                      <a:pt x="37232" y="7771"/>
                    </a:cubicBezTo>
                    <a:cubicBezTo>
                      <a:pt x="37045" y="7783"/>
                      <a:pt x="36863" y="7789"/>
                      <a:pt x="36684" y="7789"/>
                    </a:cubicBezTo>
                    <a:cubicBezTo>
                      <a:pt x="32883" y="7789"/>
                      <a:pt x="30797" y="5155"/>
                      <a:pt x="28180" y="3183"/>
                    </a:cubicBezTo>
                    <a:cubicBezTo>
                      <a:pt x="25975" y="1522"/>
                      <a:pt x="23673" y="1"/>
                      <a:pt x="2104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7"/>
              <p:cNvSpPr/>
              <p:nvPr/>
            </p:nvSpPr>
            <p:spPr>
              <a:xfrm>
                <a:off x="5668164" y="842052"/>
                <a:ext cx="370125" cy="219075"/>
              </a:xfrm>
              <a:custGeom>
                <a:rect b="b" l="l" r="r" t="t"/>
                <a:pathLst>
                  <a:path extrusionOk="0" h="8763" w="14805">
                    <a:moveTo>
                      <a:pt x="5196" y="1"/>
                    </a:moveTo>
                    <a:cubicBezTo>
                      <a:pt x="1024" y="1"/>
                      <a:pt x="0" y="3456"/>
                      <a:pt x="2757" y="6435"/>
                    </a:cubicBezTo>
                    <a:cubicBezTo>
                      <a:pt x="3911" y="7683"/>
                      <a:pt x="6577" y="8763"/>
                      <a:pt x="9016" y="8763"/>
                    </a:cubicBezTo>
                    <a:cubicBezTo>
                      <a:pt x="11162" y="8763"/>
                      <a:pt x="13133" y="7927"/>
                      <a:pt x="13746" y="5636"/>
                    </a:cubicBezTo>
                    <a:cubicBezTo>
                      <a:pt x="14805" y="1685"/>
                      <a:pt x="7301" y="251"/>
                      <a:pt x="7301" y="251"/>
                    </a:cubicBezTo>
                    <a:cubicBezTo>
                      <a:pt x="6529" y="80"/>
                      <a:pt x="5827" y="1"/>
                      <a:pt x="519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1" name="Google Shape;371;p27"/>
            <p:cNvGrpSpPr/>
            <p:nvPr/>
          </p:nvGrpSpPr>
          <p:grpSpPr>
            <a:xfrm>
              <a:off x="956747" y="1169374"/>
              <a:ext cx="3235291" cy="3047524"/>
              <a:chOff x="4757275" y="1996600"/>
              <a:chExt cx="1430975" cy="1347925"/>
            </a:xfrm>
          </p:grpSpPr>
          <p:sp>
            <p:nvSpPr>
              <p:cNvPr id="372" name="Google Shape;372;p27"/>
              <p:cNvSpPr/>
              <p:nvPr/>
            </p:nvSpPr>
            <p:spPr>
              <a:xfrm>
                <a:off x="4757275" y="2590775"/>
                <a:ext cx="1054150" cy="751725"/>
              </a:xfrm>
              <a:custGeom>
                <a:rect b="b" l="l" r="r" t="t"/>
                <a:pathLst>
                  <a:path extrusionOk="0" h="30069" w="42166">
                    <a:moveTo>
                      <a:pt x="20937" y="1"/>
                    </a:moveTo>
                    <a:cubicBezTo>
                      <a:pt x="20778" y="1"/>
                      <a:pt x="20618" y="2"/>
                      <a:pt x="20458" y="6"/>
                    </a:cubicBezTo>
                    <a:cubicBezTo>
                      <a:pt x="16126" y="110"/>
                      <a:pt x="11232" y="958"/>
                      <a:pt x="7955" y="3739"/>
                    </a:cubicBezTo>
                    <a:cubicBezTo>
                      <a:pt x="826" y="9787"/>
                      <a:pt x="0" y="27121"/>
                      <a:pt x="7619" y="28828"/>
                    </a:cubicBezTo>
                    <a:cubicBezTo>
                      <a:pt x="11805" y="29766"/>
                      <a:pt x="16171" y="30068"/>
                      <a:pt x="20171" y="30068"/>
                    </a:cubicBezTo>
                    <a:cubicBezTo>
                      <a:pt x="26617" y="30068"/>
                      <a:pt x="32113" y="29282"/>
                      <a:pt x="34377" y="29097"/>
                    </a:cubicBezTo>
                    <a:cubicBezTo>
                      <a:pt x="35639" y="28994"/>
                      <a:pt x="39207" y="26114"/>
                      <a:pt x="39857" y="22776"/>
                    </a:cubicBezTo>
                    <a:lnTo>
                      <a:pt x="39858" y="22776"/>
                    </a:lnTo>
                    <a:cubicBezTo>
                      <a:pt x="42166" y="10909"/>
                      <a:pt x="32949" y="1"/>
                      <a:pt x="2093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27"/>
              <p:cNvSpPr/>
              <p:nvPr/>
            </p:nvSpPr>
            <p:spPr>
              <a:xfrm>
                <a:off x="4880925" y="2699725"/>
                <a:ext cx="114775" cy="622450"/>
              </a:xfrm>
              <a:custGeom>
                <a:rect b="b" l="l" r="r" t="t"/>
                <a:pathLst>
                  <a:path extrusionOk="0" h="24898" w="4591">
                    <a:moveTo>
                      <a:pt x="2676" y="0"/>
                    </a:moveTo>
                    <a:cubicBezTo>
                      <a:pt x="2648" y="0"/>
                      <a:pt x="2621" y="15"/>
                      <a:pt x="2604" y="49"/>
                    </a:cubicBezTo>
                    <a:cubicBezTo>
                      <a:pt x="1109" y="3076"/>
                      <a:pt x="289" y="6407"/>
                      <a:pt x="145" y="9778"/>
                    </a:cubicBezTo>
                    <a:cubicBezTo>
                      <a:pt x="0" y="13170"/>
                      <a:pt x="535" y="16597"/>
                      <a:pt x="1731" y="19775"/>
                    </a:cubicBezTo>
                    <a:cubicBezTo>
                      <a:pt x="2407" y="21568"/>
                      <a:pt x="3295" y="23277"/>
                      <a:pt x="4380" y="24856"/>
                    </a:cubicBezTo>
                    <a:cubicBezTo>
                      <a:pt x="4401" y="24886"/>
                      <a:pt x="4430" y="24898"/>
                      <a:pt x="4458" y="24898"/>
                    </a:cubicBezTo>
                    <a:cubicBezTo>
                      <a:pt x="4525" y="24898"/>
                      <a:pt x="4590" y="24831"/>
                      <a:pt x="4542" y="24760"/>
                    </a:cubicBezTo>
                    <a:cubicBezTo>
                      <a:pt x="2644" y="21999"/>
                      <a:pt x="1365" y="18841"/>
                      <a:pt x="746" y="15551"/>
                    </a:cubicBezTo>
                    <a:cubicBezTo>
                      <a:pt x="123" y="12239"/>
                      <a:pt x="163" y="8796"/>
                      <a:pt x="888" y="5504"/>
                    </a:cubicBezTo>
                    <a:cubicBezTo>
                      <a:pt x="1296" y="3650"/>
                      <a:pt x="1925" y="1846"/>
                      <a:pt x="2766" y="143"/>
                    </a:cubicBezTo>
                    <a:cubicBezTo>
                      <a:pt x="2803" y="69"/>
                      <a:pt x="2738" y="0"/>
                      <a:pt x="26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7"/>
              <p:cNvSpPr/>
              <p:nvPr/>
            </p:nvSpPr>
            <p:spPr>
              <a:xfrm>
                <a:off x="4934500" y="2661075"/>
                <a:ext cx="586300" cy="299900"/>
              </a:xfrm>
              <a:custGeom>
                <a:rect b="b" l="l" r="r" t="t"/>
                <a:pathLst>
                  <a:path extrusionOk="0" h="11996" w="23452">
                    <a:moveTo>
                      <a:pt x="6022" y="1"/>
                    </a:moveTo>
                    <a:cubicBezTo>
                      <a:pt x="6022" y="1"/>
                      <a:pt x="0" y="2355"/>
                      <a:pt x="1150" y="9024"/>
                    </a:cubicBezTo>
                    <a:cubicBezTo>
                      <a:pt x="1564" y="11423"/>
                      <a:pt x="4158" y="11995"/>
                      <a:pt x="7389" y="11995"/>
                    </a:cubicBezTo>
                    <a:cubicBezTo>
                      <a:pt x="9518" y="11995"/>
                      <a:pt x="11923" y="11747"/>
                      <a:pt x="14163" y="11608"/>
                    </a:cubicBezTo>
                    <a:cubicBezTo>
                      <a:pt x="19806" y="11260"/>
                      <a:pt x="23452" y="7586"/>
                      <a:pt x="21381" y="5520"/>
                    </a:cubicBezTo>
                    <a:cubicBezTo>
                      <a:pt x="19311" y="3455"/>
                      <a:pt x="6022" y="1"/>
                      <a:pt x="6022" y="1"/>
                    </a:cubicBezTo>
                    <a:close/>
                  </a:path>
                </a:pathLst>
              </a:custGeom>
              <a:solidFill>
                <a:srgbClr val="3C363C">
                  <a:alpha val="456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7"/>
              <p:cNvSpPr/>
              <p:nvPr/>
            </p:nvSpPr>
            <p:spPr>
              <a:xfrm>
                <a:off x="4971775" y="2013000"/>
                <a:ext cx="380100" cy="540575"/>
              </a:xfrm>
              <a:custGeom>
                <a:rect b="b" l="l" r="r" t="t"/>
                <a:pathLst>
                  <a:path extrusionOk="0" h="21623" w="15204">
                    <a:moveTo>
                      <a:pt x="10128" y="0"/>
                    </a:moveTo>
                    <a:cubicBezTo>
                      <a:pt x="9872" y="0"/>
                      <a:pt x="9587" y="28"/>
                      <a:pt x="9272" y="93"/>
                    </a:cubicBezTo>
                    <a:cubicBezTo>
                      <a:pt x="7136" y="534"/>
                      <a:pt x="5401" y="2064"/>
                      <a:pt x="5718" y="4149"/>
                    </a:cubicBezTo>
                    <a:cubicBezTo>
                      <a:pt x="6035" y="6235"/>
                      <a:pt x="6372" y="9008"/>
                      <a:pt x="4467" y="9736"/>
                    </a:cubicBezTo>
                    <a:cubicBezTo>
                      <a:pt x="2562" y="10464"/>
                      <a:pt x="979" y="11414"/>
                      <a:pt x="956" y="13625"/>
                    </a:cubicBezTo>
                    <a:cubicBezTo>
                      <a:pt x="935" y="15836"/>
                      <a:pt x="1977" y="17142"/>
                      <a:pt x="956" y="18394"/>
                    </a:cubicBezTo>
                    <a:cubicBezTo>
                      <a:pt x="0" y="19566"/>
                      <a:pt x="1888" y="21623"/>
                      <a:pt x="4380" y="21623"/>
                    </a:cubicBezTo>
                    <a:cubicBezTo>
                      <a:pt x="4546" y="21623"/>
                      <a:pt x="4715" y="21614"/>
                      <a:pt x="4886" y="21595"/>
                    </a:cubicBezTo>
                    <a:cubicBezTo>
                      <a:pt x="7564" y="21294"/>
                      <a:pt x="8101" y="13071"/>
                      <a:pt x="10802" y="13071"/>
                    </a:cubicBezTo>
                    <a:cubicBezTo>
                      <a:pt x="10857" y="13071"/>
                      <a:pt x="10913" y="13075"/>
                      <a:pt x="10970" y="13082"/>
                    </a:cubicBezTo>
                    <a:cubicBezTo>
                      <a:pt x="11205" y="13110"/>
                      <a:pt x="11422" y="13124"/>
                      <a:pt x="11622" y="13124"/>
                    </a:cubicBezTo>
                    <a:cubicBezTo>
                      <a:pt x="13850" y="13124"/>
                      <a:pt x="13992" y="11425"/>
                      <a:pt x="13432" y="9839"/>
                    </a:cubicBezTo>
                    <a:cubicBezTo>
                      <a:pt x="12820" y="8109"/>
                      <a:pt x="14254" y="5213"/>
                      <a:pt x="14050" y="3856"/>
                    </a:cubicBezTo>
                    <a:cubicBezTo>
                      <a:pt x="14050" y="3856"/>
                      <a:pt x="15203" y="919"/>
                      <a:pt x="12411" y="919"/>
                    </a:cubicBezTo>
                    <a:cubicBezTo>
                      <a:pt x="12325" y="919"/>
                      <a:pt x="12236" y="922"/>
                      <a:pt x="12142" y="928"/>
                    </a:cubicBezTo>
                    <a:cubicBezTo>
                      <a:pt x="12142" y="928"/>
                      <a:pt x="11610" y="0"/>
                      <a:pt x="1012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7"/>
              <p:cNvSpPr/>
              <p:nvPr/>
            </p:nvSpPr>
            <p:spPr>
              <a:xfrm>
                <a:off x="5072600" y="1996600"/>
                <a:ext cx="117925" cy="96825"/>
              </a:xfrm>
              <a:custGeom>
                <a:rect b="b" l="l" r="r" t="t"/>
                <a:pathLst>
                  <a:path extrusionOk="0" h="3873" w="4717">
                    <a:moveTo>
                      <a:pt x="2508" y="0"/>
                    </a:moveTo>
                    <a:cubicBezTo>
                      <a:pt x="2407" y="0"/>
                      <a:pt x="2300" y="6"/>
                      <a:pt x="2189" y="18"/>
                    </a:cubicBezTo>
                    <a:cubicBezTo>
                      <a:pt x="1" y="261"/>
                      <a:pt x="234" y="3872"/>
                      <a:pt x="2013" y="3872"/>
                    </a:cubicBezTo>
                    <a:cubicBezTo>
                      <a:pt x="2070" y="3872"/>
                      <a:pt x="2129" y="3869"/>
                      <a:pt x="2189" y="3861"/>
                    </a:cubicBezTo>
                    <a:cubicBezTo>
                      <a:pt x="4126" y="3615"/>
                      <a:pt x="4717" y="2193"/>
                      <a:pt x="4717" y="2193"/>
                    </a:cubicBezTo>
                    <a:cubicBezTo>
                      <a:pt x="4717" y="2193"/>
                      <a:pt x="4473" y="0"/>
                      <a:pt x="25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7"/>
              <p:cNvSpPr/>
              <p:nvPr/>
            </p:nvSpPr>
            <p:spPr>
              <a:xfrm>
                <a:off x="5017150" y="2266325"/>
                <a:ext cx="385425" cy="545175"/>
              </a:xfrm>
              <a:custGeom>
                <a:rect b="b" l="l" r="r" t="t"/>
                <a:pathLst>
                  <a:path extrusionOk="0" h="21807" w="15417">
                    <a:moveTo>
                      <a:pt x="6411" y="0"/>
                    </a:moveTo>
                    <a:cubicBezTo>
                      <a:pt x="6154" y="0"/>
                      <a:pt x="5888" y="14"/>
                      <a:pt x="5615" y="44"/>
                    </a:cubicBezTo>
                    <a:cubicBezTo>
                      <a:pt x="2278" y="411"/>
                      <a:pt x="0" y="984"/>
                      <a:pt x="1335" y="5649"/>
                    </a:cubicBezTo>
                    <a:cubicBezTo>
                      <a:pt x="2392" y="9344"/>
                      <a:pt x="3654" y="10962"/>
                      <a:pt x="3179" y="13297"/>
                    </a:cubicBezTo>
                    <a:cubicBezTo>
                      <a:pt x="2706" y="15632"/>
                      <a:pt x="1577" y="17326"/>
                      <a:pt x="911" y="18541"/>
                    </a:cubicBezTo>
                    <a:cubicBezTo>
                      <a:pt x="243" y="19756"/>
                      <a:pt x="1604" y="20818"/>
                      <a:pt x="4418" y="21420"/>
                    </a:cubicBezTo>
                    <a:cubicBezTo>
                      <a:pt x="5838" y="21724"/>
                      <a:pt x="6685" y="21806"/>
                      <a:pt x="7473" y="21806"/>
                    </a:cubicBezTo>
                    <a:cubicBezTo>
                      <a:pt x="8360" y="21806"/>
                      <a:pt x="9173" y="21702"/>
                      <a:pt x="10647" y="21694"/>
                    </a:cubicBezTo>
                    <a:cubicBezTo>
                      <a:pt x="13431" y="21679"/>
                      <a:pt x="15417" y="20149"/>
                      <a:pt x="14920" y="18662"/>
                    </a:cubicBezTo>
                    <a:cubicBezTo>
                      <a:pt x="14396" y="17089"/>
                      <a:pt x="13098" y="12119"/>
                      <a:pt x="12907" y="11531"/>
                    </a:cubicBezTo>
                    <a:cubicBezTo>
                      <a:pt x="12717" y="10942"/>
                      <a:pt x="14245" y="9997"/>
                      <a:pt x="14432" y="8932"/>
                    </a:cubicBezTo>
                    <a:cubicBezTo>
                      <a:pt x="14618" y="7867"/>
                      <a:pt x="13714" y="6498"/>
                      <a:pt x="13322" y="5886"/>
                    </a:cubicBezTo>
                    <a:cubicBezTo>
                      <a:pt x="12929" y="5272"/>
                      <a:pt x="14441" y="3412"/>
                      <a:pt x="12966" y="2734"/>
                    </a:cubicBezTo>
                    <a:cubicBezTo>
                      <a:pt x="11453" y="2037"/>
                      <a:pt x="9409" y="586"/>
                      <a:pt x="9409" y="586"/>
                    </a:cubicBezTo>
                    <a:cubicBezTo>
                      <a:pt x="9409" y="586"/>
                      <a:pt x="8128" y="0"/>
                      <a:pt x="641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7"/>
              <p:cNvSpPr/>
              <p:nvPr/>
            </p:nvSpPr>
            <p:spPr>
              <a:xfrm>
                <a:off x="5326175" y="2345200"/>
                <a:ext cx="89800" cy="150650"/>
              </a:xfrm>
              <a:custGeom>
                <a:rect b="b" l="l" r="r" t="t"/>
                <a:pathLst>
                  <a:path extrusionOk="0" h="6026" w="3592">
                    <a:moveTo>
                      <a:pt x="1113" y="1"/>
                    </a:moveTo>
                    <a:cubicBezTo>
                      <a:pt x="0" y="1433"/>
                      <a:pt x="849" y="6026"/>
                      <a:pt x="849" y="6026"/>
                    </a:cubicBezTo>
                    <a:cubicBezTo>
                      <a:pt x="849" y="6026"/>
                      <a:pt x="3591" y="5921"/>
                      <a:pt x="3404" y="4540"/>
                    </a:cubicBezTo>
                    <a:cubicBezTo>
                      <a:pt x="3216" y="3160"/>
                      <a:pt x="1113" y="1"/>
                      <a:pt x="111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7"/>
              <p:cNvSpPr/>
              <p:nvPr/>
            </p:nvSpPr>
            <p:spPr>
              <a:xfrm>
                <a:off x="5117050" y="2676900"/>
                <a:ext cx="242325" cy="76575"/>
              </a:xfrm>
              <a:custGeom>
                <a:rect b="b" l="l" r="r" t="t"/>
                <a:pathLst>
                  <a:path extrusionOk="0" h="3063" w="9693">
                    <a:moveTo>
                      <a:pt x="9561" y="1"/>
                    </a:moveTo>
                    <a:cubicBezTo>
                      <a:pt x="9545" y="1"/>
                      <a:pt x="9528" y="6"/>
                      <a:pt x="9510" y="19"/>
                    </a:cubicBezTo>
                    <a:cubicBezTo>
                      <a:pt x="6891" y="1868"/>
                      <a:pt x="3736" y="2869"/>
                      <a:pt x="533" y="2869"/>
                    </a:cubicBezTo>
                    <a:cubicBezTo>
                      <a:pt x="397" y="2869"/>
                      <a:pt x="261" y="2867"/>
                      <a:pt x="125" y="2864"/>
                    </a:cubicBezTo>
                    <a:cubicBezTo>
                      <a:pt x="124" y="2863"/>
                      <a:pt x="123" y="2863"/>
                      <a:pt x="122" y="2863"/>
                    </a:cubicBezTo>
                    <a:cubicBezTo>
                      <a:pt x="1" y="2863"/>
                      <a:pt x="2" y="3054"/>
                      <a:pt x="125" y="3057"/>
                    </a:cubicBezTo>
                    <a:cubicBezTo>
                      <a:pt x="263" y="3061"/>
                      <a:pt x="401" y="3063"/>
                      <a:pt x="538" y="3063"/>
                    </a:cubicBezTo>
                    <a:cubicBezTo>
                      <a:pt x="3771" y="3063"/>
                      <a:pt x="6965" y="2053"/>
                      <a:pt x="9609" y="186"/>
                    </a:cubicBezTo>
                    <a:cubicBezTo>
                      <a:pt x="9692" y="126"/>
                      <a:pt x="9640" y="1"/>
                      <a:pt x="95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7"/>
              <p:cNvSpPr/>
              <p:nvPr/>
            </p:nvSpPr>
            <p:spPr>
              <a:xfrm>
                <a:off x="5119900" y="2391800"/>
                <a:ext cx="213800" cy="29675"/>
              </a:xfrm>
              <a:custGeom>
                <a:rect b="b" l="l" r="r" t="t"/>
                <a:pathLst>
                  <a:path extrusionOk="0" h="1187" w="8552">
                    <a:moveTo>
                      <a:pt x="147" y="1"/>
                    </a:moveTo>
                    <a:cubicBezTo>
                      <a:pt x="49" y="1"/>
                      <a:pt x="0" y="152"/>
                      <a:pt x="108" y="190"/>
                    </a:cubicBezTo>
                    <a:cubicBezTo>
                      <a:pt x="1714" y="742"/>
                      <a:pt x="3391" y="1072"/>
                      <a:pt x="5088" y="1147"/>
                    </a:cubicBezTo>
                    <a:cubicBezTo>
                      <a:pt x="5402" y="1161"/>
                      <a:pt x="5775" y="1187"/>
                      <a:pt x="6159" y="1187"/>
                    </a:cubicBezTo>
                    <a:cubicBezTo>
                      <a:pt x="7090" y="1187"/>
                      <a:pt x="8093" y="1038"/>
                      <a:pt x="8514" y="224"/>
                    </a:cubicBezTo>
                    <a:cubicBezTo>
                      <a:pt x="8552" y="151"/>
                      <a:pt x="8488" y="95"/>
                      <a:pt x="8423" y="95"/>
                    </a:cubicBezTo>
                    <a:cubicBezTo>
                      <a:pt x="8388" y="95"/>
                      <a:pt x="8353" y="111"/>
                      <a:pt x="8333" y="150"/>
                    </a:cubicBezTo>
                    <a:cubicBezTo>
                      <a:pt x="8033" y="729"/>
                      <a:pt x="7352" y="890"/>
                      <a:pt x="6753" y="942"/>
                    </a:cubicBezTo>
                    <a:cubicBezTo>
                      <a:pt x="6471" y="968"/>
                      <a:pt x="6186" y="978"/>
                      <a:pt x="5901" y="978"/>
                    </a:cubicBezTo>
                    <a:cubicBezTo>
                      <a:pt x="5472" y="978"/>
                      <a:pt x="5041" y="955"/>
                      <a:pt x="4617" y="924"/>
                    </a:cubicBezTo>
                    <a:cubicBezTo>
                      <a:pt x="3105" y="812"/>
                      <a:pt x="1614" y="501"/>
                      <a:pt x="181" y="7"/>
                    </a:cubicBezTo>
                    <a:cubicBezTo>
                      <a:pt x="169" y="3"/>
                      <a:pt x="158" y="1"/>
                      <a:pt x="147"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7"/>
              <p:cNvSpPr/>
              <p:nvPr/>
            </p:nvSpPr>
            <p:spPr>
              <a:xfrm>
                <a:off x="5155150" y="2544025"/>
                <a:ext cx="176625" cy="18375"/>
              </a:xfrm>
              <a:custGeom>
                <a:rect b="b" l="l" r="r" t="t"/>
                <a:pathLst>
                  <a:path extrusionOk="0" h="735" w="7065">
                    <a:moveTo>
                      <a:pt x="4867" y="0"/>
                    </a:moveTo>
                    <a:cubicBezTo>
                      <a:pt x="3270" y="0"/>
                      <a:pt x="1676" y="180"/>
                      <a:pt x="115" y="538"/>
                    </a:cubicBezTo>
                    <a:cubicBezTo>
                      <a:pt x="1" y="564"/>
                      <a:pt x="19" y="734"/>
                      <a:pt x="121" y="734"/>
                    </a:cubicBezTo>
                    <a:cubicBezTo>
                      <a:pt x="129" y="734"/>
                      <a:pt x="137" y="733"/>
                      <a:pt x="145" y="732"/>
                    </a:cubicBezTo>
                    <a:cubicBezTo>
                      <a:pt x="1697" y="376"/>
                      <a:pt x="3281" y="197"/>
                      <a:pt x="4868" y="197"/>
                    </a:cubicBezTo>
                    <a:cubicBezTo>
                      <a:pt x="5552" y="197"/>
                      <a:pt x="6237" y="230"/>
                      <a:pt x="6920" y="297"/>
                    </a:cubicBezTo>
                    <a:cubicBezTo>
                      <a:pt x="6924" y="297"/>
                      <a:pt x="6928" y="297"/>
                      <a:pt x="6931" y="297"/>
                    </a:cubicBezTo>
                    <a:cubicBezTo>
                      <a:pt x="7047" y="297"/>
                      <a:pt x="7064" y="113"/>
                      <a:pt x="6942" y="102"/>
                    </a:cubicBezTo>
                    <a:cubicBezTo>
                      <a:pt x="6252" y="34"/>
                      <a:pt x="5559" y="0"/>
                      <a:pt x="4867"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7"/>
              <p:cNvSpPr/>
              <p:nvPr/>
            </p:nvSpPr>
            <p:spPr>
              <a:xfrm>
                <a:off x="5056525" y="2385150"/>
                <a:ext cx="87350" cy="391575"/>
              </a:xfrm>
              <a:custGeom>
                <a:rect b="b" l="l" r="r" t="t"/>
                <a:pathLst>
                  <a:path extrusionOk="0" h="15663" w="3494">
                    <a:moveTo>
                      <a:pt x="811" y="0"/>
                    </a:moveTo>
                    <a:cubicBezTo>
                      <a:pt x="757" y="0"/>
                      <a:pt x="697" y="41"/>
                      <a:pt x="699" y="111"/>
                    </a:cubicBezTo>
                    <a:cubicBezTo>
                      <a:pt x="742" y="1307"/>
                      <a:pt x="1596" y="2369"/>
                      <a:pt x="2113" y="3403"/>
                    </a:cubicBezTo>
                    <a:cubicBezTo>
                      <a:pt x="2630" y="4439"/>
                      <a:pt x="3057" y="5535"/>
                      <a:pt x="3180" y="6695"/>
                    </a:cubicBezTo>
                    <a:cubicBezTo>
                      <a:pt x="3308" y="7908"/>
                      <a:pt x="3019" y="9044"/>
                      <a:pt x="2482" y="10128"/>
                    </a:cubicBezTo>
                    <a:cubicBezTo>
                      <a:pt x="1983" y="11135"/>
                      <a:pt x="1374" y="12093"/>
                      <a:pt x="788" y="13051"/>
                    </a:cubicBezTo>
                    <a:cubicBezTo>
                      <a:pt x="301" y="13850"/>
                      <a:pt x="1" y="14632"/>
                      <a:pt x="101" y="15582"/>
                    </a:cubicBezTo>
                    <a:cubicBezTo>
                      <a:pt x="107" y="15637"/>
                      <a:pt x="148" y="15662"/>
                      <a:pt x="191" y="15662"/>
                    </a:cubicBezTo>
                    <a:cubicBezTo>
                      <a:pt x="245" y="15662"/>
                      <a:pt x="303" y="15622"/>
                      <a:pt x="295" y="15552"/>
                    </a:cubicBezTo>
                    <a:cubicBezTo>
                      <a:pt x="229" y="14931"/>
                      <a:pt x="325" y="14353"/>
                      <a:pt x="598" y="13791"/>
                    </a:cubicBezTo>
                    <a:cubicBezTo>
                      <a:pt x="862" y="13245"/>
                      <a:pt x="1219" y="12746"/>
                      <a:pt x="1523" y="12222"/>
                    </a:cubicBezTo>
                    <a:cubicBezTo>
                      <a:pt x="2068" y="11289"/>
                      <a:pt x="2660" y="10364"/>
                      <a:pt x="3037" y="9345"/>
                    </a:cubicBezTo>
                    <a:cubicBezTo>
                      <a:pt x="3412" y="8331"/>
                      <a:pt x="3494" y="7266"/>
                      <a:pt x="3308" y="6203"/>
                    </a:cubicBezTo>
                    <a:cubicBezTo>
                      <a:pt x="3118" y="5114"/>
                      <a:pt x="2686" y="4086"/>
                      <a:pt x="2182" y="3108"/>
                    </a:cubicBezTo>
                    <a:cubicBezTo>
                      <a:pt x="1694" y="2159"/>
                      <a:pt x="933" y="1184"/>
                      <a:pt x="893" y="80"/>
                    </a:cubicBezTo>
                    <a:cubicBezTo>
                      <a:pt x="891" y="25"/>
                      <a:pt x="853" y="0"/>
                      <a:pt x="8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7"/>
              <p:cNvSpPr/>
              <p:nvPr/>
            </p:nvSpPr>
            <p:spPr>
              <a:xfrm>
                <a:off x="5127200" y="2270625"/>
                <a:ext cx="148300" cy="74600"/>
              </a:xfrm>
              <a:custGeom>
                <a:rect b="b" l="l" r="r" t="t"/>
                <a:pathLst>
                  <a:path extrusionOk="0" h="2984" w="5932">
                    <a:moveTo>
                      <a:pt x="182" y="1"/>
                    </a:moveTo>
                    <a:cubicBezTo>
                      <a:pt x="120" y="11"/>
                      <a:pt x="61" y="20"/>
                      <a:pt x="1" y="29"/>
                    </a:cubicBezTo>
                    <a:lnTo>
                      <a:pt x="2" y="29"/>
                    </a:lnTo>
                    <a:cubicBezTo>
                      <a:pt x="177" y="586"/>
                      <a:pt x="533" y="1076"/>
                      <a:pt x="980" y="1468"/>
                    </a:cubicBezTo>
                    <a:cubicBezTo>
                      <a:pt x="1635" y="2042"/>
                      <a:pt x="2481" y="2515"/>
                      <a:pt x="3299" y="2813"/>
                    </a:cubicBezTo>
                    <a:cubicBezTo>
                      <a:pt x="3588" y="2918"/>
                      <a:pt x="3903" y="2983"/>
                      <a:pt x="4211" y="2983"/>
                    </a:cubicBezTo>
                    <a:cubicBezTo>
                      <a:pt x="4666" y="2983"/>
                      <a:pt x="5107" y="2841"/>
                      <a:pt x="5430" y="2476"/>
                    </a:cubicBezTo>
                    <a:cubicBezTo>
                      <a:pt x="5788" y="2071"/>
                      <a:pt x="5907" y="1561"/>
                      <a:pt x="5932" y="1039"/>
                    </a:cubicBezTo>
                    <a:cubicBezTo>
                      <a:pt x="5868" y="999"/>
                      <a:pt x="5809" y="959"/>
                      <a:pt x="5751" y="921"/>
                    </a:cubicBezTo>
                    <a:cubicBezTo>
                      <a:pt x="5741" y="1437"/>
                      <a:pt x="5644" y="1946"/>
                      <a:pt x="5294" y="2345"/>
                    </a:cubicBezTo>
                    <a:cubicBezTo>
                      <a:pt x="5006" y="2676"/>
                      <a:pt x="4624" y="2798"/>
                      <a:pt x="4226" y="2798"/>
                    </a:cubicBezTo>
                    <a:cubicBezTo>
                      <a:pt x="3860" y="2798"/>
                      <a:pt x="3481" y="2695"/>
                      <a:pt x="3149" y="2554"/>
                    </a:cubicBezTo>
                    <a:cubicBezTo>
                      <a:pt x="1994" y="2064"/>
                      <a:pt x="586" y="1263"/>
                      <a:pt x="18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7"/>
              <p:cNvSpPr/>
              <p:nvPr/>
            </p:nvSpPr>
            <p:spPr>
              <a:xfrm>
                <a:off x="5876625" y="3135425"/>
                <a:ext cx="133475" cy="121375"/>
              </a:xfrm>
              <a:custGeom>
                <a:rect b="b" l="l" r="r" t="t"/>
                <a:pathLst>
                  <a:path extrusionOk="0" h="4855" w="5339">
                    <a:moveTo>
                      <a:pt x="3115" y="0"/>
                    </a:moveTo>
                    <a:lnTo>
                      <a:pt x="0" y="1056"/>
                    </a:lnTo>
                    <a:lnTo>
                      <a:pt x="3388" y="4854"/>
                    </a:lnTo>
                    <a:cubicBezTo>
                      <a:pt x="4791" y="4649"/>
                      <a:pt x="5338" y="3221"/>
                      <a:pt x="5338" y="3221"/>
                    </a:cubicBezTo>
                    <a:lnTo>
                      <a:pt x="3115" y="0"/>
                    </a:lnTo>
                    <a:close/>
                  </a:path>
                </a:pathLst>
              </a:custGeom>
              <a:solidFill>
                <a:srgbClr val="925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7"/>
              <p:cNvSpPr/>
              <p:nvPr/>
            </p:nvSpPr>
            <p:spPr>
              <a:xfrm>
                <a:off x="5927975" y="3185325"/>
                <a:ext cx="260275" cy="156900"/>
              </a:xfrm>
              <a:custGeom>
                <a:rect b="b" l="l" r="r" t="t"/>
                <a:pathLst>
                  <a:path extrusionOk="0" h="6276" w="10411">
                    <a:moveTo>
                      <a:pt x="8478" y="1"/>
                    </a:moveTo>
                    <a:cubicBezTo>
                      <a:pt x="8414" y="1"/>
                      <a:pt x="8348" y="3"/>
                      <a:pt x="8281" y="8"/>
                    </a:cubicBezTo>
                    <a:cubicBezTo>
                      <a:pt x="7925" y="34"/>
                      <a:pt x="7625" y="116"/>
                      <a:pt x="7356" y="229"/>
                    </a:cubicBezTo>
                    <a:cubicBezTo>
                      <a:pt x="6517" y="581"/>
                      <a:pt x="6020" y="1213"/>
                      <a:pt x="5279" y="1213"/>
                    </a:cubicBezTo>
                    <a:cubicBezTo>
                      <a:pt x="5247" y="1213"/>
                      <a:pt x="5216" y="1212"/>
                      <a:pt x="5184" y="1210"/>
                    </a:cubicBezTo>
                    <a:cubicBezTo>
                      <a:pt x="4168" y="1136"/>
                      <a:pt x="4353" y="178"/>
                      <a:pt x="3666" y="178"/>
                    </a:cubicBezTo>
                    <a:cubicBezTo>
                      <a:pt x="3652" y="178"/>
                      <a:pt x="3637" y="178"/>
                      <a:pt x="3622" y="179"/>
                    </a:cubicBezTo>
                    <a:cubicBezTo>
                      <a:pt x="2881" y="220"/>
                      <a:pt x="2780" y="1771"/>
                      <a:pt x="2780" y="1771"/>
                    </a:cubicBezTo>
                    <a:cubicBezTo>
                      <a:pt x="2780" y="1771"/>
                      <a:pt x="2096" y="2571"/>
                      <a:pt x="1273" y="2571"/>
                    </a:cubicBezTo>
                    <a:cubicBezTo>
                      <a:pt x="1090" y="2571"/>
                      <a:pt x="900" y="2532"/>
                      <a:pt x="709" y="2434"/>
                    </a:cubicBezTo>
                    <a:cubicBezTo>
                      <a:pt x="708" y="2434"/>
                      <a:pt x="707" y="2434"/>
                      <a:pt x="706" y="2434"/>
                    </a:cubicBezTo>
                    <a:cubicBezTo>
                      <a:pt x="0" y="2434"/>
                      <a:pt x="1470" y="4693"/>
                      <a:pt x="2203" y="5754"/>
                    </a:cubicBezTo>
                    <a:cubicBezTo>
                      <a:pt x="2240" y="5808"/>
                      <a:pt x="2272" y="5864"/>
                      <a:pt x="2309" y="5919"/>
                    </a:cubicBezTo>
                    <a:cubicBezTo>
                      <a:pt x="2391" y="6044"/>
                      <a:pt x="2478" y="6163"/>
                      <a:pt x="2569" y="6275"/>
                    </a:cubicBezTo>
                    <a:lnTo>
                      <a:pt x="10410" y="1068"/>
                    </a:lnTo>
                    <a:cubicBezTo>
                      <a:pt x="10410" y="1068"/>
                      <a:pt x="10283" y="826"/>
                      <a:pt x="10005" y="572"/>
                    </a:cubicBezTo>
                    <a:cubicBezTo>
                      <a:pt x="9695" y="294"/>
                      <a:pt x="9199" y="1"/>
                      <a:pt x="847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7"/>
              <p:cNvSpPr/>
              <p:nvPr/>
            </p:nvSpPr>
            <p:spPr>
              <a:xfrm>
                <a:off x="5950950" y="3274775"/>
                <a:ext cx="86925" cy="26500"/>
              </a:xfrm>
              <a:custGeom>
                <a:rect b="b" l="l" r="r" t="t"/>
                <a:pathLst>
                  <a:path extrusionOk="0" h="1060" w="3477">
                    <a:moveTo>
                      <a:pt x="806" y="0"/>
                    </a:moveTo>
                    <a:cubicBezTo>
                      <a:pt x="576" y="0"/>
                      <a:pt x="345" y="19"/>
                      <a:pt x="114" y="56"/>
                    </a:cubicBezTo>
                    <a:cubicBezTo>
                      <a:pt x="1" y="75"/>
                      <a:pt x="41" y="239"/>
                      <a:pt x="147" y="239"/>
                    </a:cubicBezTo>
                    <a:cubicBezTo>
                      <a:pt x="153" y="239"/>
                      <a:pt x="158" y="239"/>
                      <a:pt x="165" y="238"/>
                    </a:cubicBezTo>
                    <a:cubicBezTo>
                      <a:pt x="379" y="203"/>
                      <a:pt x="594" y="186"/>
                      <a:pt x="807" y="186"/>
                    </a:cubicBezTo>
                    <a:cubicBezTo>
                      <a:pt x="1705" y="186"/>
                      <a:pt x="2581" y="486"/>
                      <a:pt x="3304" y="1041"/>
                    </a:cubicBezTo>
                    <a:cubicBezTo>
                      <a:pt x="3321" y="1054"/>
                      <a:pt x="3338" y="1059"/>
                      <a:pt x="3353" y="1059"/>
                    </a:cubicBezTo>
                    <a:cubicBezTo>
                      <a:pt x="3427" y="1059"/>
                      <a:pt x="3477" y="938"/>
                      <a:pt x="3398" y="879"/>
                    </a:cubicBezTo>
                    <a:cubicBezTo>
                      <a:pt x="2648" y="301"/>
                      <a:pt x="1737" y="0"/>
                      <a:pt x="8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7"/>
              <p:cNvSpPr/>
              <p:nvPr/>
            </p:nvSpPr>
            <p:spPr>
              <a:xfrm>
                <a:off x="6041950" y="3210825"/>
                <a:ext cx="13675" cy="18950"/>
              </a:xfrm>
              <a:custGeom>
                <a:rect b="b" l="l" r="r" t="t"/>
                <a:pathLst>
                  <a:path extrusionOk="0" h="758" w="547">
                    <a:moveTo>
                      <a:pt x="436" y="1"/>
                    </a:moveTo>
                    <a:cubicBezTo>
                      <a:pt x="425" y="1"/>
                      <a:pt x="413" y="3"/>
                      <a:pt x="401" y="9"/>
                    </a:cubicBezTo>
                    <a:cubicBezTo>
                      <a:pt x="400" y="9"/>
                      <a:pt x="399" y="10"/>
                      <a:pt x="398" y="10"/>
                    </a:cubicBezTo>
                    <a:cubicBezTo>
                      <a:pt x="385" y="17"/>
                      <a:pt x="373" y="19"/>
                      <a:pt x="361" y="21"/>
                    </a:cubicBezTo>
                    <a:cubicBezTo>
                      <a:pt x="201" y="191"/>
                      <a:pt x="83" y="403"/>
                      <a:pt x="18" y="651"/>
                    </a:cubicBezTo>
                    <a:cubicBezTo>
                      <a:pt x="1" y="717"/>
                      <a:pt x="54" y="757"/>
                      <a:pt x="107" y="757"/>
                    </a:cubicBezTo>
                    <a:cubicBezTo>
                      <a:pt x="147" y="757"/>
                      <a:pt x="186" y="736"/>
                      <a:pt x="199" y="687"/>
                    </a:cubicBezTo>
                    <a:cubicBezTo>
                      <a:pt x="253" y="477"/>
                      <a:pt x="355" y="294"/>
                      <a:pt x="493" y="146"/>
                    </a:cubicBezTo>
                    <a:cubicBezTo>
                      <a:pt x="547" y="89"/>
                      <a:pt x="502" y="1"/>
                      <a:pt x="4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7"/>
              <p:cNvSpPr/>
              <p:nvPr/>
            </p:nvSpPr>
            <p:spPr>
              <a:xfrm>
                <a:off x="6051400" y="3210025"/>
                <a:ext cx="13675" cy="18925"/>
              </a:xfrm>
              <a:custGeom>
                <a:rect b="b" l="l" r="r" t="t"/>
                <a:pathLst>
                  <a:path extrusionOk="0" h="757" w="547">
                    <a:moveTo>
                      <a:pt x="436" y="0"/>
                    </a:moveTo>
                    <a:cubicBezTo>
                      <a:pt x="425" y="0"/>
                      <a:pt x="413" y="3"/>
                      <a:pt x="401" y="8"/>
                    </a:cubicBezTo>
                    <a:cubicBezTo>
                      <a:pt x="400" y="9"/>
                      <a:pt x="399" y="9"/>
                      <a:pt x="398" y="10"/>
                    </a:cubicBezTo>
                    <a:cubicBezTo>
                      <a:pt x="385" y="16"/>
                      <a:pt x="373" y="19"/>
                      <a:pt x="361" y="20"/>
                    </a:cubicBezTo>
                    <a:cubicBezTo>
                      <a:pt x="201" y="191"/>
                      <a:pt x="83" y="403"/>
                      <a:pt x="18" y="650"/>
                    </a:cubicBezTo>
                    <a:cubicBezTo>
                      <a:pt x="1" y="716"/>
                      <a:pt x="54" y="756"/>
                      <a:pt x="107" y="756"/>
                    </a:cubicBezTo>
                    <a:cubicBezTo>
                      <a:pt x="147" y="756"/>
                      <a:pt x="186" y="735"/>
                      <a:pt x="199" y="686"/>
                    </a:cubicBezTo>
                    <a:cubicBezTo>
                      <a:pt x="253" y="476"/>
                      <a:pt x="355" y="293"/>
                      <a:pt x="493" y="145"/>
                    </a:cubicBezTo>
                    <a:cubicBezTo>
                      <a:pt x="547" y="88"/>
                      <a:pt x="502" y="0"/>
                      <a:pt x="4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27"/>
              <p:cNvSpPr/>
              <p:nvPr/>
            </p:nvSpPr>
            <p:spPr>
              <a:xfrm>
                <a:off x="6063150" y="3207900"/>
                <a:ext cx="13675" cy="18950"/>
              </a:xfrm>
              <a:custGeom>
                <a:rect b="b" l="l" r="r" t="t"/>
                <a:pathLst>
                  <a:path extrusionOk="0" h="758" w="547">
                    <a:moveTo>
                      <a:pt x="436" y="1"/>
                    </a:moveTo>
                    <a:cubicBezTo>
                      <a:pt x="425" y="1"/>
                      <a:pt x="413" y="3"/>
                      <a:pt x="401" y="9"/>
                    </a:cubicBezTo>
                    <a:cubicBezTo>
                      <a:pt x="400" y="10"/>
                      <a:pt x="399" y="10"/>
                      <a:pt x="398" y="10"/>
                    </a:cubicBezTo>
                    <a:cubicBezTo>
                      <a:pt x="385" y="16"/>
                      <a:pt x="373" y="20"/>
                      <a:pt x="361" y="21"/>
                    </a:cubicBezTo>
                    <a:cubicBezTo>
                      <a:pt x="201" y="192"/>
                      <a:pt x="82" y="403"/>
                      <a:pt x="18" y="651"/>
                    </a:cubicBezTo>
                    <a:cubicBezTo>
                      <a:pt x="1" y="717"/>
                      <a:pt x="54" y="757"/>
                      <a:pt x="107" y="757"/>
                    </a:cubicBezTo>
                    <a:cubicBezTo>
                      <a:pt x="146" y="757"/>
                      <a:pt x="186" y="735"/>
                      <a:pt x="199" y="687"/>
                    </a:cubicBezTo>
                    <a:cubicBezTo>
                      <a:pt x="253" y="476"/>
                      <a:pt x="355" y="293"/>
                      <a:pt x="493" y="146"/>
                    </a:cubicBezTo>
                    <a:cubicBezTo>
                      <a:pt x="547" y="88"/>
                      <a:pt x="502" y="1"/>
                      <a:pt x="4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7"/>
              <p:cNvSpPr/>
              <p:nvPr/>
            </p:nvSpPr>
            <p:spPr>
              <a:xfrm>
                <a:off x="6075400" y="3202400"/>
                <a:ext cx="13675" cy="18925"/>
              </a:xfrm>
              <a:custGeom>
                <a:rect b="b" l="l" r="r" t="t"/>
                <a:pathLst>
                  <a:path extrusionOk="0" h="757" w="547">
                    <a:moveTo>
                      <a:pt x="435" y="0"/>
                    </a:moveTo>
                    <a:cubicBezTo>
                      <a:pt x="424" y="0"/>
                      <a:pt x="412" y="3"/>
                      <a:pt x="400" y="8"/>
                    </a:cubicBezTo>
                    <a:lnTo>
                      <a:pt x="398" y="10"/>
                    </a:lnTo>
                    <a:lnTo>
                      <a:pt x="397" y="10"/>
                    </a:lnTo>
                    <a:cubicBezTo>
                      <a:pt x="384" y="16"/>
                      <a:pt x="372" y="19"/>
                      <a:pt x="360" y="21"/>
                    </a:cubicBezTo>
                    <a:cubicBezTo>
                      <a:pt x="200" y="191"/>
                      <a:pt x="81" y="403"/>
                      <a:pt x="17" y="650"/>
                    </a:cubicBezTo>
                    <a:cubicBezTo>
                      <a:pt x="0" y="717"/>
                      <a:pt x="53" y="757"/>
                      <a:pt x="107" y="757"/>
                    </a:cubicBezTo>
                    <a:cubicBezTo>
                      <a:pt x="146" y="757"/>
                      <a:pt x="186" y="735"/>
                      <a:pt x="198" y="687"/>
                    </a:cubicBezTo>
                    <a:cubicBezTo>
                      <a:pt x="253" y="476"/>
                      <a:pt x="355" y="293"/>
                      <a:pt x="493" y="145"/>
                    </a:cubicBezTo>
                    <a:cubicBezTo>
                      <a:pt x="546" y="88"/>
                      <a:pt x="501" y="0"/>
                      <a:pt x="4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27"/>
              <p:cNvSpPr/>
              <p:nvPr/>
            </p:nvSpPr>
            <p:spPr>
              <a:xfrm>
                <a:off x="6111525" y="3185325"/>
                <a:ext cx="66575" cy="45050"/>
              </a:xfrm>
              <a:custGeom>
                <a:rect b="b" l="l" r="r" t="t"/>
                <a:pathLst>
                  <a:path extrusionOk="0" h="1802" w="2663">
                    <a:moveTo>
                      <a:pt x="1136" y="1"/>
                    </a:moveTo>
                    <a:cubicBezTo>
                      <a:pt x="1072" y="1"/>
                      <a:pt x="1006" y="3"/>
                      <a:pt x="939" y="8"/>
                    </a:cubicBezTo>
                    <a:cubicBezTo>
                      <a:pt x="583" y="34"/>
                      <a:pt x="283" y="116"/>
                      <a:pt x="14" y="229"/>
                    </a:cubicBezTo>
                    <a:cubicBezTo>
                      <a:pt x="1" y="705"/>
                      <a:pt x="158" y="1297"/>
                      <a:pt x="813" y="1801"/>
                    </a:cubicBezTo>
                    <a:lnTo>
                      <a:pt x="2663" y="573"/>
                    </a:lnTo>
                    <a:lnTo>
                      <a:pt x="2662" y="572"/>
                    </a:lnTo>
                    <a:cubicBezTo>
                      <a:pt x="2353" y="294"/>
                      <a:pt x="1857" y="1"/>
                      <a:pt x="11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27"/>
              <p:cNvSpPr/>
              <p:nvPr/>
            </p:nvSpPr>
            <p:spPr>
              <a:xfrm>
                <a:off x="5982950" y="3199650"/>
                <a:ext cx="205300" cy="142575"/>
              </a:xfrm>
              <a:custGeom>
                <a:rect b="b" l="l" r="r" t="t"/>
                <a:pathLst>
                  <a:path extrusionOk="0" h="5703" w="8212">
                    <a:moveTo>
                      <a:pt x="7806" y="0"/>
                    </a:moveTo>
                    <a:lnTo>
                      <a:pt x="1" y="5183"/>
                    </a:lnTo>
                    <a:lnTo>
                      <a:pt x="110" y="5346"/>
                    </a:lnTo>
                    <a:cubicBezTo>
                      <a:pt x="192" y="5471"/>
                      <a:pt x="279" y="5590"/>
                      <a:pt x="370" y="5702"/>
                    </a:cubicBezTo>
                    <a:lnTo>
                      <a:pt x="8211" y="495"/>
                    </a:lnTo>
                    <a:cubicBezTo>
                      <a:pt x="8211" y="495"/>
                      <a:pt x="8084" y="254"/>
                      <a:pt x="78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7"/>
              <p:cNvSpPr/>
              <p:nvPr/>
            </p:nvSpPr>
            <p:spPr>
              <a:xfrm>
                <a:off x="5059325" y="2621900"/>
                <a:ext cx="925025" cy="589975"/>
              </a:xfrm>
              <a:custGeom>
                <a:rect b="b" l="l" r="r" t="t"/>
                <a:pathLst>
                  <a:path extrusionOk="0" h="23599" w="37001">
                    <a:moveTo>
                      <a:pt x="20873" y="0"/>
                    </a:moveTo>
                    <a:cubicBezTo>
                      <a:pt x="20828" y="0"/>
                      <a:pt x="20785" y="3"/>
                      <a:pt x="20743" y="10"/>
                    </a:cubicBezTo>
                    <a:cubicBezTo>
                      <a:pt x="11942" y="1431"/>
                      <a:pt x="6685" y="4545"/>
                      <a:pt x="6685" y="4545"/>
                    </a:cubicBezTo>
                    <a:cubicBezTo>
                      <a:pt x="5819" y="7792"/>
                      <a:pt x="1" y="13040"/>
                      <a:pt x="7425" y="13040"/>
                    </a:cubicBezTo>
                    <a:cubicBezTo>
                      <a:pt x="8567" y="13040"/>
                      <a:pt x="10024" y="12916"/>
                      <a:pt x="11861" y="12641"/>
                    </a:cubicBezTo>
                    <a:cubicBezTo>
                      <a:pt x="16522" y="11573"/>
                      <a:pt x="20529" y="10267"/>
                      <a:pt x="21536" y="10267"/>
                    </a:cubicBezTo>
                    <a:cubicBezTo>
                      <a:pt x="21673" y="10267"/>
                      <a:pt x="21755" y="10291"/>
                      <a:pt x="21775" y="10344"/>
                    </a:cubicBezTo>
                    <a:cubicBezTo>
                      <a:pt x="23736" y="15425"/>
                      <a:pt x="30025" y="19409"/>
                      <a:pt x="33099" y="23599"/>
                    </a:cubicBezTo>
                    <a:lnTo>
                      <a:pt x="37001" y="20747"/>
                    </a:lnTo>
                    <a:cubicBezTo>
                      <a:pt x="37001" y="20747"/>
                      <a:pt x="24405" y="0"/>
                      <a:pt x="208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7"/>
              <p:cNvSpPr/>
              <p:nvPr/>
            </p:nvSpPr>
            <p:spPr>
              <a:xfrm>
                <a:off x="5579825" y="2837200"/>
                <a:ext cx="317175" cy="334700"/>
              </a:xfrm>
              <a:custGeom>
                <a:rect b="b" l="l" r="r" t="t"/>
                <a:pathLst>
                  <a:path extrusionOk="0" h="13388" w="12687">
                    <a:moveTo>
                      <a:pt x="1912" y="1"/>
                    </a:moveTo>
                    <a:cubicBezTo>
                      <a:pt x="1905" y="1"/>
                      <a:pt x="1899" y="1"/>
                      <a:pt x="1892" y="2"/>
                    </a:cubicBezTo>
                    <a:cubicBezTo>
                      <a:pt x="1300" y="84"/>
                      <a:pt x="707" y="166"/>
                      <a:pt x="115" y="248"/>
                    </a:cubicBezTo>
                    <a:cubicBezTo>
                      <a:pt x="0" y="264"/>
                      <a:pt x="42" y="430"/>
                      <a:pt x="150" y="430"/>
                    </a:cubicBezTo>
                    <a:cubicBezTo>
                      <a:pt x="155" y="430"/>
                      <a:pt x="160" y="430"/>
                      <a:pt x="165" y="429"/>
                    </a:cubicBezTo>
                    <a:cubicBezTo>
                      <a:pt x="725" y="351"/>
                      <a:pt x="1285" y="275"/>
                      <a:pt x="1845" y="197"/>
                    </a:cubicBezTo>
                    <a:lnTo>
                      <a:pt x="1845" y="197"/>
                    </a:lnTo>
                    <a:cubicBezTo>
                      <a:pt x="2332" y="2249"/>
                      <a:pt x="3278" y="4176"/>
                      <a:pt x="4597" y="5822"/>
                    </a:cubicBezTo>
                    <a:cubicBezTo>
                      <a:pt x="5292" y="6688"/>
                      <a:pt x="6092" y="7418"/>
                      <a:pt x="6937" y="8131"/>
                    </a:cubicBezTo>
                    <a:cubicBezTo>
                      <a:pt x="7913" y="8955"/>
                      <a:pt x="8820" y="9853"/>
                      <a:pt x="9819" y="10650"/>
                    </a:cubicBezTo>
                    <a:cubicBezTo>
                      <a:pt x="10817" y="11445"/>
                      <a:pt x="11641" y="12415"/>
                      <a:pt x="12492" y="13358"/>
                    </a:cubicBezTo>
                    <a:cubicBezTo>
                      <a:pt x="12511" y="13379"/>
                      <a:pt x="12533" y="13388"/>
                      <a:pt x="12554" y="13388"/>
                    </a:cubicBezTo>
                    <a:cubicBezTo>
                      <a:pt x="12624" y="13388"/>
                      <a:pt x="12687" y="13294"/>
                      <a:pt x="12625" y="13225"/>
                    </a:cubicBezTo>
                    <a:cubicBezTo>
                      <a:pt x="11889" y="12409"/>
                      <a:pt x="11176" y="11563"/>
                      <a:pt x="10344" y="10842"/>
                    </a:cubicBezTo>
                    <a:cubicBezTo>
                      <a:pt x="9897" y="10454"/>
                      <a:pt x="9424" y="10099"/>
                      <a:pt x="8980" y="9708"/>
                    </a:cubicBezTo>
                    <a:cubicBezTo>
                      <a:pt x="8513" y="9296"/>
                      <a:pt x="8060" y="8870"/>
                      <a:pt x="7595" y="8456"/>
                    </a:cubicBezTo>
                    <a:cubicBezTo>
                      <a:pt x="6761" y="7711"/>
                      <a:pt x="5891" y="7029"/>
                      <a:pt x="5148" y="6186"/>
                    </a:cubicBezTo>
                    <a:cubicBezTo>
                      <a:pt x="4426" y="5367"/>
                      <a:pt x="3802" y="4463"/>
                      <a:pt x="3289" y="3499"/>
                    </a:cubicBezTo>
                    <a:cubicBezTo>
                      <a:pt x="2712" y="2416"/>
                      <a:pt x="2284" y="1263"/>
                      <a:pt x="2007" y="68"/>
                    </a:cubicBezTo>
                    <a:cubicBezTo>
                      <a:pt x="1997" y="20"/>
                      <a:pt x="1954" y="1"/>
                      <a:pt x="1912" y="1"/>
                    </a:cubicBezTo>
                    <a:close/>
                  </a:path>
                </a:pathLst>
              </a:custGeom>
              <a:solidFill>
                <a:srgbClr val="AAB3D7">
                  <a:alpha val="61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7"/>
              <p:cNvSpPr/>
              <p:nvPr/>
            </p:nvSpPr>
            <p:spPr>
              <a:xfrm>
                <a:off x="5159250" y="2168025"/>
                <a:ext cx="94775" cy="137575"/>
              </a:xfrm>
              <a:custGeom>
                <a:rect b="b" l="l" r="r" t="t"/>
                <a:pathLst>
                  <a:path extrusionOk="0" h="5503" w="3791">
                    <a:moveTo>
                      <a:pt x="787" y="0"/>
                    </a:moveTo>
                    <a:lnTo>
                      <a:pt x="1" y="3980"/>
                    </a:lnTo>
                    <a:cubicBezTo>
                      <a:pt x="1" y="3980"/>
                      <a:pt x="1082" y="5502"/>
                      <a:pt x="2513" y="5502"/>
                    </a:cubicBezTo>
                    <a:cubicBezTo>
                      <a:pt x="2917" y="5502"/>
                      <a:pt x="3348" y="5381"/>
                      <a:pt x="3791" y="5071"/>
                    </a:cubicBezTo>
                    <a:lnTo>
                      <a:pt x="3653" y="3896"/>
                    </a:lnTo>
                    <a:lnTo>
                      <a:pt x="3502" y="2613"/>
                    </a:lnTo>
                    <a:lnTo>
                      <a:pt x="3395" y="1715"/>
                    </a:lnTo>
                    <a:lnTo>
                      <a:pt x="787" y="0"/>
                    </a:lnTo>
                    <a:close/>
                  </a:path>
                </a:pathLst>
              </a:custGeom>
              <a:solidFill>
                <a:srgbClr val="925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7"/>
              <p:cNvSpPr/>
              <p:nvPr/>
            </p:nvSpPr>
            <p:spPr>
              <a:xfrm>
                <a:off x="5191475" y="2205325"/>
                <a:ext cx="59100" cy="60175"/>
              </a:xfrm>
              <a:custGeom>
                <a:rect b="b" l="l" r="r" t="t"/>
                <a:pathLst>
                  <a:path extrusionOk="0" h="2407" w="2364">
                    <a:moveTo>
                      <a:pt x="1" y="0"/>
                    </a:moveTo>
                    <a:cubicBezTo>
                      <a:pt x="957" y="2136"/>
                      <a:pt x="1886" y="2406"/>
                      <a:pt x="2296" y="2406"/>
                    </a:cubicBezTo>
                    <a:cubicBezTo>
                      <a:pt x="2320" y="2406"/>
                      <a:pt x="2343" y="2405"/>
                      <a:pt x="2364" y="2404"/>
                    </a:cubicBezTo>
                    <a:lnTo>
                      <a:pt x="2213" y="1121"/>
                    </a:ln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7"/>
              <p:cNvSpPr/>
              <p:nvPr/>
            </p:nvSpPr>
            <p:spPr>
              <a:xfrm>
                <a:off x="5132375" y="2055475"/>
                <a:ext cx="180925" cy="183275"/>
              </a:xfrm>
              <a:custGeom>
                <a:rect b="b" l="l" r="r" t="t"/>
                <a:pathLst>
                  <a:path extrusionOk="0" h="7331" w="7237">
                    <a:moveTo>
                      <a:pt x="3732" y="0"/>
                    </a:moveTo>
                    <a:cubicBezTo>
                      <a:pt x="1" y="0"/>
                      <a:pt x="774" y="2610"/>
                      <a:pt x="1045" y="3834"/>
                    </a:cubicBezTo>
                    <a:cubicBezTo>
                      <a:pt x="1245" y="4736"/>
                      <a:pt x="1479" y="5043"/>
                      <a:pt x="2077" y="5946"/>
                    </a:cubicBezTo>
                    <a:cubicBezTo>
                      <a:pt x="2611" y="6751"/>
                      <a:pt x="3588" y="7204"/>
                      <a:pt x="4097" y="7277"/>
                    </a:cubicBezTo>
                    <a:cubicBezTo>
                      <a:pt x="4339" y="7312"/>
                      <a:pt x="4565" y="7330"/>
                      <a:pt x="4774" y="7330"/>
                    </a:cubicBezTo>
                    <a:cubicBezTo>
                      <a:pt x="6169" y="7330"/>
                      <a:pt x="6851" y="6515"/>
                      <a:pt x="6791" y="4310"/>
                    </a:cubicBezTo>
                    <a:cubicBezTo>
                      <a:pt x="6748" y="2735"/>
                      <a:pt x="7236" y="1889"/>
                      <a:pt x="6877" y="1260"/>
                    </a:cubicBezTo>
                    <a:lnTo>
                      <a:pt x="6876" y="1260"/>
                    </a:lnTo>
                    <a:cubicBezTo>
                      <a:pt x="6851" y="1230"/>
                      <a:pt x="6826" y="1200"/>
                      <a:pt x="6800" y="1173"/>
                    </a:cubicBezTo>
                    <a:cubicBezTo>
                      <a:pt x="6193" y="495"/>
                      <a:pt x="5334" y="94"/>
                      <a:pt x="4424" y="27"/>
                    </a:cubicBezTo>
                    <a:cubicBezTo>
                      <a:pt x="4178" y="9"/>
                      <a:pt x="3947" y="0"/>
                      <a:pt x="3732" y="0"/>
                    </a:cubicBezTo>
                    <a:close/>
                  </a:path>
                </a:pathLst>
              </a:custGeom>
              <a:solidFill>
                <a:srgbClr val="925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7"/>
              <p:cNvSpPr/>
              <p:nvPr/>
            </p:nvSpPr>
            <p:spPr>
              <a:xfrm>
                <a:off x="5138200" y="2041000"/>
                <a:ext cx="199500" cy="111675"/>
              </a:xfrm>
              <a:custGeom>
                <a:rect b="b" l="l" r="r" t="t"/>
                <a:pathLst>
                  <a:path extrusionOk="0" h="4467" w="7980">
                    <a:moveTo>
                      <a:pt x="3868" y="0"/>
                    </a:moveTo>
                    <a:cubicBezTo>
                      <a:pt x="2224" y="0"/>
                      <a:pt x="945" y="995"/>
                      <a:pt x="599" y="1696"/>
                    </a:cubicBezTo>
                    <a:cubicBezTo>
                      <a:pt x="140" y="2628"/>
                      <a:pt x="0" y="4178"/>
                      <a:pt x="471" y="4178"/>
                    </a:cubicBezTo>
                    <a:cubicBezTo>
                      <a:pt x="506" y="4178"/>
                      <a:pt x="543" y="4169"/>
                      <a:pt x="584" y="4152"/>
                    </a:cubicBezTo>
                    <a:cubicBezTo>
                      <a:pt x="656" y="4122"/>
                      <a:pt x="733" y="4110"/>
                      <a:pt x="815" y="4110"/>
                    </a:cubicBezTo>
                    <a:cubicBezTo>
                      <a:pt x="1251" y="4110"/>
                      <a:pt x="1813" y="4466"/>
                      <a:pt x="2249" y="4466"/>
                    </a:cubicBezTo>
                    <a:cubicBezTo>
                      <a:pt x="2422" y="4466"/>
                      <a:pt x="2576" y="4409"/>
                      <a:pt x="2694" y="4251"/>
                    </a:cubicBezTo>
                    <a:cubicBezTo>
                      <a:pt x="2955" y="3900"/>
                      <a:pt x="2557" y="2655"/>
                      <a:pt x="2557" y="2655"/>
                    </a:cubicBezTo>
                    <a:lnTo>
                      <a:pt x="2557" y="2655"/>
                    </a:lnTo>
                    <a:cubicBezTo>
                      <a:pt x="2557" y="2655"/>
                      <a:pt x="2795" y="2694"/>
                      <a:pt x="3102" y="2694"/>
                    </a:cubicBezTo>
                    <a:cubicBezTo>
                      <a:pt x="3710" y="2694"/>
                      <a:pt x="4587" y="2541"/>
                      <a:pt x="4431" y="1629"/>
                    </a:cubicBezTo>
                    <a:cubicBezTo>
                      <a:pt x="4431" y="1629"/>
                      <a:pt x="4930" y="1229"/>
                      <a:pt x="5442" y="1229"/>
                    </a:cubicBezTo>
                    <a:cubicBezTo>
                      <a:pt x="5702" y="1229"/>
                      <a:pt x="5965" y="1332"/>
                      <a:pt x="6168" y="1641"/>
                    </a:cubicBezTo>
                    <a:cubicBezTo>
                      <a:pt x="6771" y="2563"/>
                      <a:pt x="6686" y="3230"/>
                      <a:pt x="6686" y="3230"/>
                    </a:cubicBezTo>
                    <a:cubicBezTo>
                      <a:pt x="6701" y="3231"/>
                      <a:pt x="6716" y="3232"/>
                      <a:pt x="6731" y="3232"/>
                    </a:cubicBezTo>
                    <a:cubicBezTo>
                      <a:pt x="7426" y="3232"/>
                      <a:pt x="7979" y="1728"/>
                      <a:pt x="6126" y="643"/>
                    </a:cubicBezTo>
                    <a:cubicBezTo>
                      <a:pt x="5337" y="181"/>
                      <a:pt x="4569" y="0"/>
                      <a:pt x="38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7"/>
              <p:cNvSpPr/>
              <p:nvPr/>
            </p:nvSpPr>
            <p:spPr>
              <a:xfrm>
                <a:off x="5215900" y="2155325"/>
                <a:ext cx="23650" cy="12225"/>
              </a:xfrm>
              <a:custGeom>
                <a:rect b="b" l="l" r="r" t="t"/>
                <a:pathLst>
                  <a:path extrusionOk="0" h="489" w="946">
                    <a:moveTo>
                      <a:pt x="447" y="0"/>
                    </a:moveTo>
                    <a:cubicBezTo>
                      <a:pt x="205" y="0"/>
                      <a:pt x="10" y="99"/>
                      <a:pt x="4" y="228"/>
                    </a:cubicBezTo>
                    <a:cubicBezTo>
                      <a:pt x="0" y="362"/>
                      <a:pt x="206" y="479"/>
                      <a:pt x="463" y="488"/>
                    </a:cubicBezTo>
                    <a:cubicBezTo>
                      <a:pt x="474" y="489"/>
                      <a:pt x="484" y="489"/>
                      <a:pt x="495" y="489"/>
                    </a:cubicBezTo>
                    <a:cubicBezTo>
                      <a:pt x="739" y="489"/>
                      <a:pt x="936" y="391"/>
                      <a:pt x="941" y="262"/>
                    </a:cubicBezTo>
                    <a:cubicBezTo>
                      <a:pt x="945" y="127"/>
                      <a:pt x="739" y="10"/>
                      <a:pt x="481" y="1"/>
                    </a:cubicBezTo>
                    <a:cubicBezTo>
                      <a:pt x="469" y="1"/>
                      <a:pt x="458" y="0"/>
                      <a:pt x="447" y="0"/>
                    </a:cubicBezTo>
                    <a:close/>
                  </a:path>
                </a:pathLst>
              </a:custGeom>
              <a:solidFill>
                <a:srgbClr val="D8524A">
                  <a:alpha val="5062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7"/>
              <p:cNvSpPr/>
              <p:nvPr/>
            </p:nvSpPr>
            <p:spPr>
              <a:xfrm>
                <a:off x="5282675" y="2161175"/>
                <a:ext cx="19600" cy="12250"/>
              </a:xfrm>
              <a:custGeom>
                <a:rect b="b" l="l" r="r" t="t"/>
                <a:pathLst>
                  <a:path extrusionOk="0" h="490" w="784">
                    <a:moveTo>
                      <a:pt x="451" y="1"/>
                    </a:moveTo>
                    <a:cubicBezTo>
                      <a:pt x="207" y="1"/>
                      <a:pt x="10" y="99"/>
                      <a:pt x="5" y="228"/>
                    </a:cubicBezTo>
                    <a:cubicBezTo>
                      <a:pt x="1" y="363"/>
                      <a:pt x="207" y="479"/>
                      <a:pt x="464" y="489"/>
                    </a:cubicBezTo>
                    <a:cubicBezTo>
                      <a:pt x="475" y="489"/>
                      <a:pt x="486" y="489"/>
                      <a:pt x="496" y="489"/>
                    </a:cubicBezTo>
                    <a:cubicBezTo>
                      <a:pt x="605" y="489"/>
                      <a:pt x="705" y="469"/>
                      <a:pt x="782" y="436"/>
                    </a:cubicBezTo>
                    <a:cubicBezTo>
                      <a:pt x="783" y="322"/>
                      <a:pt x="782" y="204"/>
                      <a:pt x="779" y="82"/>
                    </a:cubicBezTo>
                    <a:cubicBezTo>
                      <a:pt x="779" y="77"/>
                      <a:pt x="779" y="73"/>
                      <a:pt x="779" y="68"/>
                    </a:cubicBezTo>
                    <a:cubicBezTo>
                      <a:pt x="699" y="30"/>
                      <a:pt x="596" y="6"/>
                      <a:pt x="482" y="1"/>
                    </a:cubicBezTo>
                    <a:cubicBezTo>
                      <a:pt x="471" y="1"/>
                      <a:pt x="461" y="1"/>
                      <a:pt x="451" y="1"/>
                    </a:cubicBezTo>
                    <a:close/>
                  </a:path>
                </a:pathLst>
              </a:custGeom>
              <a:solidFill>
                <a:srgbClr val="D8524A">
                  <a:alpha val="5062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7"/>
              <p:cNvSpPr/>
              <p:nvPr/>
            </p:nvSpPr>
            <p:spPr>
              <a:xfrm>
                <a:off x="5153675" y="2123025"/>
                <a:ext cx="51475" cy="61825"/>
              </a:xfrm>
              <a:custGeom>
                <a:rect b="b" l="l" r="r" t="t"/>
                <a:pathLst>
                  <a:path extrusionOk="0" h="2473" w="2059">
                    <a:moveTo>
                      <a:pt x="784" y="0"/>
                    </a:moveTo>
                    <a:cubicBezTo>
                      <a:pt x="768" y="0"/>
                      <a:pt x="753" y="1"/>
                      <a:pt x="737" y="3"/>
                    </a:cubicBezTo>
                    <a:cubicBezTo>
                      <a:pt x="98" y="66"/>
                      <a:pt x="0" y="629"/>
                      <a:pt x="41" y="1209"/>
                    </a:cubicBezTo>
                    <a:cubicBezTo>
                      <a:pt x="79" y="1755"/>
                      <a:pt x="394" y="2473"/>
                      <a:pt x="1102" y="2473"/>
                    </a:cubicBezTo>
                    <a:cubicBezTo>
                      <a:pt x="1143" y="2473"/>
                      <a:pt x="1186" y="2470"/>
                      <a:pt x="1230" y="2465"/>
                    </a:cubicBezTo>
                    <a:cubicBezTo>
                      <a:pt x="1630" y="2419"/>
                      <a:pt x="1836" y="2175"/>
                      <a:pt x="1936" y="1911"/>
                    </a:cubicBezTo>
                    <a:cubicBezTo>
                      <a:pt x="2059" y="1589"/>
                      <a:pt x="2011" y="1227"/>
                      <a:pt x="1834" y="933"/>
                    </a:cubicBezTo>
                    <a:cubicBezTo>
                      <a:pt x="1611" y="564"/>
                      <a:pt x="1203" y="0"/>
                      <a:pt x="784" y="0"/>
                    </a:cubicBezTo>
                    <a:close/>
                  </a:path>
                </a:pathLst>
              </a:custGeom>
              <a:solidFill>
                <a:srgbClr val="925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27"/>
              <p:cNvSpPr/>
              <p:nvPr/>
            </p:nvSpPr>
            <p:spPr>
              <a:xfrm>
                <a:off x="5142825" y="2173500"/>
                <a:ext cx="41575" cy="40650"/>
              </a:xfrm>
              <a:custGeom>
                <a:rect b="b" l="l" r="r" t="t"/>
                <a:pathLst>
                  <a:path extrusionOk="0" h="1626" w="1663">
                    <a:moveTo>
                      <a:pt x="830" y="184"/>
                    </a:moveTo>
                    <a:cubicBezTo>
                      <a:pt x="839" y="184"/>
                      <a:pt x="849" y="184"/>
                      <a:pt x="858" y="184"/>
                    </a:cubicBezTo>
                    <a:cubicBezTo>
                      <a:pt x="1205" y="199"/>
                      <a:pt x="1476" y="493"/>
                      <a:pt x="1461" y="840"/>
                    </a:cubicBezTo>
                    <a:cubicBezTo>
                      <a:pt x="1446" y="1178"/>
                      <a:pt x="1166" y="1444"/>
                      <a:pt x="831" y="1444"/>
                    </a:cubicBezTo>
                    <a:cubicBezTo>
                      <a:pt x="822" y="1444"/>
                      <a:pt x="813" y="1443"/>
                      <a:pt x="803" y="1443"/>
                    </a:cubicBezTo>
                    <a:cubicBezTo>
                      <a:pt x="457" y="1428"/>
                      <a:pt x="187" y="1133"/>
                      <a:pt x="202" y="786"/>
                    </a:cubicBezTo>
                    <a:cubicBezTo>
                      <a:pt x="217" y="448"/>
                      <a:pt x="496" y="184"/>
                      <a:pt x="830" y="184"/>
                    </a:cubicBezTo>
                    <a:close/>
                    <a:moveTo>
                      <a:pt x="831" y="1"/>
                    </a:moveTo>
                    <a:cubicBezTo>
                      <a:pt x="399" y="1"/>
                      <a:pt x="38" y="342"/>
                      <a:pt x="19" y="778"/>
                    </a:cubicBezTo>
                    <a:cubicBezTo>
                      <a:pt x="0" y="1226"/>
                      <a:pt x="348" y="1606"/>
                      <a:pt x="796" y="1625"/>
                    </a:cubicBezTo>
                    <a:cubicBezTo>
                      <a:pt x="808" y="1625"/>
                      <a:pt x="820" y="1626"/>
                      <a:pt x="832" y="1626"/>
                    </a:cubicBezTo>
                    <a:cubicBezTo>
                      <a:pt x="1264" y="1626"/>
                      <a:pt x="1624" y="1284"/>
                      <a:pt x="1642" y="849"/>
                    </a:cubicBezTo>
                    <a:cubicBezTo>
                      <a:pt x="1662" y="401"/>
                      <a:pt x="1314" y="21"/>
                      <a:pt x="867" y="1"/>
                    </a:cubicBezTo>
                    <a:cubicBezTo>
                      <a:pt x="855" y="1"/>
                      <a:pt x="843" y="1"/>
                      <a:pt x="83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7"/>
              <p:cNvSpPr/>
              <p:nvPr/>
            </p:nvSpPr>
            <p:spPr>
              <a:xfrm>
                <a:off x="5164475" y="2134625"/>
                <a:ext cx="22375" cy="34700"/>
              </a:xfrm>
              <a:custGeom>
                <a:rect b="b" l="l" r="r" t="t"/>
                <a:pathLst>
                  <a:path extrusionOk="0" h="1388" w="895">
                    <a:moveTo>
                      <a:pt x="199" y="1"/>
                    </a:moveTo>
                    <a:cubicBezTo>
                      <a:pt x="161" y="1"/>
                      <a:pt x="122" y="6"/>
                      <a:pt x="82" y="16"/>
                    </a:cubicBezTo>
                    <a:cubicBezTo>
                      <a:pt x="0" y="37"/>
                      <a:pt x="37" y="152"/>
                      <a:pt x="113" y="152"/>
                    </a:cubicBezTo>
                    <a:cubicBezTo>
                      <a:pt x="120" y="152"/>
                      <a:pt x="126" y="152"/>
                      <a:pt x="133" y="150"/>
                    </a:cubicBezTo>
                    <a:cubicBezTo>
                      <a:pt x="159" y="143"/>
                      <a:pt x="185" y="140"/>
                      <a:pt x="209" y="140"/>
                    </a:cubicBezTo>
                    <a:cubicBezTo>
                      <a:pt x="437" y="140"/>
                      <a:pt x="612" y="408"/>
                      <a:pt x="671" y="595"/>
                    </a:cubicBezTo>
                    <a:cubicBezTo>
                      <a:pt x="745" y="827"/>
                      <a:pt x="714" y="1072"/>
                      <a:pt x="669" y="1306"/>
                    </a:cubicBezTo>
                    <a:cubicBezTo>
                      <a:pt x="659" y="1357"/>
                      <a:pt x="700" y="1388"/>
                      <a:pt x="741" y="1388"/>
                    </a:cubicBezTo>
                    <a:cubicBezTo>
                      <a:pt x="772" y="1388"/>
                      <a:pt x="803" y="1370"/>
                      <a:pt x="810" y="1331"/>
                    </a:cubicBezTo>
                    <a:cubicBezTo>
                      <a:pt x="876" y="991"/>
                      <a:pt x="895" y="624"/>
                      <a:pt x="701" y="322"/>
                    </a:cubicBezTo>
                    <a:cubicBezTo>
                      <a:pt x="586" y="144"/>
                      <a:pt x="406" y="1"/>
                      <a:pt x="1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7"/>
              <p:cNvSpPr/>
              <p:nvPr/>
            </p:nvSpPr>
            <p:spPr>
              <a:xfrm>
                <a:off x="5219650" y="2126975"/>
                <a:ext cx="42800" cy="48600"/>
              </a:xfrm>
              <a:custGeom>
                <a:rect b="b" l="l" r="r" t="t"/>
                <a:pathLst>
                  <a:path extrusionOk="0" h="1944" w="1712">
                    <a:moveTo>
                      <a:pt x="853" y="147"/>
                    </a:moveTo>
                    <a:cubicBezTo>
                      <a:pt x="1032" y="147"/>
                      <a:pt x="1203" y="226"/>
                      <a:pt x="1335" y="373"/>
                    </a:cubicBezTo>
                    <a:cubicBezTo>
                      <a:pt x="1475" y="526"/>
                      <a:pt x="1553" y="733"/>
                      <a:pt x="1559" y="955"/>
                    </a:cubicBezTo>
                    <a:cubicBezTo>
                      <a:pt x="1564" y="1178"/>
                      <a:pt x="1495" y="1388"/>
                      <a:pt x="1364" y="1548"/>
                    </a:cubicBezTo>
                    <a:cubicBezTo>
                      <a:pt x="1236" y="1705"/>
                      <a:pt x="1064" y="1793"/>
                      <a:pt x="879" y="1798"/>
                    </a:cubicBezTo>
                    <a:cubicBezTo>
                      <a:pt x="874" y="1798"/>
                      <a:pt x="869" y="1798"/>
                      <a:pt x="864" y="1798"/>
                    </a:cubicBezTo>
                    <a:cubicBezTo>
                      <a:pt x="684" y="1798"/>
                      <a:pt x="514" y="1718"/>
                      <a:pt x="382" y="1572"/>
                    </a:cubicBezTo>
                    <a:cubicBezTo>
                      <a:pt x="243" y="1419"/>
                      <a:pt x="164" y="1212"/>
                      <a:pt x="159" y="989"/>
                    </a:cubicBezTo>
                    <a:cubicBezTo>
                      <a:pt x="148" y="535"/>
                      <a:pt x="453" y="158"/>
                      <a:pt x="838" y="147"/>
                    </a:cubicBezTo>
                    <a:cubicBezTo>
                      <a:pt x="843" y="147"/>
                      <a:pt x="848" y="147"/>
                      <a:pt x="853" y="147"/>
                    </a:cubicBezTo>
                    <a:close/>
                    <a:moveTo>
                      <a:pt x="853" y="1"/>
                    </a:moveTo>
                    <a:cubicBezTo>
                      <a:pt x="847" y="1"/>
                      <a:pt x="841" y="1"/>
                      <a:pt x="835" y="1"/>
                    </a:cubicBezTo>
                    <a:cubicBezTo>
                      <a:pt x="368" y="12"/>
                      <a:pt x="0" y="458"/>
                      <a:pt x="13" y="994"/>
                    </a:cubicBezTo>
                    <a:cubicBezTo>
                      <a:pt x="19" y="1251"/>
                      <a:pt x="112" y="1491"/>
                      <a:pt x="274" y="1670"/>
                    </a:cubicBezTo>
                    <a:cubicBezTo>
                      <a:pt x="434" y="1848"/>
                      <a:pt x="643" y="1944"/>
                      <a:pt x="865" y="1944"/>
                    </a:cubicBezTo>
                    <a:cubicBezTo>
                      <a:pt x="871" y="1944"/>
                      <a:pt x="877" y="1944"/>
                      <a:pt x="883" y="1943"/>
                    </a:cubicBezTo>
                    <a:cubicBezTo>
                      <a:pt x="904" y="1943"/>
                      <a:pt x="925" y="1942"/>
                      <a:pt x="945" y="1940"/>
                    </a:cubicBezTo>
                    <a:lnTo>
                      <a:pt x="945" y="1939"/>
                    </a:lnTo>
                    <a:cubicBezTo>
                      <a:pt x="1149" y="1917"/>
                      <a:pt x="1337" y="1813"/>
                      <a:pt x="1478" y="1640"/>
                    </a:cubicBezTo>
                    <a:cubicBezTo>
                      <a:pt x="1630" y="1454"/>
                      <a:pt x="1711" y="1209"/>
                      <a:pt x="1705" y="952"/>
                    </a:cubicBezTo>
                    <a:cubicBezTo>
                      <a:pt x="1698" y="695"/>
                      <a:pt x="1606" y="454"/>
                      <a:pt x="1444" y="275"/>
                    </a:cubicBezTo>
                    <a:cubicBezTo>
                      <a:pt x="1284" y="98"/>
                      <a:pt x="1074" y="1"/>
                      <a:pt x="85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7"/>
              <p:cNvSpPr/>
              <p:nvPr/>
            </p:nvSpPr>
            <p:spPr>
              <a:xfrm>
                <a:off x="5268050" y="2132675"/>
                <a:ext cx="42800" cy="48600"/>
              </a:xfrm>
              <a:custGeom>
                <a:rect b="b" l="l" r="r" t="t"/>
                <a:pathLst>
                  <a:path extrusionOk="0" h="1944" w="1712">
                    <a:moveTo>
                      <a:pt x="854" y="147"/>
                    </a:moveTo>
                    <a:cubicBezTo>
                      <a:pt x="1034" y="147"/>
                      <a:pt x="1205" y="226"/>
                      <a:pt x="1337" y="372"/>
                    </a:cubicBezTo>
                    <a:cubicBezTo>
                      <a:pt x="1475" y="526"/>
                      <a:pt x="1554" y="732"/>
                      <a:pt x="1560" y="955"/>
                    </a:cubicBezTo>
                    <a:cubicBezTo>
                      <a:pt x="1565" y="1178"/>
                      <a:pt x="1496" y="1388"/>
                      <a:pt x="1366" y="1548"/>
                    </a:cubicBezTo>
                    <a:cubicBezTo>
                      <a:pt x="1238" y="1704"/>
                      <a:pt x="1065" y="1793"/>
                      <a:pt x="881" y="1798"/>
                    </a:cubicBezTo>
                    <a:cubicBezTo>
                      <a:pt x="876" y="1798"/>
                      <a:pt x="871" y="1798"/>
                      <a:pt x="866" y="1798"/>
                    </a:cubicBezTo>
                    <a:cubicBezTo>
                      <a:pt x="686" y="1798"/>
                      <a:pt x="516" y="1718"/>
                      <a:pt x="383" y="1572"/>
                    </a:cubicBezTo>
                    <a:cubicBezTo>
                      <a:pt x="245" y="1419"/>
                      <a:pt x="165" y="1212"/>
                      <a:pt x="160" y="989"/>
                    </a:cubicBezTo>
                    <a:cubicBezTo>
                      <a:pt x="149" y="535"/>
                      <a:pt x="453" y="157"/>
                      <a:pt x="840" y="147"/>
                    </a:cubicBezTo>
                    <a:cubicBezTo>
                      <a:pt x="845" y="147"/>
                      <a:pt x="850" y="147"/>
                      <a:pt x="854" y="147"/>
                    </a:cubicBezTo>
                    <a:close/>
                    <a:moveTo>
                      <a:pt x="855" y="1"/>
                    </a:moveTo>
                    <a:cubicBezTo>
                      <a:pt x="849" y="1"/>
                      <a:pt x="843" y="1"/>
                      <a:pt x="837" y="1"/>
                    </a:cubicBezTo>
                    <a:cubicBezTo>
                      <a:pt x="370" y="12"/>
                      <a:pt x="1" y="458"/>
                      <a:pt x="14" y="992"/>
                    </a:cubicBezTo>
                    <a:cubicBezTo>
                      <a:pt x="15" y="1033"/>
                      <a:pt x="18" y="1071"/>
                      <a:pt x="24" y="1110"/>
                    </a:cubicBezTo>
                    <a:cubicBezTo>
                      <a:pt x="32" y="1107"/>
                      <a:pt x="41" y="1106"/>
                      <a:pt x="49" y="1106"/>
                    </a:cubicBezTo>
                    <a:cubicBezTo>
                      <a:pt x="65" y="1106"/>
                      <a:pt x="81" y="1111"/>
                      <a:pt x="95" y="1121"/>
                    </a:cubicBezTo>
                    <a:cubicBezTo>
                      <a:pt x="207" y="1205"/>
                      <a:pt x="250" y="1377"/>
                      <a:pt x="144" y="1484"/>
                    </a:cubicBezTo>
                    <a:cubicBezTo>
                      <a:pt x="181" y="1551"/>
                      <a:pt x="224" y="1614"/>
                      <a:pt x="275" y="1669"/>
                    </a:cubicBezTo>
                    <a:cubicBezTo>
                      <a:pt x="435" y="1846"/>
                      <a:pt x="644" y="1944"/>
                      <a:pt x="866" y="1944"/>
                    </a:cubicBezTo>
                    <a:cubicBezTo>
                      <a:pt x="872" y="1944"/>
                      <a:pt x="878" y="1943"/>
                      <a:pt x="884" y="1943"/>
                    </a:cubicBezTo>
                    <a:cubicBezTo>
                      <a:pt x="905" y="1943"/>
                      <a:pt x="925" y="1941"/>
                      <a:pt x="946" y="1939"/>
                    </a:cubicBezTo>
                    <a:cubicBezTo>
                      <a:pt x="1151" y="1917"/>
                      <a:pt x="1337" y="1813"/>
                      <a:pt x="1479" y="1640"/>
                    </a:cubicBezTo>
                    <a:cubicBezTo>
                      <a:pt x="1632" y="1454"/>
                      <a:pt x="1712" y="1209"/>
                      <a:pt x="1707" y="951"/>
                    </a:cubicBezTo>
                    <a:cubicBezTo>
                      <a:pt x="1700" y="693"/>
                      <a:pt x="1607" y="453"/>
                      <a:pt x="1446" y="275"/>
                    </a:cubicBezTo>
                    <a:cubicBezTo>
                      <a:pt x="1285" y="97"/>
                      <a:pt x="1076" y="1"/>
                      <a:pt x="85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27"/>
              <p:cNvSpPr/>
              <p:nvPr/>
            </p:nvSpPr>
            <p:spPr>
              <a:xfrm>
                <a:off x="5262125" y="2149750"/>
                <a:ext cx="12725" cy="23575"/>
              </a:xfrm>
              <a:custGeom>
                <a:rect b="b" l="l" r="r" t="t"/>
                <a:pathLst>
                  <a:path extrusionOk="0" h="943" w="509">
                    <a:moveTo>
                      <a:pt x="71" y="1"/>
                    </a:moveTo>
                    <a:cubicBezTo>
                      <a:pt x="65" y="1"/>
                      <a:pt x="58" y="2"/>
                      <a:pt x="52" y="4"/>
                    </a:cubicBezTo>
                    <a:cubicBezTo>
                      <a:pt x="18" y="14"/>
                      <a:pt x="0" y="49"/>
                      <a:pt x="10" y="82"/>
                    </a:cubicBezTo>
                    <a:lnTo>
                      <a:pt x="106" y="390"/>
                    </a:lnTo>
                    <a:cubicBezTo>
                      <a:pt x="114" y="413"/>
                      <a:pt x="133" y="430"/>
                      <a:pt x="157" y="434"/>
                    </a:cubicBezTo>
                    <a:cubicBezTo>
                      <a:pt x="166" y="435"/>
                      <a:pt x="380" y="472"/>
                      <a:pt x="370" y="642"/>
                    </a:cubicBezTo>
                    <a:cubicBezTo>
                      <a:pt x="362" y="801"/>
                      <a:pt x="160" y="816"/>
                      <a:pt x="151" y="817"/>
                    </a:cubicBezTo>
                    <a:cubicBezTo>
                      <a:pt x="117" y="818"/>
                      <a:pt x="91" y="848"/>
                      <a:pt x="92" y="882"/>
                    </a:cubicBezTo>
                    <a:cubicBezTo>
                      <a:pt x="94" y="916"/>
                      <a:pt x="123" y="942"/>
                      <a:pt x="156" y="942"/>
                    </a:cubicBezTo>
                    <a:cubicBezTo>
                      <a:pt x="157" y="942"/>
                      <a:pt x="157" y="942"/>
                      <a:pt x="158" y="942"/>
                    </a:cubicBezTo>
                    <a:lnTo>
                      <a:pt x="158" y="943"/>
                    </a:lnTo>
                    <a:lnTo>
                      <a:pt x="159" y="943"/>
                    </a:lnTo>
                    <a:cubicBezTo>
                      <a:pt x="270" y="936"/>
                      <a:pt x="484" y="867"/>
                      <a:pt x="496" y="650"/>
                    </a:cubicBezTo>
                    <a:cubicBezTo>
                      <a:pt x="508" y="445"/>
                      <a:pt x="335" y="349"/>
                      <a:pt x="216" y="318"/>
                    </a:cubicBezTo>
                    <a:lnTo>
                      <a:pt x="131" y="44"/>
                    </a:lnTo>
                    <a:cubicBezTo>
                      <a:pt x="122" y="18"/>
                      <a:pt x="97" y="1"/>
                      <a:pt x="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7"/>
              <p:cNvSpPr/>
              <p:nvPr/>
            </p:nvSpPr>
            <p:spPr>
              <a:xfrm>
                <a:off x="5259450" y="2147075"/>
                <a:ext cx="12375" cy="5175"/>
              </a:xfrm>
              <a:custGeom>
                <a:rect b="b" l="l" r="r" t="t"/>
                <a:pathLst>
                  <a:path extrusionOk="0" h="207" w="495">
                    <a:moveTo>
                      <a:pt x="186" y="0"/>
                    </a:moveTo>
                    <a:cubicBezTo>
                      <a:pt x="144" y="0"/>
                      <a:pt x="101" y="8"/>
                      <a:pt x="59" y="23"/>
                    </a:cubicBezTo>
                    <a:cubicBezTo>
                      <a:pt x="0" y="45"/>
                      <a:pt x="26" y="129"/>
                      <a:pt x="80" y="129"/>
                    </a:cubicBezTo>
                    <a:cubicBezTo>
                      <a:pt x="86" y="129"/>
                      <a:pt x="93" y="128"/>
                      <a:pt x="100" y="125"/>
                    </a:cubicBezTo>
                    <a:cubicBezTo>
                      <a:pt x="128" y="115"/>
                      <a:pt x="159" y="109"/>
                      <a:pt x="188" y="109"/>
                    </a:cubicBezTo>
                    <a:cubicBezTo>
                      <a:pt x="256" y="109"/>
                      <a:pt x="323" y="136"/>
                      <a:pt x="371" y="187"/>
                    </a:cubicBezTo>
                    <a:cubicBezTo>
                      <a:pt x="383" y="201"/>
                      <a:pt x="398" y="206"/>
                      <a:pt x="413" y="206"/>
                    </a:cubicBezTo>
                    <a:cubicBezTo>
                      <a:pt x="455" y="206"/>
                      <a:pt x="495" y="161"/>
                      <a:pt x="459" y="123"/>
                    </a:cubicBezTo>
                    <a:cubicBezTo>
                      <a:pt x="385" y="44"/>
                      <a:pt x="287" y="0"/>
                      <a:pt x="18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27"/>
              <p:cNvSpPr/>
              <p:nvPr/>
            </p:nvSpPr>
            <p:spPr>
              <a:xfrm>
                <a:off x="5190400" y="2126625"/>
                <a:ext cx="33525" cy="17875"/>
              </a:xfrm>
              <a:custGeom>
                <a:rect b="b" l="l" r="r" t="t"/>
                <a:pathLst>
                  <a:path extrusionOk="0" h="715" w="1341">
                    <a:moveTo>
                      <a:pt x="81" y="1"/>
                    </a:moveTo>
                    <a:cubicBezTo>
                      <a:pt x="16" y="1"/>
                      <a:pt x="0" y="103"/>
                      <a:pt x="69" y="109"/>
                    </a:cubicBezTo>
                    <a:cubicBezTo>
                      <a:pt x="517" y="154"/>
                      <a:pt x="919" y="357"/>
                      <a:pt x="1218" y="695"/>
                    </a:cubicBezTo>
                    <a:cubicBezTo>
                      <a:pt x="1230" y="709"/>
                      <a:pt x="1245" y="714"/>
                      <a:pt x="1260" y="714"/>
                    </a:cubicBezTo>
                    <a:cubicBezTo>
                      <a:pt x="1301" y="714"/>
                      <a:pt x="1341" y="669"/>
                      <a:pt x="1306" y="630"/>
                    </a:cubicBezTo>
                    <a:cubicBezTo>
                      <a:pt x="988" y="270"/>
                      <a:pt x="564" y="49"/>
                      <a:pt x="87" y="1"/>
                    </a:cubicBezTo>
                    <a:cubicBezTo>
                      <a:pt x="85" y="1"/>
                      <a:pt x="83" y="1"/>
                      <a:pt x="8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7"/>
              <p:cNvSpPr/>
              <p:nvPr/>
            </p:nvSpPr>
            <p:spPr>
              <a:xfrm>
                <a:off x="5412700" y="3125650"/>
                <a:ext cx="77675" cy="137125"/>
              </a:xfrm>
              <a:custGeom>
                <a:rect b="b" l="l" r="r" t="t"/>
                <a:pathLst>
                  <a:path extrusionOk="0" h="5485" w="3107">
                    <a:moveTo>
                      <a:pt x="110" y="0"/>
                    </a:moveTo>
                    <a:lnTo>
                      <a:pt x="0" y="5089"/>
                    </a:lnTo>
                    <a:cubicBezTo>
                      <a:pt x="437" y="5390"/>
                      <a:pt x="903" y="5485"/>
                      <a:pt x="1315" y="5485"/>
                    </a:cubicBezTo>
                    <a:cubicBezTo>
                      <a:pt x="2003" y="5485"/>
                      <a:pt x="2540" y="5222"/>
                      <a:pt x="2540" y="5222"/>
                    </a:cubicBezTo>
                    <a:lnTo>
                      <a:pt x="3107" y="1350"/>
                    </a:lnTo>
                    <a:lnTo>
                      <a:pt x="110" y="0"/>
                    </a:lnTo>
                    <a:close/>
                  </a:path>
                </a:pathLst>
              </a:custGeom>
              <a:solidFill>
                <a:srgbClr val="925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7"/>
              <p:cNvSpPr/>
              <p:nvPr/>
            </p:nvSpPr>
            <p:spPr>
              <a:xfrm>
                <a:off x="5384625" y="3230300"/>
                <a:ext cx="237000" cy="114225"/>
              </a:xfrm>
              <a:custGeom>
                <a:rect b="b" l="l" r="r" t="t"/>
                <a:pathLst>
                  <a:path extrusionOk="0" h="4569" w="9480">
                    <a:moveTo>
                      <a:pt x="4024" y="1"/>
                    </a:moveTo>
                    <a:cubicBezTo>
                      <a:pt x="3418" y="1"/>
                      <a:pt x="2707" y="933"/>
                      <a:pt x="2707" y="933"/>
                    </a:cubicBezTo>
                    <a:cubicBezTo>
                      <a:pt x="2707" y="933"/>
                      <a:pt x="2391" y="1023"/>
                      <a:pt x="1993" y="1023"/>
                    </a:cubicBezTo>
                    <a:cubicBezTo>
                      <a:pt x="1519" y="1023"/>
                      <a:pt x="928" y="896"/>
                      <a:pt x="614" y="340"/>
                    </a:cubicBezTo>
                    <a:cubicBezTo>
                      <a:pt x="574" y="313"/>
                      <a:pt x="537" y="300"/>
                      <a:pt x="502" y="300"/>
                    </a:cubicBezTo>
                    <a:cubicBezTo>
                      <a:pt x="21" y="300"/>
                      <a:pt x="1" y="2728"/>
                      <a:pt x="23" y="3932"/>
                    </a:cubicBezTo>
                    <a:cubicBezTo>
                      <a:pt x="24" y="3997"/>
                      <a:pt x="19" y="4062"/>
                      <a:pt x="19" y="4128"/>
                    </a:cubicBezTo>
                    <a:cubicBezTo>
                      <a:pt x="19" y="4278"/>
                      <a:pt x="24" y="4425"/>
                      <a:pt x="40" y="4568"/>
                    </a:cubicBezTo>
                    <a:lnTo>
                      <a:pt x="9452" y="4568"/>
                    </a:lnTo>
                    <a:cubicBezTo>
                      <a:pt x="9452" y="4568"/>
                      <a:pt x="9479" y="4297"/>
                      <a:pt x="9388" y="3932"/>
                    </a:cubicBezTo>
                    <a:cubicBezTo>
                      <a:pt x="9274" y="3492"/>
                      <a:pt x="8987" y="2916"/>
                      <a:pt x="8264" y="2508"/>
                    </a:cubicBezTo>
                    <a:cubicBezTo>
                      <a:pt x="7953" y="2332"/>
                      <a:pt x="7657" y="2235"/>
                      <a:pt x="7372" y="2180"/>
                    </a:cubicBezTo>
                    <a:cubicBezTo>
                      <a:pt x="6439" y="2003"/>
                      <a:pt x="5651" y="2283"/>
                      <a:pt x="5020" y="1795"/>
                    </a:cubicBezTo>
                    <a:cubicBezTo>
                      <a:pt x="4197" y="1158"/>
                      <a:pt x="4929" y="446"/>
                      <a:pt x="4289" y="71"/>
                    </a:cubicBezTo>
                    <a:cubicBezTo>
                      <a:pt x="4205" y="22"/>
                      <a:pt x="4115" y="1"/>
                      <a:pt x="402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7"/>
              <p:cNvSpPr/>
              <p:nvPr/>
            </p:nvSpPr>
            <p:spPr>
              <a:xfrm>
                <a:off x="5385825" y="3268225"/>
                <a:ext cx="62100" cy="65875"/>
              </a:xfrm>
              <a:custGeom>
                <a:rect b="b" l="l" r="r" t="t"/>
                <a:pathLst>
                  <a:path extrusionOk="0" h="2635" w="2484">
                    <a:moveTo>
                      <a:pt x="150" y="1"/>
                    </a:moveTo>
                    <a:cubicBezTo>
                      <a:pt x="60" y="1"/>
                      <a:pt x="0" y="129"/>
                      <a:pt x="96" y="172"/>
                    </a:cubicBezTo>
                    <a:cubicBezTo>
                      <a:pt x="1123" y="639"/>
                      <a:pt x="1914" y="1501"/>
                      <a:pt x="2279" y="2570"/>
                    </a:cubicBezTo>
                    <a:cubicBezTo>
                      <a:pt x="2294" y="2615"/>
                      <a:pt x="2332" y="2635"/>
                      <a:pt x="2369" y="2635"/>
                    </a:cubicBezTo>
                    <a:cubicBezTo>
                      <a:pt x="2427" y="2635"/>
                      <a:pt x="2484" y="2589"/>
                      <a:pt x="2460" y="2520"/>
                    </a:cubicBezTo>
                    <a:cubicBezTo>
                      <a:pt x="2081" y="1407"/>
                      <a:pt x="1263" y="496"/>
                      <a:pt x="191" y="10"/>
                    </a:cubicBezTo>
                    <a:cubicBezTo>
                      <a:pt x="177" y="4"/>
                      <a:pt x="163" y="1"/>
                      <a:pt x="1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7"/>
              <p:cNvSpPr/>
              <p:nvPr/>
            </p:nvSpPr>
            <p:spPr>
              <a:xfrm>
                <a:off x="5489350" y="3268000"/>
                <a:ext cx="20875" cy="12275"/>
              </a:xfrm>
              <a:custGeom>
                <a:rect b="b" l="l" r="r" t="t"/>
                <a:pathLst>
                  <a:path extrusionOk="0" h="491" w="835">
                    <a:moveTo>
                      <a:pt x="705" y="0"/>
                    </a:moveTo>
                    <a:cubicBezTo>
                      <a:pt x="477" y="54"/>
                      <a:pt x="260" y="165"/>
                      <a:pt x="70" y="336"/>
                    </a:cubicBezTo>
                    <a:cubicBezTo>
                      <a:pt x="1" y="397"/>
                      <a:pt x="66" y="490"/>
                      <a:pt x="140" y="490"/>
                    </a:cubicBezTo>
                    <a:cubicBezTo>
                      <a:pt x="160" y="490"/>
                      <a:pt x="182" y="483"/>
                      <a:pt x="201" y="466"/>
                    </a:cubicBezTo>
                    <a:cubicBezTo>
                      <a:pt x="363" y="320"/>
                      <a:pt x="549" y="225"/>
                      <a:pt x="745" y="178"/>
                    </a:cubicBezTo>
                    <a:cubicBezTo>
                      <a:pt x="835" y="157"/>
                      <a:pt x="835" y="27"/>
                      <a:pt x="744" y="12"/>
                    </a:cubicBezTo>
                    <a:lnTo>
                      <a:pt x="741" y="12"/>
                    </a:lnTo>
                    <a:cubicBezTo>
                      <a:pt x="726" y="10"/>
                      <a:pt x="716" y="6"/>
                      <a:pt x="70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7"/>
              <p:cNvSpPr/>
              <p:nvPr/>
            </p:nvSpPr>
            <p:spPr>
              <a:xfrm>
                <a:off x="5497700" y="3272550"/>
                <a:ext cx="20850" cy="12275"/>
              </a:xfrm>
              <a:custGeom>
                <a:rect b="b" l="l" r="r" t="t"/>
                <a:pathLst>
                  <a:path extrusionOk="0" h="491" w="834">
                    <a:moveTo>
                      <a:pt x="704" y="0"/>
                    </a:moveTo>
                    <a:cubicBezTo>
                      <a:pt x="476" y="54"/>
                      <a:pt x="259" y="166"/>
                      <a:pt x="69" y="336"/>
                    </a:cubicBezTo>
                    <a:cubicBezTo>
                      <a:pt x="0" y="398"/>
                      <a:pt x="64" y="490"/>
                      <a:pt x="138" y="490"/>
                    </a:cubicBezTo>
                    <a:cubicBezTo>
                      <a:pt x="159" y="490"/>
                      <a:pt x="180" y="483"/>
                      <a:pt x="200" y="466"/>
                    </a:cubicBezTo>
                    <a:cubicBezTo>
                      <a:pt x="361" y="321"/>
                      <a:pt x="547" y="225"/>
                      <a:pt x="744" y="178"/>
                    </a:cubicBezTo>
                    <a:cubicBezTo>
                      <a:pt x="834" y="157"/>
                      <a:pt x="834" y="27"/>
                      <a:pt x="743" y="13"/>
                    </a:cubicBezTo>
                    <a:cubicBezTo>
                      <a:pt x="742" y="12"/>
                      <a:pt x="741" y="12"/>
                      <a:pt x="740" y="12"/>
                    </a:cubicBezTo>
                    <a:cubicBezTo>
                      <a:pt x="726" y="10"/>
                      <a:pt x="713" y="6"/>
                      <a:pt x="70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7"/>
              <p:cNvSpPr/>
              <p:nvPr/>
            </p:nvSpPr>
            <p:spPr>
              <a:xfrm>
                <a:off x="5508650" y="3277275"/>
                <a:ext cx="20875" cy="12275"/>
              </a:xfrm>
              <a:custGeom>
                <a:rect b="b" l="l" r="r" t="t"/>
                <a:pathLst>
                  <a:path extrusionOk="0" h="491" w="835">
                    <a:moveTo>
                      <a:pt x="704" y="1"/>
                    </a:moveTo>
                    <a:cubicBezTo>
                      <a:pt x="476" y="54"/>
                      <a:pt x="259" y="165"/>
                      <a:pt x="70" y="336"/>
                    </a:cubicBezTo>
                    <a:cubicBezTo>
                      <a:pt x="0" y="398"/>
                      <a:pt x="65" y="491"/>
                      <a:pt x="139" y="491"/>
                    </a:cubicBezTo>
                    <a:cubicBezTo>
                      <a:pt x="160" y="491"/>
                      <a:pt x="181" y="484"/>
                      <a:pt x="200" y="466"/>
                    </a:cubicBezTo>
                    <a:cubicBezTo>
                      <a:pt x="362" y="322"/>
                      <a:pt x="548" y="225"/>
                      <a:pt x="744" y="178"/>
                    </a:cubicBezTo>
                    <a:cubicBezTo>
                      <a:pt x="834" y="157"/>
                      <a:pt x="834" y="27"/>
                      <a:pt x="743" y="13"/>
                    </a:cubicBezTo>
                    <a:lnTo>
                      <a:pt x="740" y="13"/>
                    </a:lnTo>
                    <a:cubicBezTo>
                      <a:pt x="726" y="11"/>
                      <a:pt x="714" y="6"/>
                      <a:pt x="7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7"/>
              <p:cNvSpPr/>
              <p:nvPr/>
            </p:nvSpPr>
            <p:spPr>
              <a:xfrm>
                <a:off x="5521900" y="3279475"/>
                <a:ext cx="20850" cy="12275"/>
              </a:xfrm>
              <a:custGeom>
                <a:rect b="b" l="l" r="r" t="t"/>
                <a:pathLst>
                  <a:path extrusionOk="0" h="491" w="834">
                    <a:moveTo>
                      <a:pt x="703" y="0"/>
                    </a:moveTo>
                    <a:cubicBezTo>
                      <a:pt x="475" y="53"/>
                      <a:pt x="259" y="165"/>
                      <a:pt x="69" y="336"/>
                    </a:cubicBezTo>
                    <a:cubicBezTo>
                      <a:pt x="0" y="397"/>
                      <a:pt x="65" y="490"/>
                      <a:pt x="138" y="490"/>
                    </a:cubicBezTo>
                    <a:cubicBezTo>
                      <a:pt x="159" y="490"/>
                      <a:pt x="180" y="483"/>
                      <a:pt x="199" y="466"/>
                    </a:cubicBezTo>
                    <a:cubicBezTo>
                      <a:pt x="361" y="320"/>
                      <a:pt x="547" y="224"/>
                      <a:pt x="743" y="178"/>
                    </a:cubicBezTo>
                    <a:cubicBezTo>
                      <a:pt x="833" y="156"/>
                      <a:pt x="833" y="27"/>
                      <a:pt x="742" y="12"/>
                    </a:cubicBezTo>
                    <a:cubicBezTo>
                      <a:pt x="741" y="12"/>
                      <a:pt x="740" y="12"/>
                      <a:pt x="739" y="11"/>
                    </a:cubicBezTo>
                    <a:cubicBezTo>
                      <a:pt x="726" y="10"/>
                      <a:pt x="714" y="6"/>
                      <a:pt x="7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7"/>
              <p:cNvSpPr/>
              <p:nvPr/>
            </p:nvSpPr>
            <p:spPr>
              <a:xfrm>
                <a:off x="5557125" y="3284775"/>
                <a:ext cx="62225" cy="43825"/>
              </a:xfrm>
              <a:custGeom>
                <a:rect b="b" l="l" r="r" t="t"/>
                <a:pathLst>
                  <a:path extrusionOk="0" h="1753" w="2489">
                    <a:moveTo>
                      <a:pt x="472" y="1"/>
                    </a:moveTo>
                    <a:cubicBezTo>
                      <a:pt x="198" y="390"/>
                      <a:pt x="0" y="970"/>
                      <a:pt x="268" y="1753"/>
                    </a:cubicBezTo>
                    <a:lnTo>
                      <a:pt x="2488" y="1753"/>
                    </a:lnTo>
                    <a:cubicBezTo>
                      <a:pt x="2374" y="1313"/>
                      <a:pt x="2087" y="737"/>
                      <a:pt x="1364" y="329"/>
                    </a:cubicBezTo>
                    <a:cubicBezTo>
                      <a:pt x="1053" y="153"/>
                      <a:pt x="757" y="56"/>
                      <a:pt x="47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7"/>
              <p:cNvSpPr/>
              <p:nvPr/>
            </p:nvSpPr>
            <p:spPr>
              <a:xfrm>
                <a:off x="5385075" y="3328575"/>
                <a:ext cx="236550" cy="15950"/>
              </a:xfrm>
              <a:custGeom>
                <a:rect b="b" l="l" r="r" t="t"/>
                <a:pathLst>
                  <a:path extrusionOk="0" h="638" w="9462">
                    <a:moveTo>
                      <a:pt x="1" y="1"/>
                    </a:moveTo>
                    <a:lnTo>
                      <a:pt x="1" y="197"/>
                    </a:lnTo>
                    <a:cubicBezTo>
                      <a:pt x="1" y="347"/>
                      <a:pt x="6" y="494"/>
                      <a:pt x="22" y="637"/>
                    </a:cubicBezTo>
                    <a:lnTo>
                      <a:pt x="9434" y="637"/>
                    </a:lnTo>
                    <a:cubicBezTo>
                      <a:pt x="9434" y="637"/>
                      <a:pt x="9461" y="366"/>
                      <a:pt x="93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7"/>
              <p:cNvSpPr/>
              <p:nvPr/>
            </p:nvSpPr>
            <p:spPr>
              <a:xfrm>
                <a:off x="4929325" y="2621900"/>
                <a:ext cx="744925" cy="551450"/>
              </a:xfrm>
              <a:custGeom>
                <a:rect b="b" l="l" r="r" t="t"/>
                <a:pathLst>
                  <a:path extrusionOk="0" h="22058" w="29797">
                    <a:moveTo>
                      <a:pt x="22131" y="0"/>
                    </a:moveTo>
                    <a:cubicBezTo>
                      <a:pt x="21900" y="0"/>
                      <a:pt x="21656" y="20"/>
                      <a:pt x="21398" y="62"/>
                    </a:cubicBezTo>
                    <a:cubicBezTo>
                      <a:pt x="12596" y="1475"/>
                      <a:pt x="4260" y="4825"/>
                      <a:pt x="4260" y="4825"/>
                    </a:cubicBezTo>
                    <a:lnTo>
                      <a:pt x="4260" y="4824"/>
                    </a:lnTo>
                    <a:lnTo>
                      <a:pt x="4260" y="4824"/>
                    </a:lnTo>
                    <a:cubicBezTo>
                      <a:pt x="2856" y="7167"/>
                      <a:pt x="0" y="13365"/>
                      <a:pt x="8576" y="13365"/>
                    </a:cubicBezTo>
                    <a:cubicBezTo>
                      <a:pt x="8736" y="13365"/>
                      <a:pt x="8901" y="13363"/>
                      <a:pt x="9069" y="13358"/>
                    </a:cubicBezTo>
                    <a:cubicBezTo>
                      <a:pt x="15754" y="13179"/>
                      <a:pt x="18330" y="8995"/>
                      <a:pt x="18726" y="8995"/>
                    </a:cubicBezTo>
                    <a:cubicBezTo>
                      <a:pt x="18744" y="8995"/>
                      <a:pt x="18757" y="9004"/>
                      <a:pt x="18766" y="9023"/>
                    </a:cubicBezTo>
                    <a:cubicBezTo>
                      <a:pt x="19032" y="9553"/>
                      <a:pt x="18404" y="21388"/>
                      <a:pt x="18404" y="21388"/>
                    </a:cubicBezTo>
                    <a:lnTo>
                      <a:pt x="23213" y="22057"/>
                    </a:lnTo>
                    <a:cubicBezTo>
                      <a:pt x="23213" y="22057"/>
                      <a:pt x="29796" y="0"/>
                      <a:pt x="221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7"/>
              <p:cNvSpPr/>
              <p:nvPr/>
            </p:nvSpPr>
            <p:spPr>
              <a:xfrm>
                <a:off x="5001000" y="2801425"/>
                <a:ext cx="441750" cy="321250"/>
              </a:xfrm>
              <a:custGeom>
                <a:rect b="b" l="l" r="r" t="t"/>
                <a:pathLst>
                  <a:path extrusionOk="0" h="12850" w="17670">
                    <a:moveTo>
                      <a:pt x="16391" y="1"/>
                    </a:moveTo>
                    <a:cubicBezTo>
                      <a:pt x="15718" y="1"/>
                      <a:pt x="15143" y="600"/>
                      <a:pt x="14676" y="1037"/>
                    </a:cubicBezTo>
                    <a:cubicBezTo>
                      <a:pt x="13923" y="1742"/>
                      <a:pt x="13043" y="2294"/>
                      <a:pt x="12104" y="2716"/>
                    </a:cubicBezTo>
                    <a:cubicBezTo>
                      <a:pt x="10209" y="3567"/>
                      <a:pt x="8072" y="3943"/>
                      <a:pt x="6010" y="4074"/>
                    </a:cubicBezTo>
                    <a:cubicBezTo>
                      <a:pt x="5738" y="4092"/>
                      <a:pt x="5463" y="4102"/>
                      <a:pt x="5187" y="4102"/>
                    </a:cubicBezTo>
                    <a:cubicBezTo>
                      <a:pt x="4190" y="4102"/>
                      <a:pt x="3184" y="3964"/>
                      <a:pt x="2286" y="3518"/>
                    </a:cubicBezTo>
                    <a:cubicBezTo>
                      <a:pt x="1311" y="3034"/>
                      <a:pt x="495" y="2223"/>
                      <a:pt x="202" y="1156"/>
                    </a:cubicBezTo>
                    <a:cubicBezTo>
                      <a:pt x="189" y="1110"/>
                      <a:pt x="153" y="1090"/>
                      <a:pt x="115" y="1090"/>
                    </a:cubicBezTo>
                    <a:cubicBezTo>
                      <a:pt x="59" y="1090"/>
                      <a:pt x="1" y="1136"/>
                      <a:pt x="20" y="1206"/>
                    </a:cubicBezTo>
                    <a:cubicBezTo>
                      <a:pt x="515" y="3004"/>
                      <a:pt x="2303" y="3991"/>
                      <a:pt x="4047" y="4220"/>
                    </a:cubicBezTo>
                    <a:cubicBezTo>
                      <a:pt x="4430" y="4270"/>
                      <a:pt x="4816" y="4291"/>
                      <a:pt x="5202" y="4291"/>
                    </a:cubicBezTo>
                    <a:cubicBezTo>
                      <a:pt x="5899" y="4291"/>
                      <a:pt x="6598" y="4223"/>
                      <a:pt x="7288" y="4138"/>
                    </a:cubicBezTo>
                    <a:cubicBezTo>
                      <a:pt x="8260" y="4017"/>
                      <a:pt x="9226" y="3848"/>
                      <a:pt x="10171" y="3593"/>
                    </a:cubicBezTo>
                    <a:cubicBezTo>
                      <a:pt x="11089" y="3346"/>
                      <a:pt x="11989" y="3016"/>
                      <a:pt x="12830" y="2570"/>
                    </a:cubicBezTo>
                    <a:cubicBezTo>
                      <a:pt x="13698" y="2111"/>
                      <a:pt x="14430" y="1522"/>
                      <a:pt x="15141" y="852"/>
                    </a:cubicBezTo>
                    <a:cubicBezTo>
                      <a:pt x="15482" y="532"/>
                      <a:pt x="15911" y="195"/>
                      <a:pt x="16394" y="195"/>
                    </a:cubicBezTo>
                    <a:cubicBezTo>
                      <a:pt x="16475" y="195"/>
                      <a:pt x="16557" y="204"/>
                      <a:pt x="16640" y="225"/>
                    </a:cubicBezTo>
                    <a:cubicBezTo>
                      <a:pt x="17233" y="369"/>
                      <a:pt x="17319" y="1016"/>
                      <a:pt x="17316" y="1530"/>
                    </a:cubicBezTo>
                    <a:cubicBezTo>
                      <a:pt x="17307" y="2660"/>
                      <a:pt x="17226" y="3795"/>
                      <a:pt x="17161" y="4923"/>
                    </a:cubicBezTo>
                    <a:cubicBezTo>
                      <a:pt x="17011" y="7540"/>
                      <a:pt x="16798" y="10155"/>
                      <a:pt x="16505" y="12760"/>
                    </a:cubicBezTo>
                    <a:cubicBezTo>
                      <a:pt x="16498" y="12820"/>
                      <a:pt x="16541" y="12850"/>
                      <a:pt x="16588" y="12850"/>
                    </a:cubicBezTo>
                    <a:cubicBezTo>
                      <a:pt x="16635" y="12850"/>
                      <a:pt x="16686" y="12820"/>
                      <a:pt x="16693" y="12760"/>
                    </a:cubicBezTo>
                    <a:cubicBezTo>
                      <a:pt x="16955" y="10430"/>
                      <a:pt x="17154" y="8093"/>
                      <a:pt x="17299" y="5755"/>
                    </a:cubicBezTo>
                    <a:cubicBezTo>
                      <a:pt x="17372" y="4599"/>
                      <a:pt x="17432" y="3443"/>
                      <a:pt x="17478" y="2286"/>
                    </a:cubicBezTo>
                    <a:cubicBezTo>
                      <a:pt x="17505" y="1571"/>
                      <a:pt x="17670" y="420"/>
                      <a:pt x="16824" y="85"/>
                    </a:cubicBezTo>
                    <a:cubicBezTo>
                      <a:pt x="16676" y="27"/>
                      <a:pt x="16531" y="1"/>
                      <a:pt x="16391" y="1"/>
                    </a:cubicBezTo>
                    <a:close/>
                  </a:path>
                </a:pathLst>
              </a:custGeom>
              <a:solidFill>
                <a:srgbClr val="AAB3D7">
                  <a:alpha val="61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7"/>
              <p:cNvSpPr/>
              <p:nvPr/>
            </p:nvSpPr>
            <p:spPr>
              <a:xfrm>
                <a:off x="5020975" y="2700675"/>
                <a:ext cx="128050" cy="111575"/>
              </a:xfrm>
              <a:custGeom>
                <a:rect b="b" l="l" r="r" t="t"/>
                <a:pathLst>
                  <a:path extrusionOk="0" h="4463" w="5122">
                    <a:moveTo>
                      <a:pt x="4995" y="1"/>
                    </a:moveTo>
                    <a:cubicBezTo>
                      <a:pt x="4968" y="1"/>
                      <a:pt x="4941" y="15"/>
                      <a:pt x="4926" y="49"/>
                    </a:cubicBezTo>
                    <a:cubicBezTo>
                      <a:pt x="4468" y="1061"/>
                      <a:pt x="3847" y="1991"/>
                      <a:pt x="3073" y="2790"/>
                    </a:cubicBezTo>
                    <a:cubicBezTo>
                      <a:pt x="2680" y="3197"/>
                      <a:pt x="2251" y="3577"/>
                      <a:pt x="1786" y="3902"/>
                    </a:cubicBezTo>
                    <a:cubicBezTo>
                      <a:pt x="1526" y="4085"/>
                      <a:pt x="1148" y="4274"/>
                      <a:pt x="811" y="4274"/>
                    </a:cubicBezTo>
                    <a:cubicBezTo>
                      <a:pt x="566" y="4274"/>
                      <a:pt x="342" y="4174"/>
                      <a:pt x="200" y="3897"/>
                    </a:cubicBezTo>
                    <a:cubicBezTo>
                      <a:pt x="183" y="3864"/>
                      <a:pt x="156" y="3850"/>
                      <a:pt x="128" y="3850"/>
                    </a:cubicBezTo>
                    <a:cubicBezTo>
                      <a:pt x="66" y="3850"/>
                      <a:pt x="0" y="3919"/>
                      <a:pt x="38" y="3993"/>
                    </a:cubicBezTo>
                    <a:cubicBezTo>
                      <a:pt x="204" y="4315"/>
                      <a:pt x="533" y="4463"/>
                      <a:pt x="873" y="4463"/>
                    </a:cubicBezTo>
                    <a:cubicBezTo>
                      <a:pt x="989" y="4463"/>
                      <a:pt x="1106" y="4445"/>
                      <a:pt x="1218" y="4412"/>
                    </a:cubicBezTo>
                    <a:cubicBezTo>
                      <a:pt x="1803" y="4240"/>
                      <a:pt x="2328" y="3749"/>
                      <a:pt x="2770" y="3346"/>
                    </a:cubicBezTo>
                    <a:cubicBezTo>
                      <a:pt x="3754" y="2451"/>
                      <a:pt x="4541" y="1356"/>
                      <a:pt x="5088" y="144"/>
                    </a:cubicBezTo>
                    <a:cubicBezTo>
                      <a:pt x="5122" y="69"/>
                      <a:pt x="5056" y="1"/>
                      <a:pt x="4995" y="1"/>
                    </a:cubicBezTo>
                    <a:close/>
                  </a:path>
                </a:pathLst>
              </a:custGeom>
              <a:solidFill>
                <a:srgbClr val="AAB3D7">
                  <a:alpha val="61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7"/>
              <p:cNvSpPr/>
              <p:nvPr/>
            </p:nvSpPr>
            <p:spPr>
              <a:xfrm>
                <a:off x="5551250" y="2638225"/>
                <a:ext cx="43275" cy="236200"/>
              </a:xfrm>
              <a:custGeom>
                <a:rect b="b" l="l" r="r" t="t"/>
                <a:pathLst>
                  <a:path extrusionOk="0" h="9448" w="1731">
                    <a:moveTo>
                      <a:pt x="115" y="1"/>
                    </a:moveTo>
                    <a:cubicBezTo>
                      <a:pt x="28" y="1"/>
                      <a:pt x="0" y="150"/>
                      <a:pt x="100" y="189"/>
                    </a:cubicBezTo>
                    <a:cubicBezTo>
                      <a:pt x="1731" y="827"/>
                      <a:pt x="1329" y="3025"/>
                      <a:pt x="1197" y="4373"/>
                    </a:cubicBezTo>
                    <a:cubicBezTo>
                      <a:pt x="1036" y="6034"/>
                      <a:pt x="875" y="7696"/>
                      <a:pt x="714" y="9358"/>
                    </a:cubicBezTo>
                    <a:cubicBezTo>
                      <a:pt x="708" y="9418"/>
                      <a:pt x="752" y="9448"/>
                      <a:pt x="799" y="9448"/>
                    </a:cubicBezTo>
                    <a:cubicBezTo>
                      <a:pt x="846" y="9448"/>
                      <a:pt x="896" y="9417"/>
                      <a:pt x="902" y="9358"/>
                    </a:cubicBezTo>
                    <a:cubicBezTo>
                      <a:pt x="1083" y="7488"/>
                      <a:pt x="1265" y="5619"/>
                      <a:pt x="1446" y="3750"/>
                    </a:cubicBezTo>
                    <a:cubicBezTo>
                      <a:pt x="1575" y="2420"/>
                      <a:pt x="1660" y="598"/>
                      <a:pt x="149" y="8"/>
                    </a:cubicBezTo>
                    <a:cubicBezTo>
                      <a:pt x="137" y="3"/>
                      <a:pt x="125"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7"/>
              <p:cNvSpPr/>
              <p:nvPr/>
            </p:nvSpPr>
            <p:spPr>
              <a:xfrm>
                <a:off x="5869350" y="3116475"/>
                <a:ext cx="101425" cy="71300"/>
              </a:xfrm>
              <a:custGeom>
                <a:rect b="b" l="l" r="r" t="t"/>
                <a:pathLst>
                  <a:path extrusionOk="0" h="2852" w="4057">
                    <a:moveTo>
                      <a:pt x="3908" y="0"/>
                    </a:moveTo>
                    <a:cubicBezTo>
                      <a:pt x="3888" y="0"/>
                      <a:pt x="3867" y="7"/>
                      <a:pt x="3847" y="22"/>
                    </a:cubicBezTo>
                    <a:cubicBezTo>
                      <a:pt x="2642" y="973"/>
                      <a:pt x="1387" y="1857"/>
                      <a:pt x="86" y="2674"/>
                    </a:cubicBezTo>
                    <a:cubicBezTo>
                      <a:pt x="1" y="2728"/>
                      <a:pt x="53" y="2851"/>
                      <a:pt x="133" y="2851"/>
                    </a:cubicBezTo>
                    <a:cubicBezTo>
                      <a:pt x="149" y="2851"/>
                      <a:pt x="165" y="2847"/>
                      <a:pt x="182" y="2836"/>
                    </a:cubicBezTo>
                    <a:cubicBezTo>
                      <a:pt x="1495" y="2010"/>
                      <a:pt x="2762" y="1115"/>
                      <a:pt x="3981" y="156"/>
                    </a:cubicBezTo>
                    <a:cubicBezTo>
                      <a:pt x="4056" y="96"/>
                      <a:pt x="3987" y="0"/>
                      <a:pt x="39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7"/>
              <p:cNvSpPr/>
              <p:nvPr/>
            </p:nvSpPr>
            <p:spPr>
              <a:xfrm>
                <a:off x="5393575" y="3118050"/>
                <a:ext cx="125525" cy="15500"/>
              </a:xfrm>
              <a:custGeom>
                <a:rect b="b" l="l" r="r" t="t"/>
                <a:pathLst>
                  <a:path extrusionOk="0" h="620" w="5021">
                    <a:moveTo>
                      <a:pt x="111" y="0"/>
                    </a:moveTo>
                    <a:cubicBezTo>
                      <a:pt x="0" y="0"/>
                      <a:pt x="4" y="179"/>
                      <a:pt x="121" y="189"/>
                    </a:cubicBezTo>
                    <a:cubicBezTo>
                      <a:pt x="1714" y="332"/>
                      <a:pt x="3308" y="475"/>
                      <a:pt x="4900" y="619"/>
                    </a:cubicBezTo>
                    <a:cubicBezTo>
                      <a:pt x="4904" y="619"/>
                      <a:pt x="4907" y="619"/>
                      <a:pt x="4910" y="619"/>
                    </a:cubicBezTo>
                    <a:cubicBezTo>
                      <a:pt x="5021" y="619"/>
                      <a:pt x="5016" y="441"/>
                      <a:pt x="4900" y="430"/>
                    </a:cubicBezTo>
                    <a:cubicBezTo>
                      <a:pt x="3308" y="287"/>
                      <a:pt x="1714" y="144"/>
                      <a:pt x="121" y="1"/>
                    </a:cubicBezTo>
                    <a:cubicBezTo>
                      <a:pt x="117" y="0"/>
                      <a:pt x="114" y="0"/>
                      <a:pt x="1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7"/>
              <p:cNvSpPr/>
              <p:nvPr/>
            </p:nvSpPr>
            <p:spPr>
              <a:xfrm>
                <a:off x="5023750" y="2394475"/>
                <a:ext cx="320825" cy="275175"/>
              </a:xfrm>
              <a:custGeom>
                <a:rect b="b" l="l" r="r" t="t"/>
                <a:pathLst>
                  <a:path extrusionOk="0" h="11007" w="12833">
                    <a:moveTo>
                      <a:pt x="0" y="1"/>
                    </a:moveTo>
                    <a:lnTo>
                      <a:pt x="0" y="1"/>
                    </a:lnTo>
                    <a:cubicBezTo>
                      <a:pt x="0" y="1"/>
                      <a:pt x="85" y="8881"/>
                      <a:pt x="2159" y="10286"/>
                    </a:cubicBezTo>
                    <a:cubicBezTo>
                      <a:pt x="2938" y="10813"/>
                      <a:pt x="4059" y="11006"/>
                      <a:pt x="5285" y="11006"/>
                    </a:cubicBezTo>
                    <a:cubicBezTo>
                      <a:pt x="8662" y="11006"/>
                      <a:pt x="12833" y="9540"/>
                      <a:pt x="12833" y="9540"/>
                    </a:cubicBezTo>
                    <a:lnTo>
                      <a:pt x="12524" y="8426"/>
                    </a:lnTo>
                    <a:cubicBezTo>
                      <a:pt x="12524" y="8426"/>
                      <a:pt x="5092" y="8099"/>
                      <a:pt x="4689" y="7255"/>
                    </a:cubicBezTo>
                    <a:cubicBezTo>
                      <a:pt x="4286" y="6411"/>
                      <a:pt x="4316" y="674"/>
                      <a:pt x="4316" y="674"/>
                    </a:cubicBezTo>
                    <a:lnTo>
                      <a:pt x="0" y="1"/>
                    </a:lnTo>
                    <a:close/>
                  </a:path>
                </a:pathLst>
              </a:custGeom>
              <a:solidFill>
                <a:srgbClr val="925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7"/>
              <p:cNvSpPr/>
              <p:nvPr/>
            </p:nvSpPr>
            <p:spPr>
              <a:xfrm>
                <a:off x="5106150" y="2575650"/>
                <a:ext cx="37150" cy="15150"/>
              </a:xfrm>
              <a:custGeom>
                <a:rect b="b" l="l" r="r" t="t"/>
                <a:pathLst>
                  <a:path extrusionOk="0" h="606" w="1486">
                    <a:moveTo>
                      <a:pt x="1347" y="1"/>
                    </a:moveTo>
                    <a:cubicBezTo>
                      <a:pt x="1340" y="1"/>
                      <a:pt x="1333" y="2"/>
                      <a:pt x="1325" y="3"/>
                    </a:cubicBezTo>
                    <a:cubicBezTo>
                      <a:pt x="897" y="96"/>
                      <a:pt x="487" y="240"/>
                      <a:pt x="94" y="433"/>
                    </a:cubicBezTo>
                    <a:cubicBezTo>
                      <a:pt x="0" y="479"/>
                      <a:pt x="58" y="606"/>
                      <a:pt x="145" y="606"/>
                    </a:cubicBezTo>
                    <a:cubicBezTo>
                      <a:pt x="159" y="606"/>
                      <a:pt x="174" y="602"/>
                      <a:pt x="189" y="595"/>
                    </a:cubicBezTo>
                    <a:cubicBezTo>
                      <a:pt x="568" y="410"/>
                      <a:pt x="962" y="274"/>
                      <a:pt x="1375" y="185"/>
                    </a:cubicBezTo>
                    <a:cubicBezTo>
                      <a:pt x="1486" y="161"/>
                      <a:pt x="1449" y="1"/>
                      <a:pt x="134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7"/>
              <p:cNvSpPr/>
              <p:nvPr/>
            </p:nvSpPr>
            <p:spPr>
              <a:xfrm>
                <a:off x="5097000" y="2569900"/>
                <a:ext cx="35300" cy="12550"/>
              </a:xfrm>
              <a:custGeom>
                <a:rect b="b" l="l" r="r" t="t"/>
                <a:pathLst>
                  <a:path extrusionOk="0" h="502" w="1412">
                    <a:moveTo>
                      <a:pt x="107" y="0"/>
                    </a:moveTo>
                    <a:cubicBezTo>
                      <a:pt x="1" y="0"/>
                      <a:pt x="6" y="175"/>
                      <a:pt x="120" y="190"/>
                    </a:cubicBezTo>
                    <a:cubicBezTo>
                      <a:pt x="506" y="238"/>
                      <a:pt x="865" y="337"/>
                      <a:pt x="1220" y="493"/>
                    </a:cubicBezTo>
                    <a:cubicBezTo>
                      <a:pt x="1234" y="499"/>
                      <a:pt x="1248" y="502"/>
                      <a:pt x="1261" y="502"/>
                    </a:cubicBezTo>
                    <a:cubicBezTo>
                      <a:pt x="1351" y="502"/>
                      <a:pt x="1412" y="373"/>
                      <a:pt x="1315" y="330"/>
                    </a:cubicBezTo>
                    <a:cubicBezTo>
                      <a:pt x="927" y="161"/>
                      <a:pt x="541" y="54"/>
                      <a:pt x="120" y="1"/>
                    </a:cubicBezTo>
                    <a:cubicBezTo>
                      <a:pt x="115" y="0"/>
                      <a:pt x="111"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7"/>
              <p:cNvSpPr/>
              <p:nvPr/>
            </p:nvSpPr>
            <p:spPr>
              <a:xfrm>
                <a:off x="5010225" y="2283375"/>
                <a:ext cx="151525" cy="177400"/>
              </a:xfrm>
              <a:custGeom>
                <a:rect b="b" l="l" r="r" t="t"/>
                <a:pathLst>
                  <a:path extrusionOk="0" h="7096" w="6061">
                    <a:moveTo>
                      <a:pt x="3506" y="0"/>
                    </a:moveTo>
                    <a:cubicBezTo>
                      <a:pt x="2659" y="0"/>
                      <a:pt x="1929" y="521"/>
                      <a:pt x="1445" y="1363"/>
                    </a:cubicBezTo>
                    <a:lnTo>
                      <a:pt x="1446" y="1363"/>
                    </a:lnTo>
                    <a:cubicBezTo>
                      <a:pt x="692" y="2672"/>
                      <a:pt x="0" y="4817"/>
                      <a:pt x="226" y="7096"/>
                    </a:cubicBezTo>
                    <a:lnTo>
                      <a:pt x="5450" y="6928"/>
                    </a:lnTo>
                    <a:cubicBezTo>
                      <a:pt x="5450" y="6928"/>
                      <a:pt x="6060" y="4491"/>
                      <a:pt x="5852" y="2393"/>
                    </a:cubicBezTo>
                    <a:cubicBezTo>
                      <a:pt x="5721" y="1063"/>
                      <a:pt x="5062" y="433"/>
                      <a:pt x="4323" y="156"/>
                    </a:cubicBezTo>
                    <a:cubicBezTo>
                      <a:pt x="4042" y="50"/>
                      <a:pt x="3768" y="0"/>
                      <a:pt x="350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7"/>
              <p:cNvSpPr/>
              <p:nvPr/>
            </p:nvSpPr>
            <p:spPr>
              <a:xfrm>
                <a:off x="5135325" y="2335625"/>
                <a:ext cx="18100" cy="119850"/>
              </a:xfrm>
              <a:custGeom>
                <a:rect b="b" l="l" r="r" t="t"/>
                <a:pathLst>
                  <a:path extrusionOk="0" h="4794" w="724">
                    <a:moveTo>
                      <a:pt x="414" y="0"/>
                    </a:moveTo>
                    <a:cubicBezTo>
                      <a:pt x="360" y="0"/>
                      <a:pt x="299" y="47"/>
                      <a:pt x="309" y="118"/>
                    </a:cubicBezTo>
                    <a:cubicBezTo>
                      <a:pt x="537" y="1644"/>
                      <a:pt x="437" y="3193"/>
                      <a:pt x="20" y="4677"/>
                    </a:cubicBezTo>
                    <a:cubicBezTo>
                      <a:pt x="0" y="4748"/>
                      <a:pt x="58" y="4794"/>
                      <a:pt x="115" y="4794"/>
                    </a:cubicBezTo>
                    <a:cubicBezTo>
                      <a:pt x="152" y="4794"/>
                      <a:pt x="189" y="4773"/>
                      <a:pt x="202" y="4727"/>
                    </a:cubicBezTo>
                    <a:cubicBezTo>
                      <a:pt x="628" y="3208"/>
                      <a:pt x="723" y="1628"/>
                      <a:pt x="490" y="68"/>
                    </a:cubicBezTo>
                    <a:cubicBezTo>
                      <a:pt x="483" y="21"/>
                      <a:pt x="450" y="0"/>
                      <a:pt x="41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7"/>
              <p:cNvSpPr/>
              <p:nvPr/>
            </p:nvSpPr>
            <p:spPr>
              <a:xfrm>
                <a:off x="5183825" y="2597500"/>
                <a:ext cx="473825" cy="86975"/>
              </a:xfrm>
              <a:custGeom>
                <a:rect b="b" l="l" r="r" t="t"/>
                <a:pathLst>
                  <a:path extrusionOk="0" h="3479" w="18953">
                    <a:moveTo>
                      <a:pt x="18953" y="0"/>
                    </a:moveTo>
                    <a:lnTo>
                      <a:pt x="374" y="1493"/>
                    </a:lnTo>
                    <a:lnTo>
                      <a:pt x="0" y="3478"/>
                    </a:lnTo>
                    <a:lnTo>
                      <a:pt x="18579" y="1985"/>
                    </a:lnTo>
                    <a:lnTo>
                      <a:pt x="1895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7"/>
              <p:cNvSpPr/>
              <p:nvPr/>
            </p:nvSpPr>
            <p:spPr>
              <a:xfrm>
                <a:off x="5326200" y="2362375"/>
                <a:ext cx="345700" cy="283025"/>
              </a:xfrm>
              <a:custGeom>
                <a:rect b="b" l="l" r="r" t="t"/>
                <a:pathLst>
                  <a:path extrusionOk="0" h="11321" w="13828">
                    <a:moveTo>
                      <a:pt x="12937" y="0"/>
                    </a:moveTo>
                    <a:cubicBezTo>
                      <a:pt x="12917" y="0"/>
                      <a:pt x="12896" y="1"/>
                      <a:pt x="12875" y="3"/>
                    </a:cubicBezTo>
                    <a:lnTo>
                      <a:pt x="2360" y="847"/>
                    </a:lnTo>
                    <a:cubicBezTo>
                      <a:pt x="1884" y="886"/>
                      <a:pt x="1495" y="1269"/>
                      <a:pt x="1414" y="1781"/>
                    </a:cubicBezTo>
                    <a:lnTo>
                      <a:pt x="113" y="9962"/>
                    </a:lnTo>
                    <a:cubicBezTo>
                      <a:pt x="1" y="10673"/>
                      <a:pt x="512" y="11320"/>
                      <a:pt x="1164" y="11320"/>
                    </a:cubicBezTo>
                    <a:cubicBezTo>
                      <a:pt x="1190" y="11320"/>
                      <a:pt x="1217" y="11319"/>
                      <a:pt x="1244" y="11317"/>
                    </a:cubicBezTo>
                    <a:lnTo>
                      <a:pt x="11629" y="10483"/>
                    </a:lnTo>
                    <a:cubicBezTo>
                      <a:pt x="11994" y="10454"/>
                      <a:pt x="12292" y="10160"/>
                      <a:pt x="12354" y="9768"/>
                    </a:cubicBezTo>
                    <a:lnTo>
                      <a:pt x="13741" y="1041"/>
                    </a:lnTo>
                    <a:cubicBezTo>
                      <a:pt x="13827" y="496"/>
                      <a:pt x="13435" y="0"/>
                      <a:pt x="1293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7"/>
              <p:cNvSpPr/>
              <p:nvPr/>
            </p:nvSpPr>
            <p:spPr>
              <a:xfrm>
                <a:off x="5347550" y="2360650"/>
                <a:ext cx="345700" cy="283050"/>
              </a:xfrm>
              <a:custGeom>
                <a:rect b="b" l="l" r="r" t="t"/>
                <a:pathLst>
                  <a:path extrusionOk="0" h="11322" w="13828">
                    <a:moveTo>
                      <a:pt x="12935" y="0"/>
                    </a:moveTo>
                    <a:cubicBezTo>
                      <a:pt x="12915" y="0"/>
                      <a:pt x="12895" y="1"/>
                      <a:pt x="12875" y="3"/>
                    </a:cubicBezTo>
                    <a:lnTo>
                      <a:pt x="2360" y="847"/>
                    </a:lnTo>
                    <a:cubicBezTo>
                      <a:pt x="1883" y="886"/>
                      <a:pt x="1495" y="1269"/>
                      <a:pt x="1414" y="1782"/>
                    </a:cubicBezTo>
                    <a:lnTo>
                      <a:pt x="114" y="9962"/>
                    </a:lnTo>
                    <a:cubicBezTo>
                      <a:pt x="0" y="10674"/>
                      <a:pt x="513" y="11321"/>
                      <a:pt x="1165" y="11321"/>
                    </a:cubicBezTo>
                    <a:cubicBezTo>
                      <a:pt x="1191" y="11321"/>
                      <a:pt x="1217" y="11320"/>
                      <a:pt x="1243" y="11318"/>
                    </a:cubicBezTo>
                    <a:lnTo>
                      <a:pt x="11629" y="10483"/>
                    </a:lnTo>
                    <a:cubicBezTo>
                      <a:pt x="11994" y="10454"/>
                      <a:pt x="12291" y="10160"/>
                      <a:pt x="12353" y="9768"/>
                    </a:cubicBezTo>
                    <a:lnTo>
                      <a:pt x="13740" y="1041"/>
                    </a:lnTo>
                    <a:cubicBezTo>
                      <a:pt x="13828" y="497"/>
                      <a:pt x="13435" y="0"/>
                      <a:pt x="1293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7"/>
              <p:cNvSpPr/>
              <p:nvPr/>
            </p:nvSpPr>
            <p:spPr>
              <a:xfrm>
                <a:off x="5493025" y="2486250"/>
                <a:ext cx="58225" cy="63975"/>
              </a:xfrm>
              <a:custGeom>
                <a:rect b="b" l="l" r="r" t="t"/>
                <a:pathLst>
                  <a:path extrusionOk="0" h="2559" w="2329">
                    <a:moveTo>
                      <a:pt x="1341" y="1"/>
                    </a:moveTo>
                    <a:cubicBezTo>
                      <a:pt x="1315" y="1"/>
                      <a:pt x="1288" y="2"/>
                      <a:pt x="1262" y="4"/>
                    </a:cubicBezTo>
                    <a:cubicBezTo>
                      <a:pt x="649" y="53"/>
                      <a:pt x="106" y="664"/>
                      <a:pt x="51" y="1369"/>
                    </a:cubicBezTo>
                    <a:cubicBezTo>
                      <a:pt x="0" y="2043"/>
                      <a:pt x="413" y="2558"/>
                      <a:pt x="987" y="2558"/>
                    </a:cubicBezTo>
                    <a:cubicBezTo>
                      <a:pt x="1013" y="2558"/>
                      <a:pt x="1039" y="2557"/>
                      <a:pt x="1066" y="2555"/>
                    </a:cubicBezTo>
                    <a:cubicBezTo>
                      <a:pt x="1680" y="2506"/>
                      <a:pt x="2222" y="1895"/>
                      <a:pt x="2276" y="1190"/>
                    </a:cubicBezTo>
                    <a:cubicBezTo>
                      <a:pt x="2329" y="516"/>
                      <a:pt x="1915" y="1"/>
                      <a:pt x="134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27"/>
              <p:cNvSpPr/>
              <p:nvPr/>
            </p:nvSpPr>
            <p:spPr>
              <a:xfrm>
                <a:off x="5347000" y="2401350"/>
                <a:ext cx="39000" cy="223525"/>
              </a:xfrm>
              <a:custGeom>
                <a:rect b="b" l="l" r="r" t="t"/>
                <a:pathLst>
                  <a:path extrusionOk="0" h="8941" w="1560">
                    <a:moveTo>
                      <a:pt x="1444" y="0"/>
                    </a:moveTo>
                    <a:cubicBezTo>
                      <a:pt x="1408" y="0"/>
                      <a:pt x="1375" y="21"/>
                      <a:pt x="1367" y="68"/>
                    </a:cubicBezTo>
                    <a:cubicBezTo>
                      <a:pt x="916" y="2987"/>
                      <a:pt x="463" y="5905"/>
                      <a:pt x="12" y="8823"/>
                    </a:cubicBezTo>
                    <a:cubicBezTo>
                      <a:pt x="1" y="8894"/>
                      <a:pt x="62" y="8941"/>
                      <a:pt x="117" y="8941"/>
                    </a:cubicBezTo>
                    <a:cubicBezTo>
                      <a:pt x="153" y="8941"/>
                      <a:pt x="186" y="8920"/>
                      <a:pt x="194" y="8873"/>
                    </a:cubicBezTo>
                    <a:cubicBezTo>
                      <a:pt x="645" y="5954"/>
                      <a:pt x="1097" y="3036"/>
                      <a:pt x="1549" y="118"/>
                    </a:cubicBezTo>
                    <a:cubicBezTo>
                      <a:pt x="1560" y="47"/>
                      <a:pt x="1499" y="0"/>
                      <a:pt x="14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34" name="Google Shape;434;p27"/>
          <p:cNvGrpSpPr/>
          <p:nvPr/>
        </p:nvGrpSpPr>
        <p:grpSpPr>
          <a:xfrm>
            <a:off x="2611525" y="1031125"/>
            <a:ext cx="800100" cy="659700"/>
            <a:chOff x="2611525" y="1031125"/>
            <a:chExt cx="800100" cy="659700"/>
          </a:xfrm>
        </p:grpSpPr>
        <p:sp>
          <p:nvSpPr>
            <p:cNvPr id="435" name="Google Shape;435;p27"/>
            <p:cNvSpPr/>
            <p:nvPr/>
          </p:nvSpPr>
          <p:spPr>
            <a:xfrm>
              <a:off x="2611525" y="1031125"/>
              <a:ext cx="800100" cy="659700"/>
            </a:xfrm>
            <a:prstGeom prst="wedgeEllipseCallout">
              <a:avLst>
                <a:gd fmla="val -37942" name="adj1"/>
                <a:gd fmla="val 65302" name="adj2"/>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6" name="Google Shape;436;p27"/>
            <p:cNvGrpSpPr/>
            <p:nvPr/>
          </p:nvGrpSpPr>
          <p:grpSpPr>
            <a:xfrm>
              <a:off x="2826089" y="1192098"/>
              <a:ext cx="370879" cy="337755"/>
              <a:chOff x="-40378075" y="3267450"/>
              <a:chExt cx="317425" cy="289075"/>
            </a:xfrm>
          </p:grpSpPr>
          <p:sp>
            <p:nvSpPr>
              <p:cNvPr id="437" name="Google Shape;437;p27"/>
              <p:cNvSpPr/>
              <p:nvPr/>
            </p:nvSpPr>
            <p:spPr>
              <a:xfrm>
                <a:off x="-40218975" y="3308400"/>
                <a:ext cx="158325" cy="248125"/>
              </a:xfrm>
              <a:custGeom>
                <a:rect b="b" l="l" r="r" t="t"/>
                <a:pathLst>
                  <a:path extrusionOk="0" h="9925" w="6333">
                    <a:moveTo>
                      <a:pt x="4694" y="1"/>
                    </a:moveTo>
                    <a:lnTo>
                      <a:pt x="4694" y="7877"/>
                    </a:lnTo>
                    <a:cubicBezTo>
                      <a:pt x="4694" y="8097"/>
                      <a:pt x="4474" y="8255"/>
                      <a:pt x="4253" y="8255"/>
                    </a:cubicBezTo>
                    <a:cubicBezTo>
                      <a:pt x="2993" y="8255"/>
                      <a:pt x="1638" y="8696"/>
                      <a:pt x="693" y="9452"/>
                    </a:cubicBezTo>
                    <a:cubicBezTo>
                      <a:pt x="536" y="9546"/>
                      <a:pt x="189" y="9925"/>
                      <a:pt x="0" y="9925"/>
                    </a:cubicBezTo>
                    <a:lnTo>
                      <a:pt x="5073" y="9925"/>
                    </a:lnTo>
                    <a:cubicBezTo>
                      <a:pt x="5734" y="9925"/>
                      <a:pt x="6333" y="9357"/>
                      <a:pt x="6333" y="8696"/>
                    </a:cubicBezTo>
                    <a:lnTo>
                      <a:pt x="6333" y="1229"/>
                    </a:lnTo>
                    <a:cubicBezTo>
                      <a:pt x="6333" y="536"/>
                      <a:pt x="5766" y="1"/>
                      <a:pt x="507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7"/>
              <p:cNvSpPr/>
              <p:nvPr/>
            </p:nvSpPr>
            <p:spPr>
              <a:xfrm>
                <a:off x="-40316650" y="3267450"/>
                <a:ext cx="86675" cy="257575"/>
              </a:xfrm>
              <a:custGeom>
                <a:rect b="b" l="l" r="r" t="t"/>
                <a:pathLst>
                  <a:path extrusionOk="0" h="10303" w="3467">
                    <a:moveTo>
                      <a:pt x="1" y="0"/>
                    </a:moveTo>
                    <a:lnTo>
                      <a:pt x="1" y="9105"/>
                    </a:lnTo>
                    <a:cubicBezTo>
                      <a:pt x="1166" y="9200"/>
                      <a:pt x="2489" y="9578"/>
                      <a:pt x="3466" y="10302"/>
                    </a:cubicBezTo>
                    <a:lnTo>
                      <a:pt x="3466" y="1197"/>
                    </a:lnTo>
                    <a:cubicBezTo>
                      <a:pt x="2489" y="473"/>
                      <a:pt x="1229" y="95"/>
                      <a:pt x="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27"/>
              <p:cNvSpPr/>
              <p:nvPr/>
            </p:nvSpPr>
            <p:spPr>
              <a:xfrm>
                <a:off x="-40209525" y="3267450"/>
                <a:ext cx="86650" cy="257575"/>
              </a:xfrm>
              <a:custGeom>
                <a:rect b="b" l="l" r="r" t="t"/>
                <a:pathLst>
                  <a:path extrusionOk="0" h="10303" w="3466">
                    <a:moveTo>
                      <a:pt x="3466" y="0"/>
                    </a:moveTo>
                    <a:cubicBezTo>
                      <a:pt x="2300" y="95"/>
                      <a:pt x="977" y="473"/>
                      <a:pt x="0" y="1197"/>
                    </a:cubicBezTo>
                    <a:lnTo>
                      <a:pt x="0" y="10302"/>
                    </a:lnTo>
                    <a:cubicBezTo>
                      <a:pt x="977" y="9578"/>
                      <a:pt x="2237" y="9200"/>
                      <a:pt x="3466" y="9105"/>
                    </a:cubicBezTo>
                    <a:lnTo>
                      <a:pt x="346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7"/>
              <p:cNvSpPr/>
              <p:nvPr/>
            </p:nvSpPr>
            <p:spPr>
              <a:xfrm>
                <a:off x="-40378075" y="3308400"/>
                <a:ext cx="157550" cy="248125"/>
              </a:xfrm>
              <a:custGeom>
                <a:rect b="b" l="l" r="r" t="t"/>
                <a:pathLst>
                  <a:path extrusionOk="0" h="9925" w="6302">
                    <a:moveTo>
                      <a:pt x="1229" y="1"/>
                    </a:moveTo>
                    <a:cubicBezTo>
                      <a:pt x="567" y="1"/>
                      <a:pt x="0" y="536"/>
                      <a:pt x="0" y="1198"/>
                    </a:cubicBezTo>
                    <a:lnTo>
                      <a:pt x="0" y="8664"/>
                    </a:lnTo>
                    <a:cubicBezTo>
                      <a:pt x="32" y="9357"/>
                      <a:pt x="567" y="9925"/>
                      <a:pt x="1229" y="9925"/>
                    </a:cubicBezTo>
                    <a:lnTo>
                      <a:pt x="6301" y="9925"/>
                    </a:lnTo>
                    <a:cubicBezTo>
                      <a:pt x="6112" y="9925"/>
                      <a:pt x="5766" y="9609"/>
                      <a:pt x="5608" y="9452"/>
                    </a:cubicBezTo>
                    <a:cubicBezTo>
                      <a:pt x="4631" y="8664"/>
                      <a:pt x="3277" y="8255"/>
                      <a:pt x="2048" y="8255"/>
                    </a:cubicBezTo>
                    <a:cubicBezTo>
                      <a:pt x="1828" y="8255"/>
                      <a:pt x="1638" y="8066"/>
                      <a:pt x="1638" y="7877"/>
                    </a:cubicBezTo>
                    <a:lnTo>
                      <a:pt x="163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41" name="Google Shape;441;p27">
            <a:hlinkClick action="ppaction://hlinkshowjump?jump=nextslide"/>
          </p:cNvPr>
          <p:cNvSpPr/>
          <p:nvPr/>
        </p:nvSpPr>
        <p:spPr>
          <a:xfrm rot="10800000">
            <a:off x="8795200" y="4467625"/>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7">
            <a:hlinkClick action="ppaction://hlinksldjump" r:id="rId3"/>
          </p:cNvPr>
          <p:cNvSpPr/>
          <p:nvPr/>
        </p:nvSpPr>
        <p:spPr>
          <a:xfrm>
            <a:off x="8777675" y="2488988"/>
            <a:ext cx="163200" cy="163200"/>
          </a:xfrm>
          <a:prstGeom prst="rect">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27">
            <a:hlinkClick action="ppaction://hlinkshowjump?jump=previousslide"/>
          </p:cNvPr>
          <p:cNvSpPr/>
          <p:nvPr/>
        </p:nvSpPr>
        <p:spPr>
          <a:xfrm flipH="1">
            <a:off x="8795200" y="539500"/>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28"/>
          <p:cNvSpPr txBox="1"/>
          <p:nvPr>
            <p:ph type="title"/>
          </p:nvPr>
        </p:nvSpPr>
        <p:spPr>
          <a:xfrm>
            <a:off x="713225" y="383000"/>
            <a:ext cx="7526100" cy="674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What is our Software &amp; Objective?</a:t>
            </a:r>
            <a:endParaRPr/>
          </a:p>
        </p:txBody>
      </p:sp>
      <p:sp>
        <p:nvSpPr>
          <p:cNvPr id="449" name="Google Shape;449;p28"/>
          <p:cNvSpPr txBox="1"/>
          <p:nvPr>
            <p:ph idx="1" type="body"/>
          </p:nvPr>
        </p:nvSpPr>
        <p:spPr>
          <a:xfrm>
            <a:off x="713225" y="1112075"/>
            <a:ext cx="4404600" cy="379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t>Our Software will allow students to have their:</a:t>
            </a:r>
            <a:endParaRPr b="1" sz="1400"/>
          </a:p>
          <a:p>
            <a:pPr indent="-317500" lvl="0" marL="457200" rtl="0" algn="l">
              <a:spcBef>
                <a:spcPts val="1000"/>
              </a:spcBef>
              <a:spcAft>
                <a:spcPts val="0"/>
              </a:spcAft>
              <a:buSzPts val="1400"/>
              <a:buChar char="●"/>
            </a:pPr>
            <a:r>
              <a:rPr b="1" lang="en" sz="1400"/>
              <a:t>Books	</a:t>
            </a:r>
            <a:endParaRPr b="1" sz="1400"/>
          </a:p>
          <a:p>
            <a:pPr indent="-317500" lvl="0" marL="457200" rtl="0" algn="l">
              <a:spcBef>
                <a:spcPts val="0"/>
              </a:spcBef>
              <a:spcAft>
                <a:spcPts val="0"/>
              </a:spcAft>
              <a:buSzPts val="1400"/>
              <a:buChar char="●"/>
            </a:pPr>
            <a:r>
              <a:rPr b="1" lang="en" sz="1400"/>
              <a:t>Articles</a:t>
            </a:r>
            <a:endParaRPr b="1" sz="1400"/>
          </a:p>
          <a:p>
            <a:pPr indent="-317500" lvl="0" marL="457200" rtl="0" algn="l">
              <a:spcBef>
                <a:spcPts val="0"/>
              </a:spcBef>
              <a:spcAft>
                <a:spcPts val="0"/>
              </a:spcAft>
              <a:buSzPts val="1400"/>
              <a:buChar char="●"/>
            </a:pPr>
            <a:r>
              <a:rPr b="1" lang="en" sz="1400"/>
              <a:t>Papers</a:t>
            </a:r>
            <a:endParaRPr b="1" sz="1400"/>
          </a:p>
          <a:p>
            <a:pPr indent="-317500" lvl="0" marL="457200" rtl="0" algn="l">
              <a:spcBef>
                <a:spcPts val="0"/>
              </a:spcBef>
              <a:spcAft>
                <a:spcPts val="0"/>
              </a:spcAft>
              <a:buSzPts val="1400"/>
              <a:buChar char="●"/>
            </a:pPr>
            <a:r>
              <a:rPr b="1" lang="en" sz="1400"/>
              <a:t>Textbooks</a:t>
            </a:r>
            <a:endParaRPr b="1" sz="1400"/>
          </a:p>
          <a:p>
            <a:pPr indent="-317500" lvl="0" marL="457200" rtl="0" algn="l">
              <a:spcBef>
                <a:spcPts val="0"/>
              </a:spcBef>
              <a:spcAft>
                <a:spcPts val="0"/>
              </a:spcAft>
              <a:buSzPts val="1400"/>
              <a:buChar char="●"/>
            </a:pPr>
            <a:r>
              <a:rPr b="1" lang="en" sz="1400"/>
              <a:t>And other </a:t>
            </a:r>
            <a:endParaRPr b="1" sz="1400"/>
          </a:p>
          <a:p>
            <a:pPr indent="0" lvl="0" marL="0" rtl="0" algn="l">
              <a:spcBef>
                <a:spcPts val="1000"/>
              </a:spcBef>
              <a:spcAft>
                <a:spcPts val="0"/>
              </a:spcAft>
              <a:buNone/>
            </a:pPr>
            <a:r>
              <a:rPr b="1" lang="en" sz="1400"/>
              <a:t>All in one place ! having it in one place it</a:t>
            </a:r>
            <a:endParaRPr b="1" sz="1400"/>
          </a:p>
          <a:p>
            <a:pPr indent="0" lvl="0" marL="0" rtl="0" algn="l">
              <a:spcBef>
                <a:spcPts val="0"/>
              </a:spcBef>
              <a:spcAft>
                <a:spcPts val="0"/>
              </a:spcAft>
              <a:buNone/>
            </a:pPr>
            <a:r>
              <a:rPr b="1" lang="en" sz="1400"/>
              <a:t>allows a student to be able to: </a:t>
            </a:r>
            <a:endParaRPr b="1" sz="1400"/>
          </a:p>
          <a:p>
            <a:pPr indent="0" lvl="0" marL="0" rtl="0" algn="l">
              <a:spcBef>
                <a:spcPts val="0"/>
              </a:spcBef>
              <a:spcAft>
                <a:spcPts val="0"/>
              </a:spcAft>
              <a:buNone/>
            </a:pPr>
            <a:r>
              <a:t/>
            </a:r>
            <a:endParaRPr b="1" sz="1400"/>
          </a:p>
          <a:p>
            <a:pPr indent="-317500" lvl="0" marL="457200" rtl="0" algn="l">
              <a:spcBef>
                <a:spcPts val="0"/>
              </a:spcBef>
              <a:spcAft>
                <a:spcPts val="0"/>
              </a:spcAft>
              <a:buSzPts val="1400"/>
              <a:buChar char="●"/>
            </a:pPr>
            <a:r>
              <a:rPr b="1" lang="en" sz="1400"/>
              <a:t>Categorize them</a:t>
            </a:r>
            <a:endParaRPr b="1" sz="1400"/>
          </a:p>
          <a:p>
            <a:pPr indent="-317500" lvl="0" marL="457200" rtl="0" algn="l">
              <a:spcBef>
                <a:spcPts val="0"/>
              </a:spcBef>
              <a:spcAft>
                <a:spcPts val="0"/>
              </a:spcAft>
              <a:buSzPts val="1400"/>
              <a:buChar char="●"/>
            </a:pPr>
            <a:r>
              <a:rPr b="1" lang="en" sz="1400"/>
              <a:t>Search for a specific word</a:t>
            </a:r>
            <a:endParaRPr b="1" sz="1400"/>
          </a:p>
          <a:p>
            <a:pPr indent="-317500" lvl="0" marL="457200" rtl="0" algn="l">
              <a:spcBef>
                <a:spcPts val="0"/>
              </a:spcBef>
              <a:spcAft>
                <a:spcPts val="0"/>
              </a:spcAft>
              <a:buSzPts val="1400"/>
              <a:buChar char="●"/>
            </a:pPr>
            <a:r>
              <a:rPr b="1" lang="en" sz="1400"/>
              <a:t>Have notations</a:t>
            </a:r>
            <a:endParaRPr b="1" sz="1400"/>
          </a:p>
          <a:p>
            <a:pPr indent="-317500" lvl="0" marL="457200" rtl="0" algn="l">
              <a:spcBef>
                <a:spcPts val="0"/>
              </a:spcBef>
              <a:spcAft>
                <a:spcPts val="0"/>
              </a:spcAft>
              <a:buSzPts val="1400"/>
              <a:buChar char="●"/>
            </a:pPr>
            <a:r>
              <a:rPr b="1" lang="en" sz="1400"/>
              <a:t>Bookmark a page</a:t>
            </a:r>
            <a:endParaRPr b="1" sz="1400"/>
          </a:p>
          <a:p>
            <a:pPr indent="-317500" lvl="0" marL="457200" rtl="0" algn="l">
              <a:spcBef>
                <a:spcPts val="0"/>
              </a:spcBef>
              <a:spcAft>
                <a:spcPts val="0"/>
              </a:spcAft>
              <a:buSzPts val="1400"/>
              <a:buChar char="●"/>
            </a:pPr>
            <a:r>
              <a:rPr b="1" lang="en" sz="1400"/>
              <a:t>View annotated pages</a:t>
            </a:r>
            <a:endParaRPr b="1" sz="1400"/>
          </a:p>
          <a:p>
            <a:pPr indent="0" lvl="0" marL="0" rtl="0" algn="l">
              <a:spcBef>
                <a:spcPts val="1000"/>
              </a:spcBef>
              <a:spcAft>
                <a:spcPts val="0"/>
              </a:spcAft>
              <a:buNone/>
            </a:pPr>
            <a:r>
              <a:t/>
            </a:r>
            <a:endParaRPr b="1" sz="1400"/>
          </a:p>
          <a:p>
            <a:pPr indent="0" lvl="0" marL="0" rtl="0" algn="l">
              <a:spcBef>
                <a:spcPts val="1000"/>
              </a:spcBef>
              <a:spcAft>
                <a:spcPts val="0"/>
              </a:spcAft>
              <a:buNone/>
            </a:pPr>
            <a:r>
              <a:rPr lang="en"/>
              <a:t> </a:t>
            </a:r>
            <a:endParaRPr/>
          </a:p>
          <a:p>
            <a:pPr indent="0" lvl="0" marL="0" rtl="0" algn="l">
              <a:spcBef>
                <a:spcPts val="1000"/>
              </a:spcBef>
              <a:spcAft>
                <a:spcPts val="1000"/>
              </a:spcAft>
              <a:buNone/>
            </a:pPr>
            <a:r>
              <a:t/>
            </a:r>
            <a:endParaRPr/>
          </a:p>
        </p:txBody>
      </p:sp>
      <p:sp>
        <p:nvSpPr>
          <p:cNvPr id="450" name="Google Shape;450;p28">
            <a:hlinkClick action="ppaction://hlinkshowjump?jump=nextslide"/>
          </p:cNvPr>
          <p:cNvSpPr/>
          <p:nvPr/>
        </p:nvSpPr>
        <p:spPr>
          <a:xfrm rot="10800000">
            <a:off x="8795200" y="4467625"/>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28">
            <a:hlinkClick action="ppaction://hlinksldjump" r:id="rId3"/>
          </p:cNvPr>
          <p:cNvSpPr/>
          <p:nvPr/>
        </p:nvSpPr>
        <p:spPr>
          <a:xfrm>
            <a:off x="8777675" y="2488988"/>
            <a:ext cx="163200" cy="163200"/>
          </a:xfrm>
          <a:prstGeom prst="rect">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8">
            <a:hlinkClick action="ppaction://hlinkshowjump?jump=previousslide"/>
          </p:cNvPr>
          <p:cNvSpPr/>
          <p:nvPr/>
        </p:nvSpPr>
        <p:spPr>
          <a:xfrm flipH="1">
            <a:off x="8795200" y="539500"/>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3" name="Google Shape;453;p28"/>
          <p:cNvGrpSpPr/>
          <p:nvPr/>
        </p:nvGrpSpPr>
        <p:grpSpPr>
          <a:xfrm>
            <a:off x="5263952" y="790662"/>
            <a:ext cx="2975372" cy="4819382"/>
            <a:chOff x="5035152" y="997124"/>
            <a:chExt cx="2975372" cy="4819382"/>
          </a:xfrm>
        </p:grpSpPr>
        <p:sp>
          <p:nvSpPr>
            <p:cNvPr id="454" name="Google Shape;454;p28"/>
            <p:cNvSpPr/>
            <p:nvPr/>
          </p:nvSpPr>
          <p:spPr>
            <a:xfrm rot="4504627">
              <a:off x="5443468" y="1873829"/>
              <a:ext cx="2948672" cy="1475879"/>
            </a:xfrm>
            <a:custGeom>
              <a:rect b="b" l="l" r="r" t="t"/>
              <a:pathLst>
                <a:path extrusionOk="0" h="32526" w="64984">
                  <a:moveTo>
                    <a:pt x="40012" y="1"/>
                  </a:moveTo>
                  <a:cubicBezTo>
                    <a:pt x="36896" y="1"/>
                    <a:pt x="34164" y="1251"/>
                    <a:pt x="31547" y="2618"/>
                  </a:cubicBezTo>
                  <a:cubicBezTo>
                    <a:pt x="28443" y="4240"/>
                    <a:pt x="25967" y="6405"/>
                    <a:pt x="21456" y="6405"/>
                  </a:cubicBezTo>
                  <a:cubicBezTo>
                    <a:pt x="21245" y="6405"/>
                    <a:pt x="21028" y="6401"/>
                    <a:pt x="20808" y="6391"/>
                  </a:cubicBezTo>
                  <a:cubicBezTo>
                    <a:pt x="17708" y="6253"/>
                    <a:pt x="15532" y="5489"/>
                    <a:pt x="13201" y="5489"/>
                  </a:cubicBezTo>
                  <a:cubicBezTo>
                    <a:pt x="11827" y="5489"/>
                    <a:pt x="10399" y="5754"/>
                    <a:pt x="8696" y="6570"/>
                  </a:cubicBezTo>
                  <a:cubicBezTo>
                    <a:pt x="4193" y="8727"/>
                    <a:pt x="1761" y="12773"/>
                    <a:pt x="1198" y="17809"/>
                  </a:cubicBezTo>
                  <a:cubicBezTo>
                    <a:pt x="0" y="28497"/>
                    <a:pt x="8710" y="32526"/>
                    <a:pt x="15528" y="32526"/>
                  </a:cubicBezTo>
                  <a:cubicBezTo>
                    <a:pt x="18533" y="32526"/>
                    <a:pt x="21171" y="31743"/>
                    <a:pt x="22431" y="30403"/>
                  </a:cubicBezTo>
                  <a:cubicBezTo>
                    <a:pt x="28847" y="23583"/>
                    <a:pt x="27231" y="22950"/>
                    <a:pt x="37145" y="22950"/>
                  </a:cubicBezTo>
                  <a:cubicBezTo>
                    <a:pt x="39165" y="22950"/>
                    <a:pt x="41664" y="22976"/>
                    <a:pt x="44807" y="22981"/>
                  </a:cubicBezTo>
                  <a:cubicBezTo>
                    <a:pt x="44815" y="22981"/>
                    <a:pt x="44823" y="22981"/>
                    <a:pt x="44832" y="22981"/>
                  </a:cubicBezTo>
                  <a:cubicBezTo>
                    <a:pt x="56092" y="22981"/>
                    <a:pt x="64983" y="9600"/>
                    <a:pt x="45684" y="1143"/>
                  </a:cubicBezTo>
                  <a:cubicBezTo>
                    <a:pt x="44411" y="586"/>
                    <a:pt x="42899" y="259"/>
                    <a:pt x="41364" y="80"/>
                  </a:cubicBezTo>
                  <a:cubicBezTo>
                    <a:pt x="40905" y="26"/>
                    <a:pt x="40455" y="1"/>
                    <a:pt x="4001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5" name="Google Shape;455;p28"/>
            <p:cNvGrpSpPr/>
            <p:nvPr/>
          </p:nvGrpSpPr>
          <p:grpSpPr>
            <a:xfrm flipH="1" rot="-504922">
              <a:off x="5331885" y="1476627"/>
              <a:ext cx="2094701" cy="4209261"/>
              <a:chOff x="6592647" y="1759939"/>
              <a:chExt cx="1866968" cy="3751636"/>
            </a:xfrm>
          </p:grpSpPr>
          <p:sp>
            <p:nvSpPr>
              <p:cNvPr id="456" name="Google Shape;456;p28"/>
              <p:cNvSpPr/>
              <p:nvPr/>
            </p:nvSpPr>
            <p:spPr>
              <a:xfrm rot="2231524">
                <a:off x="6690158" y="2575871"/>
                <a:ext cx="499721" cy="288974"/>
              </a:xfrm>
              <a:custGeom>
                <a:rect b="b" l="l" r="r" t="t"/>
                <a:pathLst>
                  <a:path extrusionOk="0" h="7111" w="12297">
                    <a:moveTo>
                      <a:pt x="7010" y="1"/>
                    </a:moveTo>
                    <a:cubicBezTo>
                      <a:pt x="6595" y="1"/>
                      <a:pt x="6149" y="29"/>
                      <a:pt x="5672" y="89"/>
                    </a:cubicBezTo>
                    <a:cubicBezTo>
                      <a:pt x="5672" y="89"/>
                      <a:pt x="1" y="943"/>
                      <a:pt x="363" y="4242"/>
                    </a:cubicBezTo>
                    <a:cubicBezTo>
                      <a:pt x="596" y="6359"/>
                      <a:pt x="2334" y="7110"/>
                      <a:pt x="4280" y="7110"/>
                    </a:cubicBezTo>
                    <a:cubicBezTo>
                      <a:pt x="6235" y="7110"/>
                      <a:pt x="8402" y="6352"/>
                      <a:pt x="9465" y="5459"/>
                    </a:cubicBezTo>
                    <a:cubicBezTo>
                      <a:pt x="12297" y="3081"/>
                      <a:pt x="11345" y="1"/>
                      <a:pt x="7010" y="1"/>
                    </a:cubicBezTo>
                    <a:close/>
                  </a:path>
                </a:pathLst>
              </a:custGeom>
              <a:solidFill>
                <a:srgbClr val="F7A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7" name="Google Shape;457;p28"/>
              <p:cNvGrpSpPr/>
              <p:nvPr/>
            </p:nvGrpSpPr>
            <p:grpSpPr>
              <a:xfrm flipH="1" rot="135570">
                <a:off x="6664654" y="1792470"/>
                <a:ext cx="1722955" cy="3686574"/>
                <a:chOff x="2156650" y="393000"/>
                <a:chExt cx="917950" cy="1964225"/>
              </a:xfrm>
            </p:grpSpPr>
            <p:sp>
              <p:nvSpPr>
                <p:cNvPr id="458" name="Google Shape;458;p28"/>
                <p:cNvSpPr/>
                <p:nvPr/>
              </p:nvSpPr>
              <p:spPr>
                <a:xfrm>
                  <a:off x="2862450" y="1041800"/>
                  <a:ext cx="212150" cy="179600"/>
                </a:xfrm>
                <a:custGeom>
                  <a:rect b="b" l="l" r="r" t="t"/>
                  <a:pathLst>
                    <a:path extrusionOk="0" h="7184" w="8486">
                      <a:moveTo>
                        <a:pt x="4707" y="1"/>
                      </a:moveTo>
                      <a:cubicBezTo>
                        <a:pt x="4091" y="1"/>
                        <a:pt x="3445" y="154"/>
                        <a:pt x="2820" y="453"/>
                      </a:cubicBezTo>
                      <a:cubicBezTo>
                        <a:pt x="967" y="1340"/>
                        <a:pt x="1" y="3178"/>
                        <a:pt x="888" y="5031"/>
                      </a:cubicBezTo>
                      <a:cubicBezTo>
                        <a:pt x="1481" y="6269"/>
                        <a:pt x="1756" y="7183"/>
                        <a:pt x="2932" y="7183"/>
                      </a:cubicBezTo>
                      <a:cubicBezTo>
                        <a:pt x="3515" y="7183"/>
                        <a:pt x="4320" y="6958"/>
                        <a:pt x="5494" y="6437"/>
                      </a:cubicBezTo>
                      <a:cubicBezTo>
                        <a:pt x="7372" y="5604"/>
                        <a:pt x="8485" y="3671"/>
                        <a:pt x="7598" y="1818"/>
                      </a:cubicBezTo>
                      <a:cubicBezTo>
                        <a:pt x="7010" y="590"/>
                        <a:pt x="5917" y="1"/>
                        <a:pt x="4707" y="1"/>
                      </a:cubicBezTo>
                      <a:close/>
                    </a:path>
                  </a:pathLst>
                </a:custGeom>
                <a:solidFill>
                  <a:srgbClr val="F7A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28"/>
                <p:cNvSpPr/>
                <p:nvPr/>
              </p:nvSpPr>
              <p:spPr>
                <a:xfrm>
                  <a:off x="2371400" y="442575"/>
                  <a:ext cx="594900" cy="1096175"/>
                </a:xfrm>
                <a:custGeom>
                  <a:rect b="b" l="l" r="r" t="t"/>
                  <a:pathLst>
                    <a:path extrusionOk="0" h="43847" w="23796">
                      <a:moveTo>
                        <a:pt x="2179" y="1"/>
                      </a:moveTo>
                      <a:cubicBezTo>
                        <a:pt x="976" y="1"/>
                        <a:pt x="0" y="978"/>
                        <a:pt x="0" y="2181"/>
                      </a:cubicBezTo>
                      <a:lnTo>
                        <a:pt x="0" y="41668"/>
                      </a:lnTo>
                      <a:cubicBezTo>
                        <a:pt x="0" y="42871"/>
                        <a:pt x="976" y="43847"/>
                        <a:pt x="2179" y="43847"/>
                      </a:cubicBezTo>
                      <a:lnTo>
                        <a:pt x="21617" y="43847"/>
                      </a:lnTo>
                      <a:cubicBezTo>
                        <a:pt x="22820" y="43847"/>
                        <a:pt x="23796" y="42871"/>
                        <a:pt x="23796" y="41668"/>
                      </a:cubicBezTo>
                      <a:lnTo>
                        <a:pt x="23796" y="2181"/>
                      </a:lnTo>
                      <a:cubicBezTo>
                        <a:pt x="23796" y="978"/>
                        <a:pt x="22820" y="1"/>
                        <a:pt x="216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28"/>
                <p:cNvSpPr/>
                <p:nvPr/>
              </p:nvSpPr>
              <p:spPr>
                <a:xfrm>
                  <a:off x="2604250" y="454625"/>
                  <a:ext cx="33175" cy="28600"/>
                </a:xfrm>
                <a:custGeom>
                  <a:rect b="b" l="l" r="r" t="t"/>
                  <a:pathLst>
                    <a:path extrusionOk="0" h="1144" w="1327">
                      <a:moveTo>
                        <a:pt x="592" y="1"/>
                      </a:moveTo>
                      <a:lnTo>
                        <a:pt x="1" y="1143"/>
                      </a:lnTo>
                      <a:lnTo>
                        <a:pt x="1326" y="752"/>
                      </a:lnTo>
                      <a:lnTo>
                        <a:pt x="59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28"/>
                <p:cNvSpPr/>
                <p:nvPr/>
              </p:nvSpPr>
              <p:spPr>
                <a:xfrm>
                  <a:off x="2404075" y="504300"/>
                  <a:ext cx="530325" cy="946550"/>
                </a:xfrm>
                <a:custGeom>
                  <a:rect b="b" l="l" r="r" t="t"/>
                  <a:pathLst>
                    <a:path extrusionOk="0" h="37862" w="21213">
                      <a:moveTo>
                        <a:pt x="1" y="1"/>
                      </a:moveTo>
                      <a:lnTo>
                        <a:pt x="1" y="37861"/>
                      </a:lnTo>
                      <a:lnTo>
                        <a:pt x="21212" y="37861"/>
                      </a:lnTo>
                      <a:lnTo>
                        <a:pt x="2121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8"/>
                <p:cNvSpPr/>
                <p:nvPr/>
              </p:nvSpPr>
              <p:spPr>
                <a:xfrm>
                  <a:off x="2404753" y="413074"/>
                  <a:ext cx="514300" cy="1037775"/>
                </a:xfrm>
                <a:custGeom>
                  <a:rect b="b" l="l" r="r" t="t"/>
                  <a:pathLst>
                    <a:path extrusionOk="0" h="41511" w="20572">
                      <a:moveTo>
                        <a:pt x="20571" y="1"/>
                      </a:moveTo>
                      <a:cubicBezTo>
                        <a:pt x="13714" y="3129"/>
                        <a:pt x="6854" y="3650"/>
                        <a:pt x="3042" y="3650"/>
                      </a:cubicBezTo>
                      <a:cubicBezTo>
                        <a:pt x="1282" y="3650"/>
                        <a:pt x="172" y="3539"/>
                        <a:pt x="11" y="3522"/>
                      </a:cubicBezTo>
                      <a:lnTo>
                        <a:pt x="1" y="3522"/>
                      </a:lnTo>
                      <a:lnTo>
                        <a:pt x="1" y="29268"/>
                      </a:lnTo>
                      <a:cubicBezTo>
                        <a:pt x="233" y="30068"/>
                        <a:pt x="365" y="30908"/>
                        <a:pt x="415" y="31730"/>
                      </a:cubicBezTo>
                      <a:cubicBezTo>
                        <a:pt x="550" y="33925"/>
                        <a:pt x="189" y="36123"/>
                        <a:pt x="110" y="38321"/>
                      </a:cubicBezTo>
                      <a:cubicBezTo>
                        <a:pt x="73" y="39357"/>
                        <a:pt x="110" y="40435"/>
                        <a:pt x="487" y="41382"/>
                      </a:cubicBezTo>
                      <a:cubicBezTo>
                        <a:pt x="494" y="41397"/>
                        <a:pt x="499" y="41411"/>
                        <a:pt x="506" y="41426"/>
                      </a:cubicBezTo>
                      <a:cubicBezTo>
                        <a:pt x="1017" y="41463"/>
                        <a:pt x="1888" y="41510"/>
                        <a:pt x="3035" y="41510"/>
                      </a:cubicBezTo>
                      <a:cubicBezTo>
                        <a:pt x="6529" y="41510"/>
                        <a:pt x="12587" y="41074"/>
                        <a:pt x="18856" y="38591"/>
                      </a:cubicBezTo>
                      <a:cubicBezTo>
                        <a:pt x="19427" y="38365"/>
                        <a:pt x="19997" y="38121"/>
                        <a:pt x="20571" y="37860"/>
                      </a:cubicBezTo>
                      <a:lnTo>
                        <a:pt x="2057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28"/>
                <p:cNvSpPr/>
                <p:nvPr/>
              </p:nvSpPr>
              <p:spPr>
                <a:xfrm>
                  <a:off x="2404050" y="394225"/>
                  <a:ext cx="453400" cy="1056600"/>
                </a:xfrm>
                <a:custGeom>
                  <a:rect b="b" l="l" r="r" t="t"/>
                  <a:pathLst>
                    <a:path extrusionOk="0" h="42264" w="18136">
                      <a:moveTo>
                        <a:pt x="18134" y="0"/>
                      </a:moveTo>
                      <a:cubicBezTo>
                        <a:pt x="8972" y="4178"/>
                        <a:pt x="1747" y="4406"/>
                        <a:pt x="276" y="4406"/>
                      </a:cubicBezTo>
                      <a:cubicBezTo>
                        <a:pt x="95" y="4406"/>
                        <a:pt x="1" y="4403"/>
                        <a:pt x="1" y="4403"/>
                      </a:cubicBezTo>
                      <a:lnTo>
                        <a:pt x="1" y="30149"/>
                      </a:lnTo>
                      <a:cubicBezTo>
                        <a:pt x="233" y="30949"/>
                        <a:pt x="365" y="31789"/>
                        <a:pt x="415" y="32611"/>
                      </a:cubicBezTo>
                      <a:cubicBezTo>
                        <a:pt x="550" y="34806"/>
                        <a:pt x="189" y="37004"/>
                        <a:pt x="110" y="39202"/>
                      </a:cubicBezTo>
                      <a:cubicBezTo>
                        <a:pt x="73" y="40238"/>
                        <a:pt x="110" y="41316"/>
                        <a:pt x="487" y="42263"/>
                      </a:cubicBezTo>
                      <a:cubicBezTo>
                        <a:pt x="2359" y="42238"/>
                        <a:pt x="9342" y="41858"/>
                        <a:pt x="18100" y="37869"/>
                      </a:cubicBezTo>
                      <a:lnTo>
                        <a:pt x="18135" y="37860"/>
                      </a:lnTo>
                      <a:lnTo>
                        <a:pt x="18135"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28"/>
                <p:cNvSpPr/>
                <p:nvPr/>
              </p:nvSpPr>
              <p:spPr>
                <a:xfrm>
                  <a:off x="2850000" y="393000"/>
                  <a:ext cx="7850" cy="953600"/>
                </a:xfrm>
                <a:custGeom>
                  <a:rect b="b" l="l" r="r" t="t"/>
                  <a:pathLst>
                    <a:path extrusionOk="0" h="38144" w="314">
                      <a:moveTo>
                        <a:pt x="164" y="1"/>
                      </a:moveTo>
                      <a:cubicBezTo>
                        <a:pt x="83" y="1"/>
                        <a:pt x="0" y="54"/>
                        <a:pt x="0" y="159"/>
                      </a:cubicBezTo>
                      <a:lnTo>
                        <a:pt x="0" y="37996"/>
                      </a:lnTo>
                      <a:cubicBezTo>
                        <a:pt x="0" y="38095"/>
                        <a:pt x="74" y="38143"/>
                        <a:pt x="150" y="38143"/>
                      </a:cubicBezTo>
                      <a:cubicBezTo>
                        <a:pt x="231" y="38143"/>
                        <a:pt x="314" y="38089"/>
                        <a:pt x="314" y="37985"/>
                      </a:cubicBezTo>
                      <a:lnTo>
                        <a:pt x="314" y="148"/>
                      </a:lnTo>
                      <a:cubicBezTo>
                        <a:pt x="314" y="49"/>
                        <a:pt x="240" y="1"/>
                        <a:pt x="16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8"/>
                <p:cNvSpPr/>
                <p:nvPr/>
              </p:nvSpPr>
              <p:spPr>
                <a:xfrm>
                  <a:off x="2911200" y="412025"/>
                  <a:ext cx="7850" cy="953575"/>
                </a:xfrm>
                <a:custGeom>
                  <a:rect b="b" l="l" r="r" t="t"/>
                  <a:pathLst>
                    <a:path extrusionOk="0" h="38143" w="314">
                      <a:moveTo>
                        <a:pt x="164" y="0"/>
                      </a:moveTo>
                      <a:cubicBezTo>
                        <a:pt x="83" y="0"/>
                        <a:pt x="1" y="54"/>
                        <a:pt x="1" y="158"/>
                      </a:cubicBezTo>
                      <a:lnTo>
                        <a:pt x="1" y="37996"/>
                      </a:lnTo>
                      <a:cubicBezTo>
                        <a:pt x="1" y="38095"/>
                        <a:pt x="75" y="38143"/>
                        <a:pt x="151" y="38143"/>
                      </a:cubicBezTo>
                      <a:cubicBezTo>
                        <a:pt x="231" y="38143"/>
                        <a:pt x="314" y="38089"/>
                        <a:pt x="314" y="37985"/>
                      </a:cubicBezTo>
                      <a:lnTo>
                        <a:pt x="314" y="147"/>
                      </a:lnTo>
                      <a:cubicBezTo>
                        <a:pt x="314" y="48"/>
                        <a:pt x="240" y="0"/>
                        <a:pt x="1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28"/>
                <p:cNvSpPr/>
                <p:nvPr/>
              </p:nvSpPr>
              <p:spPr>
                <a:xfrm>
                  <a:off x="2432250" y="846075"/>
                  <a:ext cx="7850" cy="581675"/>
                </a:xfrm>
                <a:custGeom>
                  <a:rect b="b" l="l" r="r" t="t"/>
                  <a:pathLst>
                    <a:path extrusionOk="0" h="23267" w="314">
                      <a:moveTo>
                        <a:pt x="163" y="1"/>
                      </a:moveTo>
                      <a:cubicBezTo>
                        <a:pt x="83" y="1"/>
                        <a:pt x="0" y="46"/>
                        <a:pt x="0" y="133"/>
                      </a:cubicBezTo>
                      <a:lnTo>
                        <a:pt x="0" y="23144"/>
                      </a:lnTo>
                      <a:cubicBezTo>
                        <a:pt x="0" y="23227"/>
                        <a:pt x="74" y="23267"/>
                        <a:pt x="150" y="23267"/>
                      </a:cubicBezTo>
                      <a:cubicBezTo>
                        <a:pt x="231" y="23267"/>
                        <a:pt x="313" y="23222"/>
                        <a:pt x="313" y="23135"/>
                      </a:cubicBezTo>
                      <a:lnTo>
                        <a:pt x="313" y="123"/>
                      </a:lnTo>
                      <a:cubicBezTo>
                        <a:pt x="313" y="41"/>
                        <a:pt x="239" y="1"/>
                        <a:pt x="16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8"/>
                <p:cNvSpPr/>
                <p:nvPr/>
              </p:nvSpPr>
              <p:spPr>
                <a:xfrm>
                  <a:off x="2433500" y="454625"/>
                  <a:ext cx="218725" cy="410875"/>
                </a:xfrm>
                <a:custGeom>
                  <a:rect b="b" l="l" r="r" t="t"/>
                  <a:pathLst>
                    <a:path extrusionOk="0" h="16435" w="8749">
                      <a:moveTo>
                        <a:pt x="7424" y="1"/>
                      </a:moveTo>
                      <a:lnTo>
                        <a:pt x="7424" y="1"/>
                      </a:lnTo>
                      <a:cubicBezTo>
                        <a:pt x="5166" y="511"/>
                        <a:pt x="4036" y="766"/>
                        <a:pt x="1777" y="1277"/>
                      </a:cubicBezTo>
                      <a:cubicBezTo>
                        <a:pt x="2186" y="5806"/>
                        <a:pt x="1681" y="9432"/>
                        <a:pt x="1" y="13683"/>
                      </a:cubicBezTo>
                      <a:cubicBezTo>
                        <a:pt x="1736" y="13388"/>
                        <a:pt x="2583" y="13152"/>
                        <a:pt x="4195" y="12520"/>
                      </a:cubicBezTo>
                      <a:cubicBezTo>
                        <a:pt x="5358" y="13934"/>
                        <a:pt x="5928" y="14716"/>
                        <a:pt x="6998" y="16435"/>
                      </a:cubicBezTo>
                      <a:cubicBezTo>
                        <a:pt x="8611" y="10735"/>
                        <a:pt x="8749" y="5774"/>
                        <a:pt x="742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8"/>
                <p:cNvSpPr/>
                <p:nvPr/>
              </p:nvSpPr>
              <p:spPr>
                <a:xfrm>
                  <a:off x="2505750" y="1538725"/>
                  <a:ext cx="412600" cy="160525"/>
                </a:xfrm>
                <a:custGeom>
                  <a:rect b="b" l="l" r="r" t="t"/>
                  <a:pathLst>
                    <a:path extrusionOk="0" h="6421" w="16504">
                      <a:moveTo>
                        <a:pt x="0" y="1"/>
                      </a:moveTo>
                      <a:cubicBezTo>
                        <a:pt x="1963" y="1694"/>
                        <a:pt x="3449" y="3942"/>
                        <a:pt x="4236" y="6417"/>
                      </a:cubicBezTo>
                      <a:lnTo>
                        <a:pt x="4240" y="6420"/>
                      </a:lnTo>
                      <a:cubicBezTo>
                        <a:pt x="4240" y="6420"/>
                        <a:pt x="7993" y="3487"/>
                        <a:pt x="14342" y="2920"/>
                      </a:cubicBezTo>
                      <a:cubicBezTo>
                        <a:pt x="14342" y="2920"/>
                        <a:pt x="15305" y="851"/>
                        <a:pt x="16503" y="1"/>
                      </a:cubicBezTo>
                      <a:close/>
                    </a:path>
                  </a:pathLst>
                </a:custGeom>
                <a:solidFill>
                  <a:srgbClr val="CE74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28"/>
                <p:cNvSpPr/>
                <p:nvPr/>
              </p:nvSpPr>
              <p:spPr>
                <a:xfrm>
                  <a:off x="2156650" y="1045075"/>
                  <a:ext cx="913075" cy="1312150"/>
                </a:xfrm>
                <a:custGeom>
                  <a:rect b="b" l="l" r="r" t="t"/>
                  <a:pathLst>
                    <a:path extrusionOk="0" h="52486" w="36523">
                      <a:moveTo>
                        <a:pt x="6344" y="1"/>
                      </a:moveTo>
                      <a:cubicBezTo>
                        <a:pt x="5368" y="1"/>
                        <a:pt x="4520" y="910"/>
                        <a:pt x="4234" y="1880"/>
                      </a:cubicBezTo>
                      <a:cubicBezTo>
                        <a:pt x="3923" y="2927"/>
                        <a:pt x="4061" y="4050"/>
                        <a:pt x="3990" y="5141"/>
                      </a:cubicBezTo>
                      <a:cubicBezTo>
                        <a:pt x="3871" y="6947"/>
                        <a:pt x="3174" y="8672"/>
                        <a:pt x="2992" y="10471"/>
                      </a:cubicBezTo>
                      <a:cubicBezTo>
                        <a:pt x="2849" y="11895"/>
                        <a:pt x="3024" y="13325"/>
                        <a:pt x="3017" y="14755"/>
                      </a:cubicBezTo>
                      <a:cubicBezTo>
                        <a:pt x="3008" y="16728"/>
                        <a:pt x="2644" y="18691"/>
                        <a:pt x="2669" y="20666"/>
                      </a:cubicBezTo>
                      <a:cubicBezTo>
                        <a:pt x="2707" y="23695"/>
                        <a:pt x="3651" y="26629"/>
                        <a:pt x="4213" y="29606"/>
                      </a:cubicBezTo>
                      <a:cubicBezTo>
                        <a:pt x="4316" y="30163"/>
                        <a:pt x="4406" y="30731"/>
                        <a:pt x="4475" y="31305"/>
                      </a:cubicBezTo>
                      <a:cubicBezTo>
                        <a:pt x="4642" y="33694"/>
                        <a:pt x="4169" y="36106"/>
                        <a:pt x="3315" y="38344"/>
                      </a:cubicBezTo>
                      <a:cubicBezTo>
                        <a:pt x="2487" y="40521"/>
                        <a:pt x="1308" y="42550"/>
                        <a:pt x="0" y="44478"/>
                      </a:cubicBezTo>
                      <a:cubicBezTo>
                        <a:pt x="3416" y="48030"/>
                        <a:pt x="7501" y="51170"/>
                        <a:pt x="12318" y="52129"/>
                      </a:cubicBezTo>
                      <a:cubicBezTo>
                        <a:pt x="13649" y="52393"/>
                        <a:pt x="15002" y="52485"/>
                        <a:pt x="16360" y="52485"/>
                      </a:cubicBezTo>
                      <a:cubicBezTo>
                        <a:pt x="16886" y="52485"/>
                        <a:pt x="17413" y="52471"/>
                        <a:pt x="17940" y="52448"/>
                      </a:cubicBezTo>
                      <a:lnTo>
                        <a:pt x="17940" y="52446"/>
                      </a:lnTo>
                      <a:lnTo>
                        <a:pt x="17936" y="52405"/>
                      </a:lnTo>
                      <a:cubicBezTo>
                        <a:pt x="17733" y="49821"/>
                        <a:pt x="18354" y="47181"/>
                        <a:pt x="19692" y="44961"/>
                      </a:cubicBezTo>
                      <a:cubicBezTo>
                        <a:pt x="20728" y="43245"/>
                        <a:pt x="22832" y="42429"/>
                        <a:pt x="24136" y="40912"/>
                      </a:cubicBezTo>
                      <a:cubicBezTo>
                        <a:pt x="27294" y="37237"/>
                        <a:pt x="29109" y="32369"/>
                        <a:pt x="30781" y="27821"/>
                      </a:cubicBezTo>
                      <a:cubicBezTo>
                        <a:pt x="31188" y="26949"/>
                        <a:pt x="31975" y="26294"/>
                        <a:pt x="32769" y="25733"/>
                      </a:cubicBezTo>
                      <a:cubicBezTo>
                        <a:pt x="33631" y="25119"/>
                        <a:pt x="34556" y="24545"/>
                        <a:pt x="35177" y="23688"/>
                      </a:cubicBezTo>
                      <a:cubicBezTo>
                        <a:pt x="35688" y="22989"/>
                        <a:pt x="35961" y="22114"/>
                        <a:pt x="35908" y="21249"/>
                      </a:cubicBezTo>
                      <a:cubicBezTo>
                        <a:pt x="35867" y="20560"/>
                        <a:pt x="35613" y="19882"/>
                        <a:pt x="35184" y="19343"/>
                      </a:cubicBezTo>
                      <a:lnTo>
                        <a:pt x="35184" y="19343"/>
                      </a:lnTo>
                      <a:cubicBezTo>
                        <a:pt x="35578" y="19079"/>
                        <a:pt x="35785" y="18599"/>
                        <a:pt x="35945" y="18145"/>
                      </a:cubicBezTo>
                      <a:cubicBezTo>
                        <a:pt x="36278" y="17195"/>
                        <a:pt x="36522" y="16175"/>
                        <a:pt x="36347" y="15185"/>
                      </a:cubicBezTo>
                      <a:cubicBezTo>
                        <a:pt x="36187" y="14285"/>
                        <a:pt x="35603" y="13414"/>
                        <a:pt x="34763" y="13094"/>
                      </a:cubicBezTo>
                      <a:cubicBezTo>
                        <a:pt x="35628" y="12112"/>
                        <a:pt x="35961" y="10676"/>
                        <a:pt x="35594" y="9415"/>
                      </a:cubicBezTo>
                      <a:cubicBezTo>
                        <a:pt x="35352" y="8581"/>
                        <a:pt x="34744" y="7779"/>
                        <a:pt x="33889" y="7624"/>
                      </a:cubicBezTo>
                      <a:cubicBezTo>
                        <a:pt x="33782" y="7605"/>
                        <a:pt x="33674" y="7597"/>
                        <a:pt x="33567" y="7597"/>
                      </a:cubicBezTo>
                      <a:cubicBezTo>
                        <a:pt x="33272" y="7597"/>
                        <a:pt x="32977" y="7661"/>
                        <a:pt x="32697" y="7754"/>
                      </a:cubicBezTo>
                      <a:cubicBezTo>
                        <a:pt x="31847" y="8026"/>
                        <a:pt x="31097" y="8528"/>
                        <a:pt x="30467" y="9161"/>
                      </a:cubicBezTo>
                      <a:cubicBezTo>
                        <a:pt x="30062" y="9565"/>
                        <a:pt x="29708" y="10023"/>
                        <a:pt x="29404" y="10506"/>
                      </a:cubicBezTo>
                      <a:cubicBezTo>
                        <a:pt x="29116" y="10968"/>
                        <a:pt x="28865" y="11473"/>
                        <a:pt x="28733" y="12000"/>
                      </a:cubicBezTo>
                      <a:cubicBezTo>
                        <a:pt x="28664" y="12294"/>
                        <a:pt x="28629" y="12594"/>
                        <a:pt x="28649" y="12899"/>
                      </a:cubicBezTo>
                      <a:cubicBezTo>
                        <a:pt x="28658" y="13081"/>
                        <a:pt x="28696" y="13263"/>
                        <a:pt x="28752" y="13438"/>
                      </a:cubicBezTo>
                      <a:cubicBezTo>
                        <a:pt x="28918" y="13965"/>
                        <a:pt x="29272" y="14436"/>
                        <a:pt x="29755" y="14665"/>
                      </a:cubicBezTo>
                      <a:cubicBezTo>
                        <a:pt x="29304" y="15138"/>
                        <a:pt x="28966" y="15712"/>
                        <a:pt x="28806" y="16342"/>
                      </a:cubicBezTo>
                      <a:cubicBezTo>
                        <a:pt x="28602" y="17138"/>
                        <a:pt x="28705" y="18019"/>
                        <a:pt x="29147" y="18709"/>
                      </a:cubicBezTo>
                      <a:cubicBezTo>
                        <a:pt x="29454" y="19192"/>
                        <a:pt x="29931" y="19569"/>
                        <a:pt x="30467" y="19748"/>
                      </a:cubicBezTo>
                      <a:cubicBezTo>
                        <a:pt x="29269" y="20597"/>
                        <a:pt x="28306" y="22667"/>
                        <a:pt x="28306" y="22667"/>
                      </a:cubicBezTo>
                      <a:cubicBezTo>
                        <a:pt x="21957" y="23235"/>
                        <a:pt x="18204" y="26166"/>
                        <a:pt x="18204" y="26166"/>
                      </a:cubicBezTo>
                      <a:lnTo>
                        <a:pt x="18200" y="26163"/>
                      </a:lnTo>
                      <a:cubicBezTo>
                        <a:pt x="17413" y="23689"/>
                        <a:pt x="15927" y="21440"/>
                        <a:pt x="13964" y="19748"/>
                      </a:cubicBezTo>
                      <a:cubicBezTo>
                        <a:pt x="13764" y="19571"/>
                        <a:pt x="13557" y="19403"/>
                        <a:pt x="13346" y="19239"/>
                      </a:cubicBezTo>
                      <a:cubicBezTo>
                        <a:pt x="12400" y="18512"/>
                        <a:pt x="11328" y="17872"/>
                        <a:pt x="10697" y="16856"/>
                      </a:cubicBezTo>
                      <a:cubicBezTo>
                        <a:pt x="10580" y="16668"/>
                        <a:pt x="10483" y="16473"/>
                        <a:pt x="10402" y="16273"/>
                      </a:cubicBezTo>
                      <a:cubicBezTo>
                        <a:pt x="10395" y="16258"/>
                        <a:pt x="10390" y="16244"/>
                        <a:pt x="10383" y="16229"/>
                      </a:cubicBezTo>
                      <a:cubicBezTo>
                        <a:pt x="10006" y="15282"/>
                        <a:pt x="9969" y="14204"/>
                        <a:pt x="10006" y="13168"/>
                      </a:cubicBezTo>
                      <a:cubicBezTo>
                        <a:pt x="10085" y="10971"/>
                        <a:pt x="10446" y="8772"/>
                        <a:pt x="10311" y="6577"/>
                      </a:cubicBezTo>
                      <a:cubicBezTo>
                        <a:pt x="10261" y="5755"/>
                        <a:pt x="10129" y="4915"/>
                        <a:pt x="9897" y="4115"/>
                      </a:cubicBezTo>
                      <a:cubicBezTo>
                        <a:pt x="9508" y="2783"/>
                        <a:pt x="8841" y="1554"/>
                        <a:pt x="7799" y="657"/>
                      </a:cubicBezTo>
                      <a:cubicBezTo>
                        <a:pt x="7449" y="356"/>
                        <a:pt x="7046" y="93"/>
                        <a:pt x="6592" y="21"/>
                      </a:cubicBezTo>
                      <a:cubicBezTo>
                        <a:pt x="6508" y="7"/>
                        <a:pt x="6426" y="1"/>
                        <a:pt x="6344" y="1"/>
                      </a:cubicBezTo>
                      <a:close/>
                    </a:path>
                  </a:pathLst>
                </a:custGeom>
                <a:solidFill>
                  <a:srgbClr val="F7A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8"/>
                <p:cNvSpPr/>
                <p:nvPr/>
              </p:nvSpPr>
              <p:spPr>
                <a:xfrm>
                  <a:off x="2471475" y="1510850"/>
                  <a:ext cx="159600" cy="241900"/>
                </a:xfrm>
                <a:custGeom>
                  <a:rect b="b" l="l" r="r" t="t"/>
                  <a:pathLst>
                    <a:path extrusionOk="0" h="9676" w="6384">
                      <a:moveTo>
                        <a:pt x="224" y="0"/>
                      </a:moveTo>
                      <a:cubicBezTo>
                        <a:pt x="85" y="0"/>
                        <a:pt x="0" y="215"/>
                        <a:pt x="152" y="298"/>
                      </a:cubicBezTo>
                      <a:cubicBezTo>
                        <a:pt x="1482" y="1026"/>
                        <a:pt x="2500" y="2157"/>
                        <a:pt x="3364" y="3383"/>
                      </a:cubicBezTo>
                      <a:cubicBezTo>
                        <a:pt x="4201" y="4570"/>
                        <a:pt x="4882" y="5866"/>
                        <a:pt x="5384" y="7228"/>
                      </a:cubicBezTo>
                      <a:cubicBezTo>
                        <a:pt x="5666" y="7990"/>
                        <a:pt x="5889" y="8772"/>
                        <a:pt x="6057" y="9566"/>
                      </a:cubicBezTo>
                      <a:cubicBezTo>
                        <a:pt x="6073" y="9643"/>
                        <a:pt x="6129" y="9676"/>
                        <a:pt x="6188" y="9676"/>
                      </a:cubicBezTo>
                      <a:cubicBezTo>
                        <a:pt x="6281" y="9676"/>
                        <a:pt x="6383" y="9595"/>
                        <a:pt x="6358" y="9475"/>
                      </a:cubicBezTo>
                      <a:cubicBezTo>
                        <a:pt x="5746" y="6589"/>
                        <a:pt x="4370" y="3775"/>
                        <a:pt x="2340" y="1618"/>
                      </a:cubicBezTo>
                      <a:cubicBezTo>
                        <a:pt x="1743" y="983"/>
                        <a:pt x="1064" y="439"/>
                        <a:pt x="298" y="20"/>
                      </a:cubicBezTo>
                      <a:cubicBezTo>
                        <a:pt x="272" y="6"/>
                        <a:pt x="247" y="0"/>
                        <a:pt x="224" y="0"/>
                      </a:cubicBezTo>
                      <a:close/>
                    </a:path>
                  </a:pathLst>
                </a:custGeom>
                <a:solidFill>
                  <a:srgbClr val="CE74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28"/>
                <p:cNvSpPr/>
                <p:nvPr/>
              </p:nvSpPr>
              <p:spPr>
                <a:xfrm>
                  <a:off x="2331125" y="1993425"/>
                  <a:ext cx="272525" cy="124400"/>
                </a:xfrm>
                <a:custGeom>
                  <a:rect b="b" l="l" r="r" t="t"/>
                  <a:pathLst>
                    <a:path extrusionOk="0" h="4976" w="10901">
                      <a:moveTo>
                        <a:pt x="241" y="1"/>
                      </a:moveTo>
                      <a:cubicBezTo>
                        <a:pt x="111" y="1"/>
                        <a:pt x="0" y="166"/>
                        <a:pt x="127" y="267"/>
                      </a:cubicBezTo>
                      <a:cubicBezTo>
                        <a:pt x="2497" y="2150"/>
                        <a:pt x="5228" y="3560"/>
                        <a:pt x="8137" y="4400"/>
                      </a:cubicBezTo>
                      <a:cubicBezTo>
                        <a:pt x="8960" y="4638"/>
                        <a:pt x="9797" y="4828"/>
                        <a:pt x="10643" y="4973"/>
                      </a:cubicBezTo>
                      <a:cubicBezTo>
                        <a:pt x="10653" y="4975"/>
                        <a:pt x="10664" y="4976"/>
                        <a:pt x="10673" y="4976"/>
                      </a:cubicBezTo>
                      <a:cubicBezTo>
                        <a:pt x="10848" y="4976"/>
                        <a:pt x="10901" y="4699"/>
                        <a:pt x="10712" y="4667"/>
                      </a:cubicBezTo>
                      <a:cubicBezTo>
                        <a:pt x="7780" y="4167"/>
                        <a:pt x="4957" y="3092"/>
                        <a:pt x="2434" y="1517"/>
                      </a:cubicBezTo>
                      <a:cubicBezTo>
                        <a:pt x="1707" y="1063"/>
                        <a:pt x="1010" y="569"/>
                        <a:pt x="340" y="37"/>
                      </a:cubicBezTo>
                      <a:cubicBezTo>
                        <a:pt x="308" y="11"/>
                        <a:pt x="274" y="1"/>
                        <a:pt x="241" y="1"/>
                      </a:cubicBezTo>
                      <a:close/>
                    </a:path>
                  </a:pathLst>
                </a:custGeom>
                <a:solidFill>
                  <a:srgbClr val="CE74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28"/>
                <p:cNvSpPr/>
                <p:nvPr/>
              </p:nvSpPr>
              <p:spPr>
                <a:xfrm>
                  <a:off x="2878775" y="1371575"/>
                  <a:ext cx="147725" cy="67625"/>
                </a:xfrm>
                <a:custGeom>
                  <a:rect b="b" l="l" r="r" t="t"/>
                  <a:pathLst>
                    <a:path extrusionOk="0" h="2705" w="5909">
                      <a:moveTo>
                        <a:pt x="5707" y="1"/>
                      </a:moveTo>
                      <a:cubicBezTo>
                        <a:pt x="5704" y="1"/>
                        <a:pt x="5701" y="1"/>
                        <a:pt x="5698" y="1"/>
                      </a:cubicBezTo>
                      <a:cubicBezTo>
                        <a:pt x="4553" y="57"/>
                        <a:pt x="3407" y="294"/>
                        <a:pt x="2347" y="736"/>
                      </a:cubicBezTo>
                      <a:cubicBezTo>
                        <a:pt x="1448" y="1111"/>
                        <a:pt x="614" y="1655"/>
                        <a:pt x="76" y="2484"/>
                      </a:cubicBezTo>
                      <a:cubicBezTo>
                        <a:pt x="0" y="2600"/>
                        <a:pt x="108" y="2704"/>
                        <a:pt x="217" y="2704"/>
                      </a:cubicBezTo>
                      <a:cubicBezTo>
                        <a:pt x="268" y="2704"/>
                        <a:pt x="319" y="2682"/>
                        <a:pt x="353" y="2629"/>
                      </a:cubicBezTo>
                      <a:cubicBezTo>
                        <a:pt x="865" y="1842"/>
                        <a:pt x="1695" y="1331"/>
                        <a:pt x="2552" y="989"/>
                      </a:cubicBezTo>
                      <a:cubicBezTo>
                        <a:pt x="3558" y="588"/>
                        <a:pt x="4630" y="367"/>
                        <a:pt x="5710" y="314"/>
                      </a:cubicBezTo>
                      <a:cubicBezTo>
                        <a:pt x="5909" y="305"/>
                        <a:pt x="5901" y="1"/>
                        <a:pt x="5707" y="1"/>
                      </a:cubicBezTo>
                      <a:close/>
                    </a:path>
                  </a:pathLst>
                </a:custGeom>
                <a:solidFill>
                  <a:srgbClr val="CE74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28"/>
                <p:cNvSpPr/>
                <p:nvPr/>
              </p:nvSpPr>
              <p:spPr>
                <a:xfrm>
                  <a:off x="2917100" y="1526800"/>
                  <a:ext cx="124675" cy="20000"/>
                </a:xfrm>
                <a:custGeom>
                  <a:rect b="b" l="l" r="r" t="t"/>
                  <a:pathLst>
                    <a:path extrusionOk="0" h="800" w="4987">
                      <a:moveTo>
                        <a:pt x="4778" y="0"/>
                      </a:moveTo>
                      <a:cubicBezTo>
                        <a:pt x="4762" y="0"/>
                        <a:pt x="4744" y="3"/>
                        <a:pt x="4725" y="10"/>
                      </a:cubicBezTo>
                      <a:cubicBezTo>
                        <a:pt x="3817" y="326"/>
                        <a:pt x="2866" y="486"/>
                        <a:pt x="1912" y="486"/>
                      </a:cubicBezTo>
                      <a:cubicBezTo>
                        <a:pt x="1359" y="486"/>
                        <a:pt x="804" y="432"/>
                        <a:pt x="256" y="323"/>
                      </a:cubicBezTo>
                      <a:cubicBezTo>
                        <a:pt x="245" y="321"/>
                        <a:pt x="234" y="320"/>
                        <a:pt x="223" y="320"/>
                      </a:cubicBezTo>
                      <a:cubicBezTo>
                        <a:pt x="51" y="320"/>
                        <a:pt x="1" y="593"/>
                        <a:pt x="187" y="630"/>
                      </a:cubicBezTo>
                      <a:cubicBezTo>
                        <a:pt x="758" y="743"/>
                        <a:pt x="1336" y="799"/>
                        <a:pt x="1914" y="799"/>
                      </a:cubicBezTo>
                      <a:cubicBezTo>
                        <a:pt x="2898" y="799"/>
                        <a:pt x="3879" y="636"/>
                        <a:pt x="4815" y="310"/>
                      </a:cubicBezTo>
                      <a:cubicBezTo>
                        <a:pt x="4986" y="251"/>
                        <a:pt x="4930" y="0"/>
                        <a:pt x="4778" y="0"/>
                      </a:cubicBezTo>
                      <a:close/>
                    </a:path>
                  </a:pathLst>
                </a:custGeom>
                <a:solidFill>
                  <a:srgbClr val="CE74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8"/>
                <p:cNvSpPr/>
                <p:nvPr/>
              </p:nvSpPr>
              <p:spPr>
                <a:xfrm>
                  <a:off x="2854725" y="1593575"/>
                  <a:ext cx="137600" cy="115300"/>
                </a:xfrm>
                <a:custGeom>
                  <a:rect b="b" l="l" r="r" t="t"/>
                  <a:pathLst>
                    <a:path extrusionOk="0" h="4612" w="5504">
                      <a:moveTo>
                        <a:pt x="411" y="0"/>
                      </a:moveTo>
                      <a:cubicBezTo>
                        <a:pt x="346" y="0"/>
                        <a:pt x="285" y="36"/>
                        <a:pt x="269" y="119"/>
                      </a:cubicBezTo>
                      <a:cubicBezTo>
                        <a:pt x="70" y="1215"/>
                        <a:pt x="1" y="2463"/>
                        <a:pt x="710" y="3403"/>
                      </a:cubicBezTo>
                      <a:cubicBezTo>
                        <a:pt x="1039" y="3843"/>
                        <a:pt x="1508" y="4137"/>
                        <a:pt x="2010" y="4345"/>
                      </a:cubicBezTo>
                      <a:cubicBezTo>
                        <a:pt x="2400" y="4508"/>
                        <a:pt x="2810" y="4612"/>
                        <a:pt x="3227" y="4612"/>
                      </a:cubicBezTo>
                      <a:cubicBezTo>
                        <a:pt x="3370" y="4612"/>
                        <a:pt x="3513" y="4600"/>
                        <a:pt x="3657" y="4573"/>
                      </a:cubicBezTo>
                      <a:cubicBezTo>
                        <a:pt x="4290" y="4459"/>
                        <a:pt x="4853" y="4119"/>
                        <a:pt x="5369" y="3750"/>
                      </a:cubicBezTo>
                      <a:cubicBezTo>
                        <a:pt x="5503" y="3653"/>
                        <a:pt x="5415" y="3453"/>
                        <a:pt x="5288" y="3453"/>
                      </a:cubicBezTo>
                      <a:cubicBezTo>
                        <a:pt x="5261" y="3453"/>
                        <a:pt x="5233" y="3462"/>
                        <a:pt x="5204" y="3482"/>
                      </a:cubicBezTo>
                      <a:cubicBezTo>
                        <a:pt x="4688" y="3851"/>
                        <a:pt x="4118" y="4207"/>
                        <a:pt x="3476" y="4286"/>
                      </a:cubicBezTo>
                      <a:cubicBezTo>
                        <a:pt x="3390" y="4297"/>
                        <a:pt x="3304" y="4302"/>
                        <a:pt x="3218" y="4302"/>
                      </a:cubicBezTo>
                      <a:cubicBezTo>
                        <a:pt x="2632" y="4302"/>
                        <a:pt x="2044" y="4070"/>
                        <a:pt x="1556" y="3762"/>
                      </a:cubicBezTo>
                      <a:cubicBezTo>
                        <a:pt x="334" y="2988"/>
                        <a:pt x="344" y="1455"/>
                        <a:pt x="576" y="188"/>
                      </a:cubicBezTo>
                      <a:cubicBezTo>
                        <a:pt x="597" y="72"/>
                        <a:pt x="501" y="0"/>
                        <a:pt x="411" y="0"/>
                      </a:cubicBezTo>
                      <a:close/>
                    </a:path>
                  </a:pathLst>
                </a:custGeom>
                <a:solidFill>
                  <a:srgbClr val="CE74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8"/>
                <p:cNvSpPr/>
                <p:nvPr/>
              </p:nvSpPr>
              <p:spPr>
                <a:xfrm>
                  <a:off x="2933375" y="1304025"/>
                  <a:ext cx="49275" cy="92150"/>
                </a:xfrm>
                <a:custGeom>
                  <a:rect b="b" l="l" r="r" t="t"/>
                  <a:pathLst>
                    <a:path extrusionOk="0" h="3686" w="1971">
                      <a:moveTo>
                        <a:pt x="715" y="1"/>
                      </a:moveTo>
                      <a:cubicBezTo>
                        <a:pt x="589" y="1"/>
                        <a:pt x="480" y="165"/>
                        <a:pt x="602" y="269"/>
                      </a:cubicBezTo>
                      <a:cubicBezTo>
                        <a:pt x="1615" y="1135"/>
                        <a:pt x="841" y="2644"/>
                        <a:pt x="106" y="3422"/>
                      </a:cubicBezTo>
                      <a:cubicBezTo>
                        <a:pt x="1" y="3534"/>
                        <a:pt x="109" y="3686"/>
                        <a:pt x="229" y="3686"/>
                      </a:cubicBezTo>
                      <a:cubicBezTo>
                        <a:pt x="265" y="3686"/>
                        <a:pt x="303" y="3671"/>
                        <a:pt x="336" y="3636"/>
                      </a:cubicBezTo>
                      <a:cubicBezTo>
                        <a:pt x="1192" y="2729"/>
                        <a:pt x="1971" y="1028"/>
                        <a:pt x="816" y="40"/>
                      </a:cubicBezTo>
                      <a:cubicBezTo>
                        <a:pt x="784" y="12"/>
                        <a:pt x="749" y="1"/>
                        <a:pt x="715" y="1"/>
                      </a:cubicBezTo>
                      <a:close/>
                    </a:path>
                  </a:pathLst>
                </a:custGeom>
                <a:solidFill>
                  <a:srgbClr val="CE74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8"/>
                <p:cNvSpPr/>
                <p:nvPr/>
              </p:nvSpPr>
              <p:spPr>
                <a:xfrm>
                  <a:off x="2905375" y="1446725"/>
                  <a:ext cx="88425" cy="83350"/>
                </a:xfrm>
                <a:custGeom>
                  <a:rect b="b" l="l" r="r" t="t"/>
                  <a:pathLst>
                    <a:path extrusionOk="0" h="3334" w="3537">
                      <a:moveTo>
                        <a:pt x="3207" y="0"/>
                      </a:moveTo>
                      <a:cubicBezTo>
                        <a:pt x="3126" y="0"/>
                        <a:pt x="3051" y="53"/>
                        <a:pt x="3065" y="155"/>
                      </a:cubicBezTo>
                      <a:cubicBezTo>
                        <a:pt x="3133" y="621"/>
                        <a:pt x="3188" y="1093"/>
                        <a:pt x="3206" y="1564"/>
                      </a:cubicBezTo>
                      <a:cubicBezTo>
                        <a:pt x="3221" y="1994"/>
                        <a:pt x="3142" y="2388"/>
                        <a:pt x="2755" y="2629"/>
                      </a:cubicBezTo>
                      <a:cubicBezTo>
                        <a:pt x="2416" y="2840"/>
                        <a:pt x="1979" y="2939"/>
                        <a:pt x="1587" y="2992"/>
                      </a:cubicBezTo>
                      <a:cubicBezTo>
                        <a:pt x="1448" y="3010"/>
                        <a:pt x="1309" y="3021"/>
                        <a:pt x="1170" y="3021"/>
                      </a:cubicBezTo>
                      <a:cubicBezTo>
                        <a:pt x="875" y="3021"/>
                        <a:pt x="581" y="2973"/>
                        <a:pt x="307" y="2851"/>
                      </a:cubicBezTo>
                      <a:cubicBezTo>
                        <a:pt x="284" y="2841"/>
                        <a:pt x="262" y="2837"/>
                        <a:pt x="241" y="2837"/>
                      </a:cubicBezTo>
                      <a:cubicBezTo>
                        <a:pt x="93" y="2837"/>
                        <a:pt x="0" y="3058"/>
                        <a:pt x="162" y="3130"/>
                      </a:cubicBezTo>
                      <a:cubicBezTo>
                        <a:pt x="485" y="3272"/>
                        <a:pt x="828" y="3333"/>
                        <a:pt x="1176" y="3333"/>
                      </a:cubicBezTo>
                      <a:cubicBezTo>
                        <a:pt x="1316" y="3333"/>
                        <a:pt x="1457" y="3323"/>
                        <a:pt x="1597" y="3305"/>
                      </a:cubicBezTo>
                      <a:cubicBezTo>
                        <a:pt x="2044" y="3245"/>
                        <a:pt x="2532" y="3137"/>
                        <a:pt x="2920" y="2895"/>
                      </a:cubicBezTo>
                      <a:cubicBezTo>
                        <a:pt x="3329" y="2641"/>
                        <a:pt x="3506" y="2235"/>
                        <a:pt x="3520" y="1764"/>
                      </a:cubicBezTo>
                      <a:cubicBezTo>
                        <a:pt x="3536" y="1227"/>
                        <a:pt x="3455" y="675"/>
                        <a:pt x="3379" y="144"/>
                      </a:cubicBezTo>
                      <a:cubicBezTo>
                        <a:pt x="3365" y="48"/>
                        <a:pt x="3283" y="0"/>
                        <a:pt x="3207" y="0"/>
                      </a:cubicBezTo>
                      <a:close/>
                    </a:path>
                  </a:pathLst>
                </a:custGeom>
                <a:solidFill>
                  <a:srgbClr val="CE74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28"/>
                <p:cNvSpPr/>
                <p:nvPr/>
              </p:nvSpPr>
              <p:spPr>
                <a:xfrm>
                  <a:off x="2886150" y="1429200"/>
                  <a:ext cx="39200" cy="61125"/>
                </a:xfrm>
                <a:custGeom>
                  <a:rect b="b" l="l" r="r" t="t"/>
                  <a:pathLst>
                    <a:path extrusionOk="0" h="2445" w="1568">
                      <a:moveTo>
                        <a:pt x="1328" y="0"/>
                      </a:moveTo>
                      <a:cubicBezTo>
                        <a:pt x="1304" y="0"/>
                        <a:pt x="1278" y="6"/>
                        <a:pt x="1251" y="21"/>
                      </a:cubicBezTo>
                      <a:cubicBezTo>
                        <a:pt x="422" y="472"/>
                        <a:pt x="0" y="1414"/>
                        <a:pt x="182" y="2334"/>
                      </a:cubicBezTo>
                      <a:cubicBezTo>
                        <a:pt x="198" y="2412"/>
                        <a:pt x="253" y="2445"/>
                        <a:pt x="312" y="2445"/>
                      </a:cubicBezTo>
                      <a:cubicBezTo>
                        <a:pt x="404" y="2445"/>
                        <a:pt x="506" y="2364"/>
                        <a:pt x="482" y="2244"/>
                      </a:cubicBezTo>
                      <a:cubicBezTo>
                        <a:pt x="327" y="1458"/>
                        <a:pt x="718" y="668"/>
                        <a:pt x="1416" y="288"/>
                      </a:cubicBezTo>
                      <a:cubicBezTo>
                        <a:pt x="1568" y="206"/>
                        <a:pt x="1470" y="0"/>
                        <a:pt x="1328" y="0"/>
                      </a:cubicBezTo>
                      <a:close/>
                    </a:path>
                  </a:pathLst>
                </a:custGeom>
                <a:solidFill>
                  <a:srgbClr val="CE74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28"/>
                <p:cNvSpPr/>
                <p:nvPr/>
              </p:nvSpPr>
              <p:spPr>
                <a:xfrm>
                  <a:off x="2896825" y="1580775"/>
                  <a:ext cx="95175" cy="84825"/>
                </a:xfrm>
                <a:custGeom>
                  <a:rect b="b" l="l" r="r" t="t"/>
                  <a:pathLst>
                    <a:path extrusionOk="0" h="3393" w="3807">
                      <a:moveTo>
                        <a:pt x="1924" y="1"/>
                      </a:moveTo>
                      <a:cubicBezTo>
                        <a:pt x="1836" y="1"/>
                        <a:pt x="1748" y="8"/>
                        <a:pt x="1658" y="22"/>
                      </a:cubicBezTo>
                      <a:cubicBezTo>
                        <a:pt x="1078" y="113"/>
                        <a:pt x="595" y="457"/>
                        <a:pt x="134" y="797"/>
                      </a:cubicBezTo>
                      <a:cubicBezTo>
                        <a:pt x="1" y="895"/>
                        <a:pt x="88" y="1094"/>
                        <a:pt x="214" y="1094"/>
                      </a:cubicBezTo>
                      <a:cubicBezTo>
                        <a:pt x="241" y="1094"/>
                        <a:pt x="270" y="1085"/>
                        <a:pt x="298" y="1064"/>
                      </a:cubicBezTo>
                      <a:cubicBezTo>
                        <a:pt x="690" y="776"/>
                        <a:pt x="1094" y="475"/>
                        <a:pt x="1574" y="357"/>
                      </a:cubicBezTo>
                      <a:cubicBezTo>
                        <a:pt x="1690" y="329"/>
                        <a:pt x="1805" y="314"/>
                        <a:pt x="1918" y="314"/>
                      </a:cubicBezTo>
                      <a:cubicBezTo>
                        <a:pt x="2271" y="314"/>
                        <a:pt x="2599" y="454"/>
                        <a:pt x="2851" y="734"/>
                      </a:cubicBezTo>
                      <a:cubicBezTo>
                        <a:pt x="3479" y="1430"/>
                        <a:pt x="3391" y="2502"/>
                        <a:pt x="2725" y="3134"/>
                      </a:cubicBezTo>
                      <a:cubicBezTo>
                        <a:pt x="2612" y="3242"/>
                        <a:pt x="2723" y="3393"/>
                        <a:pt x="2846" y="3393"/>
                      </a:cubicBezTo>
                      <a:cubicBezTo>
                        <a:pt x="2883" y="3393"/>
                        <a:pt x="2921" y="3379"/>
                        <a:pt x="2954" y="3348"/>
                      </a:cubicBezTo>
                      <a:cubicBezTo>
                        <a:pt x="3735" y="2607"/>
                        <a:pt x="3806" y="1360"/>
                        <a:pt x="3100" y="544"/>
                      </a:cubicBezTo>
                      <a:cubicBezTo>
                        <a:pt x="2792" y="188"/>
                        <a:pt x="2376" y="1"/>
                        <a:pt x="1924" y="1"/>
                      </a:cubicBezTo>
                      <a:close/>
                    </a:path>
                  </a:pathLst>
                </a:custGeom>
                <a:solidFill>
                  <a:srgbClr val="CE74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28"/>
                <p:cNvSpPr/>
                <p:nvPr/>
              </p:nvSpPr>
              <p:spPr>
                <a:xfrm>
                  <a:off x="2870300" y="1631850"/>
                  <a:ext cx="59375" cy="59375"/>
                </a:xfrm>
                <a:custGeom>
                  <a:rect b="b" l="l" r="r" t="t"/>
                  <a:pathLst>
                    <a:path extrusionOk="0" h="2375" w="2375">
                      <a:moveTo>
                        <a:pt x="193" y="0"/>
                      </a:moveTo>
                      <a:cubicBezTo>
                        <a:pt x="96" y="0"/>
                        <a:pt x="0" y="79"/>
                        <a:pt x="42" y="195"/>
                      </a:cubicBezTo>
                      <a:cubicBezTo>
                        <a:pt x="393" y="1170"/>
                        <a:pt x="1161" y="1979"/>
                        <a:pt x="2127" y="2360"/>
                      </a:cubicBezTo>
                      <a:cubicBezTo>
                        <a:pt x="2152" y="2370"/>
                        <a:pt x="2177" y="2375"/>
                        <a:pt x="2203" y="2375"/>
                      </a:cubicBezTo>
                      <a:cubicBezTo>
                        <a:pt x="2258" y="2375"/>
                        <a:pt x="2310" y="2350"/>
                        <a:pt x="2339" y="2294"/>
                      </a:cubicBezTo>
                      <a:cubicBezTo>
                        <a:pt x="2375" y="2225"/>
                        <a:pt x="2352" y="2113"/>
                        <a:pt x="2272" y="2083"/>
                      </a:cubicBezTo>
                      <a:cubicBezTo>
                        <a:pt x="1385" y="1731"/>
                        <a:pt x="667" y="1006"/>
                        <a:pt x="343" y="105"/>
                      </a:cubicBezTo>
                      <a:cubicBezTo>
                        <a:pt x="316" y="32"/>
                        <a:pt x="254" y="0"/>
                        <a:pt x="193" y="0"/>
                      </a:cubicBezTo>
                      <a:close/>
                    </a:path>
                  </a:pathLst>
                </a:custGeom>
                <a:solidFill>
                  <a:srgbClr val="CE74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28"/>
                <p:cNvSpPr/>
                <p:nvPr/>
              </p:nvSpPr>
              <p:spPr>
                <a:xfrm>
                  <a:off x="2257475" y="1053950"/>
                  <a:ext cx="69925" cy="146125"/>
                </a:xfrm>
                <a:custGeom>
                  <a:rect b="b" l="l" r="r" t="t"/>
                  <a:pathLst>
                    <a:path extrusionOk="0" h="5845" w="2797">
                      <a:moveTo>
                        <a:pt x="2421" y="0"/>
                      </a:moveTo>
                      <a:cubicBezTo>
                        <a:pt x="2341" y="0"/>
                        <a:pt x="2265" y="53"/>
                        <a:pt x="2281" y="155"/>
                      </a:cubicBezTo>
                      <a:cubicBezTo>
                        <a:pt x="2455" y="1321"/>
                        <a:pt x="2457" y="2537"/>
                        <a:pt x="2214" y="3694"/>
                      </a:cubicBezTo>
                      <a:cubicBezTo>
                        <a:pt x="2110" y="4183"/>
                        <a:pt x="1938" y="4688"/>
                        <a:pt x="1584" y="5056"/>
                      </a:cubicBezTo>
                      <a:cubicBezTo>
                        <a:pt x="1312" y="5340"/>
                        <a:pt x="939" y="5530"/>
                        <a:pt x="552" y="5530"/>
                      </a:cubicBezTo>
                      <a:cubicBezTo>
                        <a:pt x="451" y="5530"/>
                        <a:pt x="350" y="5518"/>
                        <a:pt x="249" y="5490"/>
                      </a:cubicBezTo>
                      <a:cubicBezTo>
                        <a:pt x="233" y="5486"/>
                        <a:pt x="218" y="5484"/>
                        <a:pt x="204" y="5484"/>
                      </a:cubicBezTo>
                      <a:cubicBezTo>
                        <a:pt x="44" y="5484"/>
                        <a:pt x="0" y="5747"/>
                        <a:pt x="180" y="5796"/>
                      </a:cubicBezTo>
                      <a:cubicBezTo>
                        <a:pt x="303" y="5829"/>
                        <a:pt x="427" y="5845"/>
                        <a:pt x="550" y="5845"/>
                      </a:cubicBezTo>
                      <a:cubicBezTo>
                        <a:pt x="930" y="5845"/>
                        <a:pt x="1302" y="5696"/>
                        <a:pt x="1605" y="5457"/>
                      </a:cubicBezTo>
                      <a:cubicBezTo>
                        <a:pt x="2041" y="5113"/>
                        <a:pt x="2293" y="4605"/>
                        <a:pt x="2442" y="4079"/>
                      </a:cubicBezTo>
                      <a:cubicBezTo>
                        <a:pt x="2797" y="2826"/>
                        <a:pt x="2786" y="1423"/>
                        <a:pt x="2595" y="143"/>
                      </a:cubicBezTo>
                      <a:lnTo>
                        <a:pt x="2595" y="143"/>
                      </a:lnTo>
                      <a:lnTo>
                        <a:pt x="2595" y="144"/>
                      </a:lnTo>
                      <a:cubicBezTo>
                        <a:pt x="2581" y="48"/>
                        <a:pt x="2498" y="0"/>
                        <a:pt x="2421" y="0"/>
                      </a:cubicBezTo>
                      <a:close/>
                    </a:path>
                  </a:pathLst>
                </a:custGeom>
                <a:solidFill>
                  <a:srgbClr val="CE74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28"/>
                <p:cNvSpPr/>
                <p:nvPr/>
              </p:nvSpPr>
              <p:spPr>
                <a:xfrm>
                  <a:off x="2361450" y="1074375"/>
                  <a:ext cx="68925" cy="398775"/>
                </a:xfrm>
                <a:custGeom>
                  <a:rect b="b" l="l" r="r" t="t"/>
                  <a:pathLst>
                    <a:path extrusionOk="0" h="15951" w="2757">
                      <a:moveTo>
                        <a:pt x="220" y="1"/>
                      </a:moveTo>
                      <a:cubicBezTo>
                        <a:pt x="104" y="1"/>
                        <a:pt x="1" y="164"/>
                        <a:pt x="107" y="277"/>
                      </a:cubicBezTo>
                      <a:cubicBezTo>
                        <a:pt x="1546" y="1805"/>
                        <a:pt x="2009" y="3945"/>
                        <a:pt x="2043" y="5984"/>
                      </a:cubicBezTo>
                      <a:cubicBezTo>
                        <a:pt x="2062" y="7130"/>
                        <a:pt x="1974" y="8281"/>
                        <a:pt x="1842" y="9419"/>
                      </a:cubicBezTo>
                      <a:cubicBezTo>
                        <a:pt x="1713" y="10526"/>
                        <a:pt x="1534" y="11637"/>
                        <a:pt x="1559" y="12757"/>
                      </a:cubicBezTo>
                      <a:cubicBezTo>
                        <a:pt x="1584" y="13848"/>
                        <a:pt x="1817" y="14952"/>
                        <a:pt x="2413" y="15879"/>
                      </a:cubicBezTo>
                      <a:cubicBezTo>
                        <a:pt x="2445" y="15929"/>
                        <a:pt x="2492" y="15950"/>
                        <a:pt x="2538" y="15950"/>
                      </a:cubicBezTo>
                      <a:cubicBezTo>
                        <a:pt x="2648" y="15950"/>
                        <a:pt x="2757" y="15834"/>
                        <a:pt x="2680" y="15714"/>
                      </a:cubicBezTo>
                      <a:cubicBezTo>
                        <a:pt x="1467" y="13830"/>
                        <a:pt x="1917" y="11498"/>
                        <a:pt x="2156" y="9412"/>
                      </a:cubicBezTo>
                      <a:cubicBezTo>
                        <a:pt x="2405" y="7251"/>
                        <a:pt x="2557" y="4956"/>
                        <a:pt x="1905" y="2848"/>
                      </a:cubicBezTo>
                      <a:cubicBezTo>
                        <a:pt x="1585" y="1812"/>
                        <a:pt x="1066" y="840"/>
                        <a:pt x="321" y="48"/>
                      </a:cubicBezTo>
                      <a:cubicBezTo>
                        <a:pt x="290" y="15"/>
                        <a:pt x="254" y="1"/>
                        <a:pt x="220" y="1"/>
                      </a:cubicBezTo>
                      <a:close/>
                    </a:path>
                  </a:pathLst>
                </a:custGeom>
                <a:solidFill>
                  <a:srgbClr val="CE74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82" name="Google Shape;482;p28"/>
            <p:cNvSpPr/>
            <p:nvPr/>
          </p:nvSpPr>
          <p:spPr>
            <a:xfrm rot="3972439">
              <a:off x="7320062" y="1980913"/>
              <a:ext cx="373734" cy="150930"/>
            </a:xfrm>
            <a:custGeom>
              <a:rect b="b" l="l" r="r" t="t"/>
              <a:pathLst>
                <a:path extrusionOk="0" h="2732" w="6765">
                  <a:moveTo>
                    <a:pt x="3520" y="1"/>
                  </a:moveTo>
                  <a:cubicBezTo>
                    <a:pt x="2537" y="1"/>
                    <a:pt x="1006" y="188"/>
                    <a:pt x="501" y="1288"/>
                  </a:cubicBezTo>
                  <a:cubicBezTo>
                    <a:pt x="0" y="2380"/>
                    <a:pt x="1282" y="2731"/>
                    <a:pt x="2639" y="2731"/>
                  </a:cubicBezTo>
                  <a:cubicBezTo>
                    <a:pt x="3354" y="2731"/>
                    <a:pt x="4091" y="2634"/>
                    <a:pt x="4598" y="2495"/>
                  </a:cubicBezTo>
                  <a:cubicBezTo>
                    <a:pt x="6068" y="2096"/>
                    <a:pt x="6765" y="315"/>
                    <a:pt x="4388" y="50"/>
                  </a:cubicBezTo>
                  <a:cubicBezTo>
                    <a:pt x="4388" y="50"/>
                    <a:pt x="4027" y="1"/>
                    <a:pt x="352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29"/>
          <p:cNvSpPr txBox="1"/>
          <p:nvPr>
            <p:ph type="title"/>
          </p:nvPr>
        </p:nvSpPr>
        <p:spPr>
          <a:xfrm>
            <a:off x="3949050" y="3067275"/>
            <a:ext cx="46032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Cost, Effort &amp; Price Estimation</a:t>
            </a:r>
            <a:endParaRPr/>
          </a:p>
        </p:txBody>
      </p:sp>
      <p:sp>
        <p:nvSpPr>
          <p:cNvPr id="488" name="Google Shape;488;p29"/>
          <p:cNvSpPr txBox="1"/>
          <p:nvPr>
            <p:ph idx="2" type="title"/>
          </p:nvPr>
        </p:nvSpPr>
        <p:spPr>
          <a:xfrm>
            <a:off x="5596800" y="1603788"/>
            <a:ext cx="1307700" cy="120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489" name="Google Shape;489;p29">
            <a:hlinkClick action="ppaction://hlinkshowjump?jump=nextslide"/>
          </p:cNvPr>
          <p:cNvSpPr/>
          <p:nvPr/>
        </p:nvSpPr>
        <p:spPr>
          <a:xfrm rot="10800000">
            <a:off x="8795200" y="4467625"/>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29">
            <a:hlinkClick action="ppaction://hlinksldjump" r:id="rId3"/>
          </p:cNvPr>
          <p:cNvSpPr/>
          <p:nvPr/>
        </p:nvSpPr>
        <p:spPr>
          <a:xfrm>
            <a:off x="8777675" y="2488988"/>
            <a:ext cx="163200" cy="163200"/>
          </a:xfrm>
          <a:prstGeom prst="rect">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29">
            <a:hlinkClick action="ppaction://hlinkshowjump?jump=previousslide"/>
          </p:cNvPr>
          <p:cNvSpPr/>
          <p:nvPr/>
        </p:nvSpPr>
        <p:spPr>
          <a:xfrm flipH="1">
            <a:off x="8795200" y="539500"/>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2" name="Google Shape;492;p29"/>
          <p:cNvGrpSpPr/>
          <p:nvPr/>
        </p:nvGrpSpPr>
        <p:grpSpPr>
          <a:xfrm>
            <a:off x="1957434" y="744592"/>
            <a:ext cx="859455" cy="593466"/>
            <a:chOff x="2349550" y="539500"/>
            <a:chExt cx="955375" cy="659700"/>
          </a:xfrm>
        </p:grpSpPr>
        <p:grpSp>
          <p:nvGrpSpPr>
            <p:cNvPr id="493" name="Google Shape;493;p29"/>
            <p:cNvGrpSpPr/>
            <p:nvPr/>
          </p:nvGrpSpPr>
          <p:grpSpPr>
            <a:xfrm>
              <a:off x="2349550" y="539500"/>
              <a:ext cx="955375" cy="659700"/>
              <a:chOff x="2349550" y="539500"/>
              <a:chExt cx="955375" cy="659700"/>
            </a:xfrm>
          </p:grpSpPr>
          <p:sp>
            <p:nvSpPr>
              <p:cNvPr id="494" name="Google Shape;494;p29"/>
              <p:cNvSpPr/>
              <p:nvPr/>
            </p:nvSpPr>
            <p:spPr>
              <a:xfrm>
                <a:off x="2349550" y="539500"/>
                <a:ext cx="800100" cy="659700"/>
              </a:xfrm>
              <a:prstGeom prst="wedgeEllipseCallout">
                <a:avLst>
                  <a:gd fmla="val -37942" name="adj1"/>
                  <a:gd fmla="val 65302" name="adj2"/>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29"/>
              <p:cNvSpPr/>
              <p:nvPr/>
            </p:nvSpPr>
            <p:spPr>
              <a:xfrm flipH="1">
                <a:off x="2504825" y="539500"/>
                <a:ext cx="800100" cy="659700"/>
              </a:xfrm>
              <a:prstGeom prst="wedgeEllipseCallout">
                <a:avLst>
                  <a:gd fmla="val -37942" name="adj1"/>
                  <a:gd fmla="val 65302" name="adj2"/>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6" name="Google Shape;496;p29"/>
            <p:cNvGrpSpPr/>
            <p:nvPr/>
          </p:nvGrpSpPr>
          <p:grpSpPr>
            <a:xfrm flipH="1">
              <a:off x="2641798" y="700472"/>
              <a:ext cx="370879" cy="337755"/>
              <a:chOff x="-40378075" y="3267450"/>
              <a:chExt cx="317425" cy="289075"/>
            </a:xfrm>
          </p:grpSpPr>
          <p:sp>
            <p:nvSpPr>
              <p:cNvPr id="497" name="Google Shape;497;p29"/>
              <p:cNvSpPr/>
              <p:nvPr/>
            </p:nvSpPr>
            <p:spPr>
              <a:xfrm>
                <a:off x="-40218975" y="3308400"/>
                <a:ext cx="158325" cy="248125"/>
              </a:xfrm>
              <a:custGeom>
                <a:rect b="b" l="l" r="r" t="t"/>
                <a:pathLst>
                  <a:path extrusionOk="0" h="9925" w="6333">
                    <a:moveTo>
                      <a:pt x="4694" y="1"/>
                    </a:moveTo>
                    <a:lnTo>
                      <a:pt x="4694" y="7877"/>
                    </a:lnTo>
                    <a:cubicBezTo>
                      <a:pt x="4694" y="8097"/>
                      <a:pt x="4474" y="8255"/>
                      <a:pt x="4253" y="8255"/>
                    </a:cubicBezTo>
                    <a:cubicBezTo>
                      <a:pt x="2993" y="8255"/>
                      <a:pt x="1638" y="8696"/>
                      <a:pt x="693" y="9452"/>
                    </a:cubicBezTo>
                    <a:cubicBezTo>
                      <a:pt x="536" y="9546"/>
                      <a:pt x="189" y="9925"/>
                      <a:pt x="0" y="9925"/>
                    </a:cubicBezTo>
                    <a:lnTo>
                      <a:pt x="5073" y="9925"/>
                    </a:lnTo>
                    <a:cubicBezTo>
                      <a:pt x="5734" y="9925"/>
                      <a:pt x="6333" y="9357"/>
                      <a:pt x="6333" y="8696"/>
                    </a:cubicBezTo>
                    <a:lnTo>
                      <a:pt x="6333" y="1229"/>
                    </a:lnTo>
                    <a:cubicBezTo>
                      <a:pt x="6333" y="536"/>
                      <a:pt x="5766" y="1"/>
                      <a:pt x="507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29"/>
              <p:cNvSpPr/>
              <p:nvPr/>
            </p:nvSpPr>
            <p:spPr>
              <a:xfrm>
                <a:off x="-40316650" y="3267450"/>
                <a:ext cx="86675" cy="257575"/>
              </a:xfrm>
              <a:custGeom>
                <a:rect b="b" l="l" r="r" t="t"/>
                <a:pathLst>
                  <a:path extrusionOk="0" h="10303" w="3467">
                    <a:moveTo>
                      <a:pt x="1" y="0"/>
                    </a:moveTo>
                    <a:lnTo>
                      <a:pt x="1" y="9105"/>
                    </a:lnTo>
                    <a:cubicBezTo>
                      <a:pt x="1166" y="9200"/>
                      <a:pt x="2489" y="9578"/>
                      <a:pt x="3466" y="10302"/>
                    </a:cubicBezTo>
                    <a:lnTo>
                      <a:pt x="3466" y="1197"/>
                    </a:lnTo>
                    <a:cubicBezTo>
                      <a:pt x="2489" y="473"/>
                      <a:pt x="1229" y="95"/>
                      <a:pt x="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9"/>
              <p:cNvSpPr/>
              <p:nvPr/>
            </p:nvSpPr>
            <p:spPr>
              <a:xfrm>
                <a:off x="-40209525" y="3267450"/>
                <a:ext cx="86650" cy="257575"/>
              </a:xfrm>
              <a:custGeom>
                <a:rect b="b" l="l" r="r" t="t"/>
                <a:pathLst>
                  <a:path extrusionOk="0" h="10303" w="3466">
                    <a:moveTo>
                      <a:pt x="3466" y="0"/>
                    </a:moveTo>
                    <a:cubicBezTo>
                      <a:pt x="2300" y="95"/>
                      <a:pt x="977" y="473"/>
                      <a:pt x="0" y="1197"/>
                    </a:cubicBezTo>
                    <a:lnTo>
                      <a:pt x="0" y="10302"/>
                    </a:lnTo>
                    <a:cubicBezTo>
                      <a:pt x="977" y="9578"/>
                      <a:pt x="2237" y="9200"/>
                      <a:pt x="3466" y="9105"/>
                    </a:cubicBezTo>
                    <a:lnTo>
                      <a:pt x="346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29"/>
              <p:cNvSpPr/>
              <p:nvPr/>
            </p:nvSpPr>
            <p:spPr>
              <a:xfrm>
                <a:off x="-40378075" y="3308400"/>
                <a:ext cx="157550" cy="248125"/>
              </a:xfrm>
              <a:custGeom>
                <a:rect b="b" l="l" r="r" t="t"/>
                <a:pathLst>
                  <a:path extrusionOk="0" h="9925" w="6302">
                    <a:moveTo>
                      <a:pt x="1229" y="1"/>
                    </a:moveTo>
                    <a:cubicBezTo>
                      <a:pt x="567" y="1"/>
                      <a:pt x="0" y="536"/>
                      <a:pt x="0" y="1198"/>
                    </a:cubicBezTo>
                    <a:lnTo>
                      <a:pt x="0" y="8664"/>
                    </a:lnTo>
                    <a:cubicBezTo>
                      <a:pt x="32" y="9357"/>
                      <a:pt x="567" y="9925"/>
                      <a:pt x="1229" y="9925"/>
                    </a:cubicBezTo>
                    <a:lnTo>
                      <a:pt x="6301" y="9925"/>
                    </a:lnTo>
                    <a:cubicBezTo>
                      <a:pt x="6112" y="9925"/>
                      <a:pt x="5766" y="9609"/>
                      <a:pt x="5608" y="9452"/>
                    </a:cubicBezTo>
                    <a:cubicBezTo>
                      <a:pt x="4631" y="8664"/>
                      <a:pt x="3277" y="8255"/>
                      <a:pt x="2048" y="8255"/>
                    </a:cubicBezTo>
                    <a:cubicBezTo>
                      <a:pt x="1828" y="8255"/>
                      <a:pt x="1638" y="8066"/>
                      <a:pt x="1638" y="7877"/>
                    </a:cubicBezTo>
                    <a:lnTo>
                      <a:pt x="163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01" name="Google Shape;501;p29"/>
          <p:cNvGrpSpPr/>
          <p:nvPr/>
        </p:nvGrpSpPr>
        <p:grpSpPr>
          <a:xfrm>
            <a:off x="2816891" y="1094001"/>
            <a:ext cx="919072" cy="3504182"/>
            <a:chOff x="2710875" y="3116650"/>
            <a:chExt cx="598900" cy="2283450"/>
          </a:xfrm>
        </p:grpSpPr>
        <p:sp>
          <p:nvSpPr>
            <p:cNvPr id="502" name="Google Shape;502;p29"/>
            <p:cNvSpPr/>
            <p:nvPr/>
          </p:nvSpPr>
          <p:spPr>
            <a:xfrm>
              <a:off x="2710875" y="3935625"/>
              <a:ext cx="337725" cy="1281025"/>
            </a:xfrm>
            <a:custGeom>
              <a:rect b="b" l="l" r="r" t="t"/>
              <a:pathLst>
                <a:path extrusionOk="0" h="51241" w="13509">
                  <a:moveTo>
                    <a:pt x="4350" y="1"/>
                  </a:moveTo>
                  <a:lnTo>
                    <a:pt x="4351" y="1"/>
                  </a:lnTo>
                  <a:lnTo>
                    <a:pt x="4351" y="1"/>
                  </a:lnTo>
                  <a:cubicBezTo>
                    <a:pt x="4351" y="1"/>
                    <a:pt x="4352" y="1"/>
                    <a:pt x="4352" y="1"/>
                  </a:cubicBezTo>
                  <a:close/>
                  <a:moveTo>
                    <a:pt x="4351" y="1"/>
                  </a:moveTo>
                  <a:cubicBezTo>
                    <a:pt x="4333" y="72"/>
                    <a:pt x="1" y="16642"/>
                    <a:pt x="202" y="23177"/>
                  </a:cubicBezTo>
                  <a:cubicBezTo>
                    <a:pt x="403" y="29726"/>
                    <a:pt x="6162" y="51043"/>
                    <a:pt x="6162" y="51043"/>
                  </a:cubicBezTo>
                  <a:lnTo>
                    <a:pt x="8610" y="51241"/>
                  </a:lnTo>
                  <a:cubicBezTo>
                    <a:pt x="8610" y="51241"/>
                    <a:pt x="7487" y="25134"/>
                    <a:pt x="7788" y="22010"/>
                  </a:cubicBezTo>
                  <a:cubicBezTo>
                    <a:pt x="7933" y="20511"/>
                    <a:pt x="13508" y="2017"/>
                    <a:pt x="13508" y="2017"/>
                  </a:cubicBezTo>
                  <a:lnTo>
                    <a:pt x="435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29"/>
            <p:cNvSpPr/>
            <p:nvPr/>
          </p:nvSpPr>
          <p:spPr>
            <a:xfrm>
              <a:off x="2733825" y="3874650"/>
              <a:ext cx="335925" cy="466400"/>
            </a:xfrm>
            <a:custGeom>
              <a:rect b="b" l="l" r="r" t="t"/>
              <a:pathLst>
                <a:path extrusionOk="0" h="18656" w="13437">
                  <a:moveTo>
                    <a:pt x="4016" y="0"/>
                  </a:moveTo>
                  <a:cubicBezTo>
                    <a:pt x="4016" y="0"/>
                    <a:pt x="967" y="9860"/>
                    <a:pt x="0" y="16618"/>
                  </a:cubicBezTo>
                  <a:lnTo>
                    <a:pt x="8925" y="18656"/>
                  </a:lnTo>
                  <a:lnTo>
                    <a:pt x="13436" y="3316"/>
                  </a:lnTo>
                  <a:lnTo>
                    <a:pt x="40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29"/>
            <p:cNvSpPr/>
            <p:nvPr/>
          </p:nvSpPr>
          <p:spPr>
            <a:xfrm>
              <a:off x="2915650" y="4070475"/>
              <a:ext cx="68525" cy="228525"/>
            </a:xfrm>
            <a:custGeom>
              <a:rect b="b" l="l" r="r" t="t"/>
              <a:pathLst>
                <a:path extrusionOk="0" h="9141" w="2741">
                  <a:moveTo>
                    <a:pt x="2649" y="0"/>
                  </a:moveTo>
                  <a:cubicBezTo>
                    <a:pt x="2619" y="0"/>
                    <a:pt x="2591" y="16"/>
                    <a:pt x="2582" y="54"/>
                  </a:cubicBezTo>
                  <a:cubicBezTo>
                    <a:pt x="1892" y="3098"/>
                    <a:pt x="1036" y="6098"/>
                    <a:pt x="20" y="9048"/>
                  </a:cubicBezTo>
                  <a:cubicBezTo>
                    <a:pt x="1" y="9104"/>
                    <a:pt x="46" y="9140"/>
                    <a:pt x="92" y="9140"/>
                  </a:cubicBezTo>
                  <a:cubicBezTo>
                    <a:pt x="123" y="9140"/>
                    <a:pt x="153" y="9125"/>
                    <a:pt x="166" y="9089"/>
                  </a:cubicBezTo>
                  <a:cubicBezTo>
                    <a:pt x="1182" y="6139"/>
                    <a:pt x="2038" y="3137"/>
                    <a:pt x="2728" y="95"/>
                  </a:cubicBezTo>
                  <a:cubicBezTo>
                    <a:pt x="2741" y="38"/>
                    <a:pt x="2693" y="0"/>
                    <a:pt x="264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29"/>
            <p:cNvSpPr/>
            <p:nvPr/>
          </p:nvSpPr>
          <p:spPr>
            <a:xfrm>
              <a:off x="2723550" y="4249825"/>
              <a:ext cx="250950" cy="100800"/>
            </a:xfrm>
            <a:custGeom>
              <a:rect b="b" l="l" r="r" t="t"/>
              <a:pathLst>
                <a:path extrusionOk="0" h="4032" w="10038">
                  <a:moveTo>
                    <a:pt x="411" y="1"/>
                  </a:moveTo>
                  <a:lnTo>
                    <a:pt x="1" y="1915"/>
                  </a:lnTo>
                  <a:lnTo>
                    <a:pt x="9639" y="4031"/>
                  </a:lnTo>
                  <a:lnTo>
                    <a:pt x="10037" y="2163"/>
                  </a:lnTo>
                  <a:lnTo>
                    <a:pt x="41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29"/>
            <p:cNvSpPr/>
            <p:nvPr/>
          </p:nvSpPr>
          <p:spPr>
            <a:xfrm>
              <a:off x="2713900" y="4478350"/>
              <a:ext cx="62075" cy="15050"/>
            </a:xfrm>
            <a:custGeom>
              <a:rect b="b" l="l" r="r" t="t"/>
              <a:pathLst>
                <a:path extrusionOk="0" h="602" w="2483">
                  <a:moveTo>
                    <a:pt x="238" y="1"/>
                  </a:moveTo>
                  <a:cubicBezTo>
                    <a:pt x="102" y="1"/>
                    <a:pt x="0" y="190"/>
                    <a:pt x="143" y="270"/>
                  </a:cubicBezTo>
                  <a:cubicBezTo>
                    <a:pt x="536" y="490"/>
                    <a:pt x="963" y="601"/>
                    <a:pt x="1394" y="601"/>
                  </a:cubicBezTo>
                  <a:cubicBezTo>
                    <a:pt x="1705" y="601"/>
                    <a:pt x="2019" y="543"/>
                    <a:pt x="2322" y="425"/>
                  </a:cubicBezTo>
                  <a:cubicBezTo>
                    <a:pt x="2482" y="363"/>
                    <a:pt x="2397" y="142"/>
                    <a:pt x="2250" y="142"/>
                  </a:cubicBezTo>
                  <a:cubicBezTo>
                    <a:pt x="2231" y="142"/>
                    <a:pt x="2211" y="146"/>
                    <a:pt x="2191" y="154"/>
                  </a:cubicBezTo>
                  <a:cubicBezTo>
                    <a:pt x="1933" y="253"/>
                    <a:pt x="1662" y="303"/>
                    <a:pt x="1393" y="303"/>
                  </a:cubicBezTo>
                  <a:cubicBezTo>
                    <a:pt x="1020" y="303"/>
                    <a:pt x="649" y="208"/>
                    <a:pt x="316" y="22"/>
                  </a:cubicBezTo>
                  <a:cubicBezTo>
                    <a:pt x="290" y="7"/>
                    <a:pt x="263" y="1"/>
                    <a:pt x="23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29"/>
            <p:cNvSpPr/>
            <p:nvPr/>
          </p:nvSpPr>
          <p:spPr>
            <a:xfrm>
              <a:off x="2962600" y="3978900"/>
              <a:ext cx="329175" cy="1252475"/>
            </a:xfrm>
            <a:custGeom>
              <a:rect b="b" l="l" r="r" t="t"/>
              <a:pathLst>
                <a:path extrusionOk="0" h="50099" w="13167">
                  <a:moveTo>
                    <a:pt x="9634" y="0"/>
                  </a:moveTo>
                  <a:lnTo>
                    <a:pt x="1014" y="2240"/>
                  </a:lnTo>
                  <a:cubicBezTo>
                    <a:pt x="1" y="9141"/>
                    <a:pt x="1989" y="16184"/>
                    <a:pt x="3056" y="22155"/>
                  </a:cubicBezTo>
                  <a:cubicBezTo>
                    <a:pt x="3322" y="23645"/>
                    <a:pt x="9470" y="50098"/>
                    <a:pt x="9470" y="50098"/>
                  </a:cubicBezTo>
                  <a:lnTo>
                    <a:pt x="11693" y="49719"/>
                  </a:lnTo>
                  <a:cubicBezTo>
                    <a:pt x="11693" y="49719"/>
                    <a:pt x="13166" y="26849"/>
                    <a:pt x="10758" y="20579"/>
                  </a:cubicBezTo>
                  <a:cubicBezTo>
                    <a:pt x="9645" y="17683"/>
                    <a:pt x="9634" y="0"/>
                    <a:pt x="963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29"/>
            <p:cNvSpPr/>
            <p:nvPr/>
          </p:nvSpPr>
          <p:spPr>
            <a:xfrm>
              <a:off x="2949975" y="3884925"/>
              <a:ext cx="295525" cy="458650"/>
            </a:xfrm>
            <a:custGeom>
              <a:rect b="b" l="l" r="r" t="t"/>
              <a:pathLst>
                <a:path extrusionOk="0" h="18346" w="11821">
                  <a:moveTo>
                    <a:pt x="6588" y="0"/>
                  </a:moveTo>
                  <a:cubicBezTo>
                    <a:pt x="3628" y="0"/>
                    <a:pt x="1" y="2029"/>
                    <a:pt x="1" y="2029"/>
                  </a:cubicBezTo>
                  <a:lnTo>
                    <a:pt x="1621" y="18346"/>
                  </a:lnTo>
                  <a:cubicBezTo>
                    <a:pt x="1621" y="18346"/>
                    <a:pt x="9424" y="17716"/>
                    <a:pt x="11362" y="17262"/>
                  </a:cubicBezTo>
                  <a:cubicBezTo>
                    <a:pt x="11362" y="17262"/>
                    <a:pt x="11821" y="6592"/>
                    <a:pt x="9991" y="2029"/>
                  </a:cubicBezTo>
                  <a:cubicBezTo>
                    <a:pt x="9382" y="507"/>
                    <a:pt x="8068" y="0"/>
                    <a:pt x="658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29"/>
            <p:cNvSpPr/>
            <p:nvPr/>
          </p:nvSpPr>
          <p:spPr>
            <a:xfrm>
              <a:off x="3165400" y="3946450"/>
              <a:ext cx="22575" cy="340925"/>
            </a:xfrm>
            <a:custGeom>
              <a:rect b="b" l="l" r="r" t="t"/>
              <a:pathLst>
                <a:path extrusionOk="0" h="13637" w="903">
                  <a:moveTo>
                    <a:pt x="73" y="1"/>
                  </a:moveTo>
                  <a:cubicBezTo>
                    <a:pt x="36" y="1"/>
                    <a:pt x="1" y="25"/>
                    <a:pt x="6" y="73"/>
                  </a:cubicBezTo>
                  <a:cubicBezTo>
                    <a:pt x="422" y="3561"/>
                    <a:pt x="655" y="7069"/>
                    <a:pt x="697" y="10581"/>
                  </a:cubicBezTo>
                  <a:cubicBezTo>
                    <a:pt x="709" y="11576"/>
                    <a:pt x="706" y="12570"/>
                    <a:pt x="689" y="13564"/>
                  </a:cubicBezTo>
                  <a:cubicBezTo>
                    <a:pt x="688" y="13613"/>
                    <a:pt x="725" y="13637"/>
                    <a:pt x="763" y="13637"/>
                  </a:cubicBezTo>
                  <a:cubicBezTo>
                    <a:pt x="801" y="13637"/>
                    <a:pt x="839" y="13613"/>
                    <a:pt x="840" y="13564"/>
                  </a:cubicBezTo>
                  <a:cubicBezTo>
                    <a:pt x="902" y="10052"/>
                    <a:pt x="780" y="6538"/>
                    <a:pt x="467" y="3039"/>
                  </a:cubicBezTo>
                  <a:cubicBezTo>
                    <a:pt x="379" y="2049"/>
                    <a:pt x="276" y="1060"/>
                    <a:pt x="157" y="73"/>
                  </a:cubicBezTo>
                  <a:cubicBezTo>
                    <a:pt x="152" y="25"/>
                    <a:pt x="111" y="1"/>
                    <a:pt x="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29"/>
            <p:cNvSpPr/>
            <p:nvPr/>
          </p:nvSpPr>
          <p:spPr>
            <a:xfrm>
              <a:off x="2980950" y="4275325"/>
              <a:ext cx="261150" cy="72175"/>
            </a:xfrm>
            <a:custGeom>
              <a:rect b="b" l="l" r="r" t="t"/>
              <a:pathLst>
                <a:path extrusionOk="0" h="2887" w="10446">
                  <a:moveTo>
                    <a:pt x="10446" y="1"/>
                  </a:moveTo>
                  <a:lnTo>
                    <a:pt x="1" y="938"/>
                  </a:lnTo>
                  <a:lnTo>
                    <a:pt x="201" y="2886"/>
                  </a:lnTo>
                  <a:lnTo>
                    <a:pt x="10424" y="1921"/>
                  </a:lnTo>
                  <a:lnTo>
                    <a:pt x="1044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29"/>
            <p:cNvSpPr/>
            <p:nvPr/>
          </p:nvSpPr>
          <p:spPr>
            <a:xfrm>
              <a:off x="3038575" y="4532750"/>
              <a:ext cx="62250" cy="13400"/>
            </a:xfrm>
            <a:custGeom>
              <a:rect b="b" l="l" r="r" t="t"/>
              <a:pathLst>
                <a:path extrusionOk="0" h="536" w="2490">
                  <a:moveTo>
                    <a:pt x="2255" y="0"/>
                  </a:moveTo>
                  <a:cubicBezTo>
                    <a:pt x="2233" y="0"/>
                    <a:pt x="2210" y="5"/>
                    <a:pt x="2186" y="16"/>
                  </a:cubicBezTo>
                  <a:cubicBezTo>
                    <a:pt x="1882" y="163"/>
                    <a:pt x="1553" y="237"/>
                    <a:pt x="1224" y="237"/>
                  </a:cubicBezTo>
                  <a:cubicBezTo>
                    <a:pt x="912" y="237"/>
                    <a:pt x="599" y="170"/>
                    <a:pt x="307" y="36"/>
                  </a:cubicBezTo>
                  <a:cubicBezTo>
                    <a:pt x="284" y="26"/>
                    <a:pt x="262" y="21"/>
                    <a:pt x="240" y="21"/>
                  </a:cubicBezTo>
                  <a:cubicBezTo>
                    <a:pt x="96" y="21"/>
                    <a:pt x="1" y="226"/>
                    <a:pt x="154" y="297"/>
                  </a:cubicBezTo>
                  <a:lnTo>
                    <a:pt x="155" y="297"/>
                  </a:lnTo>
                  <a:cubicBezTo>
                    <a:pt x="500" y="456"/>
                    <a:pt x="864" y="535"/>
                    <a:pt x="1228" y="535"/>
                  </a:cubicBezTo>
                  <a:cubicBezTo>
                    <a:pt x="1605" y="535"/>
                    <a:pt x="1983" y="450"/>
                    <a:pt x="2338" y="278"/>
                  </a:cubicBezTo>
                  <a:cubicBezTo>
                    <a:pt x="2490" y="205"/>
                    <a:pt x="2396" y="0"/>
                    <a:pt x="225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29"/>
            <p:cNvSpPr/>
            <p:nvPr/>
          </p:nvSpPr>
          <p:spPr>
            <a:xfrm>
              <a:off x="2730450" y="3447975"/>
              <a:ext cx="233850" cy="418550"/>
            </a:xfrm>
            <a:custGeom>
              <a:rect b="b" l="l" r="r" t="t"/>
              <a:pathLst>
                <a:path extrusionOk="0" h="16742" w="9354">
                  <a:moveTo>
                    <a:pt x="6510" y="1"/>
                  </a:moveTo>
                  <a:cubicBezTo>
                    <a:pt x="6510" y="1"/>
                    <a:pt x="4253" y="2058"/>
                    <a:pt x="4477" y="3929"/>
                  </a:cubicBezTo>
                  <a:cubicBezTo>
                    <a:pt x="4700" y="5800"/>
                    <a:pt x="1605" y="8518"/>
                    <a:pt x="648" y="12294"/>
                  </a:cubicBezTo>
                  <a:cubicBezTo>
                    <a:pt x="0" y="14849"/>
                    <a:pt x="2061" y="16742"/>
                    <a:pt x="4074" y="16742"/>
                  </a:cubicBezTo>
                  <a:cubicBezTo>
                    <a:pt x="5037" y="16742"/>
                    <a:pt x="5988" y="16309"/>
                    <a:pt x="6627" y="15308"/>
                  </a:cubicBezTo>
                  <a:cubicBezTo>
                    <a:pt x="9354" y="11037"/>
                    <a:pt x="6510" y="1"/>
                    <a:pt x="651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9"/>
            <p:cNvSpPr/>
            <p:nvPr/>
          </p:nvSpPr>
          <p:spPr>
            <a:xfrm>
              <a:off x="2897500" y="3116650"/>
              <a:ext cx="293650" cy="368275"/>
            </a:xfrm>
            <a:custGeom>
              <a:rect b="b" l="l" r="r" t="t"/>
              <a:pathLst>
                <a:path extrusionOk="0" h="14731" w="11746">
                  <a:moveTo>
                    <a:pt x="5299" y="1"/>
                  </a:moveTo>
                  <a:cubicBezTo>
                    <a:pt x="5285" y="1"/>
                    <a:pt x="5271" y="1"/>
                    <a:pt x="5257" y="1"/>
                  </a:cubicBezTo>
                  <a:cubicBezTo>
                    <a:pt x="1" y="67"/>
                    <a:pt x="600" y="3269"/>
                    <a:pt x="1013" y="5531"/>
                  </a:cubicBezTo>
                  <a:cubicBezTo>
                    <a:pt x="1971" y="10779"/>
                    <a:pt x="648" y="14325"/>
                    <a:pt x="648" y="14325"/>
                  </a:cubicBezTo>
                  <a:lnTo>
                    <a:pt x="11745" y="14731"/>
                  </a:lnTo>
                  <a:cubicBezTo>
                    <a:pt x="11745" y="14731"/>
                    <a:pt x="8567" y="10823"/>
                    <a:pt x="8879" y="5021"/>
                  </a:cubicBezTo>
                  <a:cubicBezTo>
                    <a:pt x="9010" y="2573"/>
                    <a:pt x="8105" y="1296"/>
                    <a:pt x="7286" y="660"/>
                  </a:cubicBezTo>
                  <a:cubicBezTo>
                    <a:pt x="6720" y="220"/>
                    <a:pt x="6015" y="1"/>
                    <a:pt x="52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9"/>
            <p:cNvSpPr/>
            <p:nvPr/>
          </p:nvSpPr>
          <p:spPr>
            <a:xfrm>
              <a:off x="2932375" y="3292875"/>
              <a:ext cx="37250" cy="37225"/>
            </a:xfrm>
            <a:custGeom>
              <a:rect b="b" l="l" r="r" t="t"/>
              <a:pathLst>
                <a:path extrusionOk="0" h="1489" w="1490">
                  <a:moveTo>
                    <a:pt x="744" y="0"/>
                  </a:moveTo>
                  <a:cubicBezTo>
                    <a:pt x="333" y="0"/>
                    <a:pt x="0" y="333"/>
                    <a:pt x="0" y="744"/>
                  </a:cubicBezTo>
                  <a:cubicBezTo>
                    <a:pt x="0" y="1156"/>
                    <a:pt x="333" y="1489"/>
                    <a:pt x="744" y="1489"/>
                  </a:cubicBezTo>
                  <a:cubicBezTo>
                    <a:pt x="1155" y="1489"/>
                    <a:pt x="1489" y="1156"/>
                    <a:pt x="1489" y="744"/>
                  </a:cubicBezTo>
                  <a:cubicBezTo>
                    <a:pt x="1489" y="333"/>
                    <a:pt x="1156" y="0"/>
                    <a:pt x="74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9"/>
            <p:cNvSpPr/>
            <p:nvPr/>
          </p:nvSpPr>
          <p:spPr>
            <a:xfrm>
              <a:off x="2852725" y="3748700"/>
              <a:ext cx="285375" cy="138200"/>
            </a:xfrm>
            <a:custGeom>
              <a:rect b="b" l="l" r="r" t="t"/>
              <a:pathLst>
                <a:path extrusionOk="0" h="5528" w="11415">
                  <a:moveTo>
                    <a:pt x="11066" y="0"/>
                  </a:moveTo>
                  <a:lnTo>
                    <a:pt x="1128" y="76"/>
                  </a:lnTo>
                  <a:lnTo>
                    <a:pt x="1" y="3247"/>
                  </a:lnTo>
                  <a:cubicBezTo>
                    <a:pt x="2248" y="4997"/>
                    <a:pt x="4495" y="5527"/>
                    <a:pt x="6394" y="5527"/>
                  </a:cubicBezTo>
                  <a:cubicBezTo>
                    <a:pt x="9317" y="5527"/>
                    <a:pt x="11414" y="4270"/>
                    <a:pt x="11414" y="4270"/>
                  </a:cubicBezTo>
                  <a:cubicBezTo>
                    <a:pt x="11221" y="2377"/>
                    <a:pt x="11066" y="0"/>
                    <a:pt x="110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29"/>
            <p:cNvSpPr/>
            <p:nvPr/>
          </p:nvSpPr>
          <p:spPr>
            <a:xfrm>
              <a:off x="2872275" y="3381550"/>
              <a:ext cx="377575" cy="414375"/>
            </a:xfrm>
            <a:custGeom>
              <a:rect b="b" l="l" r="r" t="t"/>
              <a:pathLst>
                <a:path extrusionOk="0" h="16575" w="15103">
                  <a:moveTo>
                    <a:pt x="8537" y="0"/>
                  </a:moveTo>
                  <a:lnTo>
                    <a:pt x="5415" y="170"/>
                  </a:lnTo>
                  <a:cubicBezTo>
                    <a:pt x="5415" y="170"/>
                    <a:pt x="4559" y="446"/>
                    <a:pt x="3570" y="879"/>
                  </a:cubicBezTo>
                  <a:cubicBezTo>
                    <a:pt x="2392" y="1396"/>
                    <a:pt x="1029" y="2135"/>
                    <a:pt x="701" y="2897"/>
                  </a:cubicBezTo>
                  <a:cubicBezTo>
                    <a:pt x="1" y="4528"/>
                    <a:pt x="1126" y="7241"/>
                    <a:pt x="755" y="11519"/>
                  </a:cubicBezTo>
                  <a:cubicBezTo>
                    <a:pt x="666" y="12545"/>
                    <a:pt x="491" y="13663"/>
                    <a:pt x="184" y="14876"/>
                  </a:cubicBezTo>
                  <a:cubicBezTo>
                    <a:pt x="1" y="15600"/>
                    <a:pt x="4312" y="16511"/>
                    <a:pt x="7452" y="16571"/>
                  </a:cubicBezTo>
                  <a:cubicBezTo>
                    <a:pt x="7563" y="16573"/>
                    <a:pt x="7673" y="16575"/>
                    <a:pt x="7781" y="16575"/>
                  </a:cubicBezTo>
                  <a:cubicBezTo>
                    <a:pt x="9364" y="16575"/>
                    <a:pt x="10579" y="16336"/>
                    <a:pt x="10632" y="15712"/>
                  </a:cubicBezTo>
                  <a:cubicBezTo>
                    <a:pt x="10772" y="14120"/>
                    <a:pt x="11734" y="11894"/>
                    <a:pt x="12695" y="9777"/>
                  </a:cubicBezTo>
                  <a:cubicBezTo>
                    <a:pt x="13985" y="6936"/>
                    <a:pt x="15103" y="5193"/>
                    <a:pt x="14056" y="3630"/>
                  </a:cubicBezTo>
                  <a:cubicBezTo>
                    <a:pt x="13097" y="2199"/>
                    <a:pt x="8537" y="0"/>
                    <a:pt x="853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29"/>
            <p:cNvSpPr/>
            <p:nvPr/>
          </p:nvSpPr>
          <p:spPr>
            <a:xfrm>
              <a:off x="2854400" y="3477625"/>
              <a:ext cx="29250" cy="100375"/>
            </a:xfrm>
            <a:custGeom>
              <a:rect b="b" l="l" r="r" t="t"/>
              <a:pathLst>
                <a:path extrusionOk="0" h="4015" w="1170">
                  <a:moveTo>
                    <a:pt x="1094" y="0"/>
                  </a:moveTo>
                  <a:cubicBezTo>
                    <a:pt x="1057" y="0"/>
                    <a:pt x="1018" y="25"/>
                    <a:pt x="1017" y="74"/>
                  </a:cubicBezTo>
                  <a:cubicBezTo>
                    <a:pt x="990" y="1410"/>
                    <a:pt x="654" y="2717"/>
                    <a:pt x="31" y="3900"/>
                  </a:cubicBezTo>
                  <a:cubicBezTo>
                    <a:pt x="0" y="3960"/>
                    <a:pt x="53" y="4015"/>
                    <a:pt x="103" y="4015"/>
                  </a:cubicBezTo>
                  <a:cubicBezTo>
                    <a:pt x="126" y="4015"/>
                    <a:pt x="148" y="4004"/>
                    <a:pt x="162" y="3977"/>
                  </a:cubicBezTo>
                  <a:cubicBezTo>
                    <a:pt x="797" y="2771"/>
                    <a:pt x="1141" y="1437"/>
                    <a:pt x="1168" y="74"/>
                  </a:cubicBezTo>
                  <a:cubicBezTo>
                    <a:pt x="1169" y="25"/>
                    <a:pt x="1132" y="0"/>
                    <a:pt x="10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29"/>
            <p:cNvSpPr/>
            <p:nvPr/>
          </p:nvSpPr>
          <p:spPr>
            <a:xfrm>
              <a:off x="2954675" y="3478975"/>
              <a:ext cx="129075" cy="27400"/>
            </a:xfrm>
            <a:custGeom>
              <a:rect b="b" l="l" r="r" t="t"/>
              <a:pathLst>
                <a:path extrusionOk="0" h="1096" w="5163">
                  <a:moveTo>
                    <a:pt x="5057" y="1"/>
                  </a:moveTo>
                  <a:cubicBezTo>
                    <a:pt x="5045" y="1"/>
                    <a:pt x="5032" y="4"/>
                    <a:pt x="5018" y="13"/>
                  </a:cubicBezTo>
                  <a:cubicBezTo>
                    <a:pt x="4061" y="626"/>
                    <a:pt x="2946" y="944"/>
                    <a:pt x="1824" y="944"/>
                  </a:cubicBezTo>
                  <a:cubicBezTo>
                    <a:pt x="1253" y="944"/>
                    <a:pt x="680" y="862"/>
                    <a:pt x="126" y="694"/>
                  </a:cubicBezTo>
                  <a:cubicBezTo>
                    <a:pt x="118" y="692"/>
                    <a:pt x="111" y="691"/>
                    <a:pt x="103" y="691"/>
                  </a:cubicBezTo>
                  <a:cubicBezTo>
                    <a:pt x="27" y="691"/>
                    <a:pt x="0" y="815"/>
                    <a:pt x="86" y="840"/>
                  </a:cubicBezTo>
                  <a:cubicBezTo>
                    <a:pt x="652" y="1011"/>
                    <a:pt x="1238" y="1095"/>
                    <a:pt x="1823" y="1095"/>
                  </a:cubicBezTo>
                  <a:cubicBezTo>
                    <a:pt x="2972" y="1095"/>
                    <a:pt x="4115" y="771"/>
                    <a:pt x="5094" y="143"/>
                  </a:cubicBezTo>
                  <a:cubicBezTo>
                    <a:pt x="5163" y="99"/>
                    <a:pt x="5121" y="1"/>
                    <a:pt x="50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29"/>
            <p:cNvSpPr/>
            <p:nvPr/>
          </p:nvSpPr>
          <p:spPr>
            <a:xfrm>
              <a:off x="2890500" y="3682550"/>
              <a:ext cx="157875" cy="20150"/>
            </a:xfrm>
            <a:custGeom>
              <a:rect b="b" l="l" r="r" t="t"/>
              <a:pathLst>
                <a:path extrusionOk="0" h="806" w="6315">
                  <a:moveTo>
                    <a:pt x="99" y="1"/>
                  </a:moveTo>
                  <a:cubicBezTo>
                    <a:pt x="24" y="1"/>
                    <a:pt x="0" y="126"/>
                    <a:pt x="85" y="157"/>
                  </a:cubicBezTo>
                  <a:cubicBezTo>
                    <a:pt x="1242" y="588"/>
                    <a:pt x="2465" y="805"/>
                    <a:pt x="3691" y="805"/>
                  </a:cubicBezTo>
                  <a:cubicBezTo>
                    <a:pt x="4541" y="805"/>
                    <a:pt x="5393" y="701"/>
                    <a:pt x="6224" y="491"/>
                  </a:cubicBezTo>
                  <a:cubicBezTo>
                    <a:pt x="6314" y="469"/>
                    <a:pt x="6285" y="337"/>
                    <a:pt x="6203" y="337"/>
                  </a:cubicBezTo>
                  <a:cubicBezTo>
                    <a:pt x="6196" y="337"/>
                    <a:pt x="6189" y="338"/>
                    <a:pt x="6182" y="340"/>
                  </a:cubicBezTo>
                  <a:cubicBezTo>
                    <a:pt x="5365" y="546"/>
                    <a:pt x="4529" y="649"/>
                    <a:pt x="3695" y="649"/>
                  </a:cubicBezTo>
                  <a:cubicBezTo>
                    <a:pt x="2483" y="649"/>
                    <a:pt x="1273" y="433"/>
                    <a:pt x="126" y="6"/>
                  </a:cubicBezTo>
                  <a:cubicBezTo>
                    <a:pt x="117" y="2"/>
                    <a:pt x="107" y="1"/>
                    <a:pt x="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29"/>
            <p:cNvSpPr/>
            <p:nvPr/>
          </p:nvSpPr>
          <p:spPr>
            <a:xfrm>
              <a:off x="3112000" y="3600000"/>
              <a:ext cx="61850" cy="172375"/>
            </a:xfrm>
            <a:custGeom>
              <a:rect b="b" l="l" r="r" t="t"/>
              <a:pathLst>
                <a:path extrusionOk="0" h="6895" w="2474">
                  <a:moveTo>
                    <a:pt x="2365" y="0"/>
                  </a:moveTo>
                  <a:cubicBezTo>
                    <a:pt x="2342" y="0"/>
                    <a:pt x="2318" y="11"/>
                    <a:pt x="2302" y="37"/>
                  </a:cubicBezTo>
                  <a:cubicBezTo>
                    <a:pt x="1038" y="2095"/>
                    <a:pt x="254" y="4418"/>
                    <a:pt x="5" y="6820"/>
                  </a:cubicBezTo>
                  <a:cubicBezTo>
                    <a:pt x="0" y="6870"/>
                    <a:pt x="36" y="6894"/>
                    <a:pt x="76" y="6894"/>
                  </a:cubicBezTo>
                  <a:cubicBezTo>
                    <a:pt x="115" y="6894"/>
                    <a:pt x="157" y="6869"/>
                    <a:pt x="162" y="6820"/>
                  </a:cubicBezTo>
                  <a:cubicBezTo>
                    <a:pt x="408" y="4446"/>
                    <a:pt x="1189" y="2150"/>
                    <a:pt x="2437" y="116"/>
                  </a:cubicBezTo>
                  <a:cubicBezTo>
                    <a:pt x="2473" y="56"/>
                    <a:pt x="2419" y="0"/>
                    <a:pt x="23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29"/>
            <p:cNvSpPr/>
            <p:nvPr/>
          </p:nvSpPr>
          <p:spPr>
            <a:xfrm>
              <a:off x="2821575" y="3498900"/>
              <a:ext cx="82650" cy="176600"/>
            </a:xfrm>
            <a:custGeom>
              <a:rect b="b" l="l" r="r" t="t"/>
              <a:pathLst>
                <a:path extrusionOk="0" h="7064" w="3306">
                  <a:moveTo>
                    <a:pt x="2729" y="0"/>
                  </a:moveTo>
                  <a:cubicBezTo>
                    <a:pt x="2729" y="0"/>
                    <a:pt x="2731" y="19"/>
                    <a:pt x="2733" y="54"/>
                  </a:cubicBezTo>
                  <a:lnTo>
                    <a:pt x="2733" y="54"/>
                  </a:lnTo>
                  <a:cubicBezTo>
                    <a:pt x="2732" y="19"/>
                    <a:pt x="2729" y="0"/>
                    <a:pt x="2729" y="0"/>
                  </a:cubicBezTo>
                  <a:close/>
                  <a:moveTo>
                    <a:pt x="2733" y="54"/>
                  </a:moveTo>
                  <a:cubicBezTo>
                    <a:pt x="2746" y="295"/>
                    <a:pt x="2722" y="1315"/>
                    <a:pt x="1581" y="2633"/>
                  </a:cubicBezTo>
                  <a:cubicBezTo>
                    <a:pt x="0" y="4460"/>
                    <a:pt x="2352" y="6456"/>
                    <a:pt x="2863" y="7032"/>
                  </a:cubicBezTo>
                  <a:cubicBezTo>
                    <a:pt x="2881" y="7053"/>
                    <a:pt x="2898" y="7063"/>
                    <a:pt x="2914" y="7063"/>
                  </a:cubicBezTo>
                  <a:cubicBezTo>
                    <a:pt x="3306" y="7063"/>
                    <a:pt x="2788" y="708"/>
                    <a:pt x="2733" y="54"/>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29"/>
            <p:cNvSpPr/>
            <p:nvPr/>
          </p:nvSpPr>
          <p:spPr>
            <a:xfrm>
              <a:off x="2824500" y="3397475"/>
              <a:ext cx="348725" cy="454325"/>
            </a:xfrm>
            <a:custGeom>
              <a:rect b="b" l="l" r="r" t="t"/>
              <a:pathLst>
                <a:path extrusionOk="0" h="18173" w="13949">
                  <a:moveTo>
                    <a:pt x="11812" y="1"/>
                  </a:moveTo>
                  <a:cubicBezTo>
                    <a:pt x="11812" y="1"/>
                    <a:pt x="10383" y="4892"/>
                    <a:pt x="9809" y="5496"/>
                  </a:cubicBezTo>
                  <a:cubicBezTo>
                    <a:pt x="9612" y="5704"/>
                    <a:pt x="8913" y="5790"/>
                    <a:pt x="8088" y="5790"/>
                  </a:cubicBezTo>
                  <a:cubicBezTo>
                    <a:pt x="6578" y="5790"/>
                    <a:pt x="4641" y="5503"/>
                    <a:pt x="4559" y="5154"/>
                  </a:cubicBezTo>
                  <a:cubicBezTo>
                    <a:pt x="4398" y="4474"/>
                    <a:pt x="5341" y="257"/>
                    <a:pt x="5341" y="257"/>
                  </a:cubicBezTo>
                  <a:lnTo>
                    <a:pt x="5341" y="256"/>
                  </a:lnTo>
                  <a:cubicBezTo>
                    <a:pt x="4652" y="381"/>
                    <a:pt x="4139" y="625"/>
                    <a:pt x="3679" y="1096"/>
                  </a:cubicBezTo>
                  <a:cubicBezTo>
                    <a:pt x="3762" y="3662"/>
                    <a:pt x="2537" y="5095"/>
                    <a:pt x="1269" y="6945"/>
                  </a:cubicBezTo>
                  <a:cubicBezTo>
                    <a:pt x="0" y="8795"/>
                    <a:pt x="1277" y="9619"/>
                    <a:pt x="2089" y="10990"/>
                  </a:cubicBezTo>
                  <a:cubicBezTo>
                    <a:pt x="2901" y="12362"/>
                    <a:pt x="2489" y="11569"/>
                    <a:pt x="2436" y="12927"/>
                  </a:cubicBezTo>
                  <a:cubicBezTo>
                    <a:pt x="2383" y="14286"/>
                    <a:pt x="1393" y="16435"/>
                    <a:pt x="1393" y="16435"/>
                  </a:cubicBezTo>
                  <a:cubicBezTo>
                    <a:pt x="5147" y="17592"/>
                    <a:pt x="9014" y="18173"/>
                    <a:pt x="12994" y="18173"/>
                  </a:cubicBezTo>
                  <a:cubicBezTo>
                    <a:pt x="13149" y="18173"/>
                    <a:pt x="13305" y="18172"/>
                    <a:pt x="13460" y="18170"/>
                  </a:cubicBezTo>
                  <a:cubicBezTo>
                    <a:pt x="13460" y="18170"/>
                    <a:pt x="12138" y="14037"/>
                    <a:pt x="11812" y="11807"/>
                  </a:cubicBezTo>
                  <a:cubicBezTo>
                    <a:pt x="11166" y="7379"/>
                    <a:pt x="13356" y="1241"/>
                    <a:pt x="13899" y="1241"/>
                  </a:cubicBezTo>
                  <a:cubicBezTo>
                    <a:pt x="13917" y="1241"/>
                    <a:pt x="13934" y="1249"/>
                    <a:pt x="13949" y="1264"/>
                  </a:cubicBezTo>
                  <a:cubicBezTo>
                    <a:pt x="13045" y="1"/>
                    <a:pt x="11812" y="1"/>
                    <a:pt x="1181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29"/>
            <p:cNvSpPr/>
            <p:nvPr/>
          </p:nvSpPr>
          <p:spPr>
            <a:xfrm>
              <a:off x="3101300" y="3450575"/>
              <a:ext cx="49675" cy="20500"/>
            </a:xfrm>
            <a:custGeom>
              <a:rect b="b" l="l" r="r" t="t"/>
              <a:pathLst>
                <a:path extrusionOk="0" h="820" w="1987">
                  <a:moveTo>
                    <a:pt x="341" y="0"/>
                  </a:moveTo>
                  <a:cubicBezTo>
                    <a:pt x="260" y="0"/>
                    <a:pt x="178" y="5"/>
                    <a:pt x="97" y="14"/>
                  </a:cubicBezTo>
                  <a:cubicBezTo>
                    <a:pt x="4" y="24"/>
                    <a:pt x="0" y="166"/>
                    <a:pt x="88" y="166"/>
                  </a:cubicBezTo>
                  <a:cubicBezTo>
                    <a:pt x="91" y="166"/>
                    <a:pt x="94" y="166"/>
                    <a:pt x="97" y="165"/>
                  </a:cubicBezTo>
                  <a:cubicBezTo>
                    <a:pt x="176" y="156"/>
                    <a:pt x="255" y="152"/>
                    <a:pt x="333" y="152"/>
                  </a:cubicBezTo>
                  <a:cubicBezTo>
                    <a:pt x="898" y="152"/>
                    <a:pt x="1433" y="379"/>
                    <a:pt x="1829" y="796"/>
                  </a:cubicBezTo>
                  <a:cubicBezTo>
                    <a:pt x="1844" y="813"/>
                    <a:pt x="1862" y="820"/>
                    <a:pt x="1879" y="820"/>
                  </a:cubicBezTo>
                  <a:cubicBezTo>
                    <a:pt x="1935" y="820"/>
                    <a:pt x="1986" y="744"/>
                    <a:pt x="1935" y="689"/>
                  </a:cubicBezTo>
                  <a:cubicBezTo>
                    <a:pt x="1517" y="248"/>
                    <a:pt x="941" y="0"/>
                    <a:pt x="3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29"/>
            <p:cNvSpPr/>
            <p:nvPr/>
          </p:nvSpPr>
          <p:spPr>
            <a:xfrm>
              <a:off x="2913025" y="3446975"/>
              <a:ext cx="36100" cy="7025"/>
            </a:xfrm>
            <a:custGeom>
              <a:rect b="b" l="l" r="r" t="t"/>
              <a:pathLst>
                <a:path extrusionOk="0" h="281" w="1444">
                  <a:moveTo>
                    <a:pt x="699" y="1"/>
                  </a:moveTo>
                  <a:cubicBezTo>
                    <a:pt x="492" y="1"/>
                    <a:pt x="285" y="37"/>
                    <a:pt x="82" y="110"/>
                  </a:cubicBezTo>
                  <a:cubicBezTo>
                    <a:pt x="0" y="139"/>
                    <a:pt x="24" y="260"/>
                    <a:pt x="97" y="260"/>
                  </a:cubicBezTo>
                  <a:cubicBezTo>
                    <a:pt x="105" y="260"/>
                    <a:pt x="113" y="259"/>
                    <a:pt x="123" y="256"/>
                  </a:cubicBezTo>
                  <a:cubicBezTo>
                    <a:pt x="314" y="187"/>
                    <a:pt x="506" y="153"/>
                    <a:pt x="699" y="153"/>
                  </a:cubicBezTo>
                  <a:cubicBezTo>
                    <a:pt x="908" y="153"/>
                    <a:pt x="1117" y="194"/>
                    <a:pt x="1323" y="275"/>
                  </a:cubicBezTo>
                  <a:cubicBezTo>
                    <a:pt x="1333" y="279"/>
                    <a:pt x="1342" y="281"/>
                    <a:pt x="1350" y="281"/>
                  </a:cubicBezTo>
                  <a:cubicBezTo>
                    <a:pt x="1421" y="281"/>
                    <a:pt x="1443" y="161"/>
                    <a:pt x="1364" y="130"/>
                  </a:cubicBezTo>
                  <a:cubicBezTo>
                    <a:pt x="1147" y="44"/>
                    <a:pt x="923" y="1"/>
                    <a:pt x="6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29"/>
            <p:cNvSpPr/>
            <p:nvPr/>
          </p:nvSpPr>
          <p:spPr>
            <a:xfrm>
              <a:off x="2888850" y="3583725"/>
              <a:ext cx="186175" cy="21525"/>
            </a:xfrm>
            <a:custGeom>
              <a:rect b="b" l="l" r="r" t="t"/>
              <a:pathLst>
                <a:path extrusionOk="0" h="861" w="7447">
                  <a:moveTo>
                    <a:pt x="107" y="0"/>
                  </a:moveTo>
                  <a:cubicBezTo>
                    <a:pt x="28" y="0"/>
                    <a:pt x="1" y="126"/>
                    <a:pt x="87" y="149"/>
                  </a:cubicBezTo>
                  <a:cubicBezTo>
                    <a:pt x="1835" y="621"/>
                    <a:pt x="3637" y="860"/>
                    <a:pt x="5443" y="860"/>
                  </a:cubicBezTo>
                  <a:cubicBezTo>
                    <a:pt x="6079" y="860"/>
                    <a:pt x="6715" y="831"/>
                    <a:pt x="7350" y="771"/>
                  </a:cubicBezTo>
                  <a:cubicBezTo>
                    <a:pt x="7444" y="763"/>
                    <a:pt x="7447" y="620"/>
                    <a:pt x="7358" y="620"/>
                  </a:cubicBezTo>
                  <a:cubicBezTo>
                    <a:pt x="7356" y="620"/>
                    <a:pt x="7353" y="620"/>
                    <a:pt x="7350" y="620"/>
                  </a:cubicBezTo>
                  <a:cubicBezTo>
                    <a:pt x="6716" y="680"/>
                    <a:pt x="6081" y="709"/>
                    <a:pt x="5446" y="709"/>
                  </a:cubicBezTo>
                  <a:cubicBezTo>
                    <a:pt x="3653" y="709"/>
                    <a:pt x="1864" y="472"/>
                    <a:pt x="128" y="3"/>
                  </a:cubicBezTo>
                  <a:cubicBezTo>
                    <a:pt x="120" y="1"/>
                    <a:pt x="113" y="0"/>
                    <a:pt x="10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9"/>
            <p:cNvSpPr/>
            <p:nvPr/>
          </p:nvSpPr>
          <p:spPr>
            <a:xfrm>
              <a:off x="2882575" y="3585775"/>
              <a:ext cx="196400" cy="145050"/>
            </a:xfrm>
            <a:custGeom>
              <a:rect b="b" l="l" r="r" t="t"/>
              <a:pathLst>
                <a:path extrusionOk="0" h="5802" w="7856">
                  <a:moveTo>
                    <a:pt x="379" y="1"/>
                  </a:moveTo>
                  <a:cubicBezTo>
                    <a:pt x="349" y="1"/>
                    <a:pt x="322" y="17"/>
                    <a:pt x="316" y="56"/>
                  </a:cubicBezTo>
                  <a:cubicBezTo>
                    <a:pt x="118" y="1285"/>
                    <a:pt x="1" y="2545"/>
                    <a:pt x="40" y="3792"/>
                  </a:cubicBezTo>
                  <a:cubicBezTo>
                    <a:pt x="55" y="4236"/>
                    <a:pt x="129" y="4704"/>
                    <a:pt x="468" y="5024"/>
                  </a:cubicBezTo>
                  <a:cubicBezTo>
                    <a:pt x="775" y="5314"/>
                    <a:pt x="1206" y="5429"/>
                    <a:pt x="1611" y="5503"/>
                  </a:cubicBezTo>
                  <a:cubicBezTo>
                    <a:pt x="2778" y="5714"/>
                    <a:pt x="3977" y="5800"/>
                    <a:pt x="5163" y="5800"/>
                  </a:cubicBezTo>
                  <a:cubicBezTo>
                    <a:pt x="5214" y="5800"/>
                    <a:pt x="5265" y="5800"/>
                    <a:pt x="5316" y="5799"/>
                  </a:cubicBezTo>
                  <a:cubicBezTo>
                    <a:pt x="5341" y="5799"/>
                    <a:pt x="5366" y="5799"/>
                    <a:pt x="5391" y="5799"/>
                  </a:cubicBezTo>
                  <a:cubicBezTo>
                    <a:pt x="5550" y="5799"/>
                    <a:pt x="5714" y="5802"/>
                    <a:pt x="5880" y="5802"/>
                  </a:cubicBezTo>
                  <a:cubicBezTo>
                    <a:pt x="6257" y="5802"/>
                    <a:pt x="6642" y="5788"/>
                    <a:pt x="6992" y="5700"/>
                  </a:cubicBezTo>
                  <a:cubicBezTo>
                    <a:pt x="7422" y="5591"/>
                    <a:pt x="7581" y="5244"/>
                    <a:pt x="7644" y="4837"/>
                  </a:cubicBezTo>
                  <a:cubicBezTo>
                    <a:pt x="7855" y="3454"/>
                    <a:pt x="7853" y="2025"/>
                    <a:pt x="7717" y="635"/>
                  </a:cubicBezTo>
                  <a:cubicBezTo>
                    <a:pt x="7713" y="587"/>
                    <a:pt x="7673" y="563"/>
                    <a:pt x="7635" y="563"/>
                  </a:cubicBezTo>
                  <a:cubicBezTo>
                    <a:pt x="7597" y="563"/>
                    <a:pt x="7562" y="587"/>
                    <a:pt x="7566" y="635"/>
                  </a:cubicBezTo>
                  <a:cubicBezTo>
                    <a:pt x="7672" y="1725"/>
                    <a:pt x="7684" y="2823"/>
                    <a:pt x="7594" y="3915"/>
                  </a:cubicBezTo>
                  <a:cubicBezTo>
                    <a:pt x="7572" y="4185"/>
                    <a:pt x="7544" y="4454"/>
                    <a:pt x="7508" y="4722"/>
                  </a:cubicBezTo>
                  <a:cubicBezTo>
                    <a:pt x="7472" y="4986"/>
                    <a:pt x="7427" y="5285"/>
                    <a:pt x="7193" y="5448"/>
                  </a:cubicBezTo>
                  <a:cubicBezTo>
                    <a:pt x="6981" y="5597"/>
                    <a:pt x="6700" y="5596"/>
                    <a:pt x="6451" y="5610"/>
                  </a:cubicBezTo>
                  <a:cubicBezTo>
                    <a:pt x="6172" y="5627"/>
                    <a:pt x="5892" y="5638"/>
                    <a:pt x="5612" y="5644"/>
                  </a:cubicBezTo>
                  <a:cubicBezTo>
                    <a:pt x="5465" y="5647"/>
                    <a:pt x="5319" y="5648"/>
                    <a:pt x="5173" y="5648"/>
                  </a:cubicBezTo>
                  <a:cubicBezTo>
                    <a:pt x="4190" y="5648"/>
                    <a:pt x="3207" y="5581"/>
                    <a:pt x="2233" y="5447"/>
                  </a:cubicBezTo>
                  <a:cubicBezTo>
                    <a:pt x="1791" y="5385"/>
                    <a:pt x="1313" y="5337"/>
                    <a:pt x="906" y="5139"/>
                  </a:cubicBezTo>
                  <a:cubicBezTo>
                    <a:pt x="396" y="4890"/>
                    <a:pt x="221" y="4416"/>
                    <a:pt x="195" y="3875"/>
                  </a:cubicBezTo>
                  <a:cubicBezTo>
                    <a:pt x="135" y="2619"/>
                    <a:pt x="263" y="1334"/>
                    <a:pt x="462" y="95"/>
                  </a:cubicBezTo>
                  <a:cubicBezTo>
                    <a:pt x="471" y="38"/>
                    <a:pt x="422" y="1"/>
                    <a:pt x="37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9"/>
            <p:cNvSpPr/>
            <p:nvPr/>
          </p:nvSpPr>
          <p:spPr>
            <a:xfrm>
              <a:off x="3074750" y="3543250"/>
              <a:ext cx="30875" cy="30875"/>
            </a:xfrm>
            <a:custGeom>
              <a:rect b="b" l="l" r="r" t="t"/>
              <a:pathLst>
                <a:path extrusionOk="0" h="1235" w="1235">
                  <a:moveTo>
                    <a:pt x="617" y="1"/>
                  </a:moveTo>
                  <a:cubicBezTo>
                    <a:pt x="277" y="1"/>
                    <a:pt x="1" y="277"/>
                    <a:pt x="1" y="618"/>
                  </a:cubicBezTo>
                  <a:cubicBezTo>
                    <a:pt x="1" y="958"/>
                    <a:pt x="277" y="1234"/>
                    <a:pt x="617" y="1234"/>
                  </a:cubicBezTo>
                  <a:cubicBezTo>
                    <a:pt x="958" y="1234"/>
                    <a:pt x="1234" y="958"/>
                    <a:pt x="1234" y="618"/>
                  </a:cubicBezTo>
                  <a:cubicBezTo>
                    <a:pt x="1234" y="277"/>
                    <a:pt x="958" y="1"/>
                    <a:pt x="61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9"/>
            <p:cNvSpPr/>
            <p:nvPr/>
          </p:nvSpPr>
          <p:spPr>
            <a:xfrm>
              <a:off x="2894850" y="3524375"/>
              <a:ext cx="30850" cy="30850"/>
            </a:xfrm>
            <a:custGeom>
              <a:rect b="b" l="l" r="r" t="t"/>
              <a:pathLst>
                <a:path extrusionOk="0" h="1234" w="1234">
                  <a:moveTo>
                    <a:pt x="617" y="0"/>
                  </a:moveTo>
                  <a:cubicBezTo>
                    <a:pt x="277" y="0"/>
                    <a:pt x="1" y="276"/>
                    <a:pt x="1" y="617"/>
                  </a:cubicBezTo>
                  <a:cubicBezTo>
                    <a:pt x="1" y="958"/>
                    <a:pt x="277" y="1234"/>
                    <a:pt x="617" y="1234"/>
                  </a:cubicBezTo>
                  <a:cubicBezTo>
                    <a:pt x="957" y="1234"/>
                    <a:pt x="1233" y="958"/>
                    <a:pt x="1233" y="617"/>
                  </a:cubicBezTo>
                  <a:cubicBezTo>
                    <a:pt x="1233" y="276"/>
                    <a:pt x="957" y="0"/>
                    <a:pt x="61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29"/>
            <p:cNvSpPr/>
            <p:nvPr/>
          </p:nvSpPr>
          <p:spPr>
            <a:xfrm>
              <a:off x="2989225" y="3271575"/>
              <a:ext cx="101900" cy="146275"/>
            </a:xfrm>
            <a:custGeom>
              <a:rect b="b" l="l" r="r" t="t"/>
              <a:pathLst>
                <a:path extrusionOk="0" h="5851" w="4076">
                  <a:moveTo>
                    <a:pt x="3003" y="1"/>
                  </a:moveTo>
                  <a:lnTo>
                    <a:pt x="340" y="1828"/>
                  </a:lnTo>
                  <a:lnTo>
                    <a:pt x="249" y="2760"/>
                  </a:lnTo>
                  <a:lnTo>
                    <a:pt x="120" y="4090"/>
                  </a:lnTo>
                  <a:lnTo>
                    <a:pt x="1" y="5310"/>
                  </a:lnTo>
                  <a:cubicBezTo>
                    <a:pt x="593" y="5707"/>
                    <a:pt x="1174" y="5851"/>
                    <a:pt x="1703" y="5851"/>
                  </a:cubicBezTo>
                  <a:cubicBezTo>
                    <a:pt x="3060" y="5851"/>
                    <a:pt x="4076" y="4909"/>
                    <a:pt x="4076" y="4909"/>
                  </a:cubicBezTo>
                  <a:lnTo>
                    <a:pt x="300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9"/>
            <p:cNvSpPr/>
            <p:nvPr/>
          </p:nvSpPr>
          <p:spPr>
            <a:xfrm>
              <a:off x="2990475" y="3310450"/>
              <a:ext cx="61600" cy="80950"/>
            </a:xfrm>
            <a:custGeom>
              <a:rect b="b" l="l" r="r" t="t"/>
              <a:pathLst>
                <a:path extrusionOk="0" h="3238" w="2464">
                  <a:moveTo>
                    <a:pt x="2464" y="0"/>
                  </a:moveTo>
                  <a:lnTo>
                    <a:pt x="199" y="1205"/>
                  </a:lnTo>
                  <a:lnTo>
                    <a:pt x="1" y="3238"/>
                  </a:lnTo>
                  <a:cubicBezTo>
                    <a:pt x="5" y="3238"/>
                    <a:pt x="10" y="3238"/>
                    <a:pt x="14" y="3238"/>
                  </a:cubicBezTo>
                  <a:cubicBezTo>
                    <a:pt x="405" y="3238"/>
                    <a:pt x="1474" y="2337"/>
                    <a:pt x="24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9"/>
            <p:cNvSpPr/>
            <p:nvPr/>
          </p:nvSpPr>
          <p:spPr>
            <a:xfrm>
              <a:off x="2980975" y="3350175"/>
              <a:ext cx="117800" cy="80300"/>
            </a:xfrm>
            <a:custGeom>
              <a:rect b="b" l="l" r="r" t="t"/>
              <a:pathLst>
                <a:path extrusionOk="0" h="3212" w="4712">
                  <a:moveTo>
                    <a:pt x="4049" y="0"/>
                  </a:moveTo>
                  <a:cubicBezTo>
                    <a:pt x="3627" y="0"/>
                    <a:pt x="2900" y="659"/>
                    <a:pt x="2105" y="823"/>
                  </a:cubicBezTo>
                  <a:cubicBezTo>
                    <a:pt x="1982" y="848"/>
                    <a:pt x="1865" y="859"/>
                    <a:pt x="1755" y="859"/>
                  </a:cubicBezTo>
                  <a:cubicBezTo>
                    <a:pt x="1111" y="859"/>
                    <a:pt x="677" y="492"/>
                    <a:pt x="429" y="492"/>
                  </a:cubicBezTo>
                  <a:cubicBezTo>
                    <a:pt x="412" y="492"/>
                    <a:pt x="396" y="494"/>
                    <a:pt x="381" y="497"/>
                  </a:cubicBezTo>
                  <a:cubicBezTo>
                    <a:pt x="105" y="564"/>
                    <a:pt x="1" y="1812"/>
                    <a:pt x="1" y="1812"/>
                  </a:cubicBezTo>
                  <a:cubicBezTo>
                    <a:pt x="1" y="1812"/>
                    <a:pt x="120" y="3043"/>
                    <a:pt x="1793" y="3200"/>
                  </a:cubicBezTo>
                  <a:cubicBezTo>
                    <a:pt x="1881" y="3208"/>
                    <a:pt x="1968" y="3212"/>
                    <a:pt x="2053" y="3212"/>
                  </a:cubicBezTo>
                  <a:cubicBezTo>
                    <a:pt x="3592" y="3212"/>
                    <a:pt x="4711" y="1946"/>
                    <a:pt x="4711" y="1946"/>
                  </a:cubicBezTo>
                  <a:cubicBezTo>
                    <a:pt x="4711" y="1946"/>
                    <a:pt x="4574" y="222"/>
                    <a:pt x="4186" y="29"/>
                  </a:cubicBezTo>
                  <a:cubicBezTo>
                    <a:pt x="4145" y="9"/>
                    <a:pt x="4099" y="0"/>
                    <a:pt x="404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9"/>
            <p:cNvSpPr/>
            <p:nvPr/>
          </p:nvSpPr>
          <p:spPr>
            <a:xfrm>
              <a:off x="2979700" y="3397500"/>
              <a:ext cx="118575" cy="29000"/>
            </a:xfrm>
            <a:custGeom>
              <a:rect b="b" l="l" r="r" t="t"/>
              <a:pathLst>
                <a:path extrusionOk="0" h="1160" w="4743">
                  <a:moveTo>
                    <a:pt x="4651" y="0"/>
                  </a:moveTo>
                  <a:cubicBezTo>
                    <a:pt x="4620" y="0"/>
                    <a:pt x="4589" y="15"/>
                    <a:pt x="4575" y="50"/>
                  </a:cubicBezTo>
                  <a:cubicBezTo>
                    <a:pt x="4279" y="790"/>
                    <a:pt x="3242" y="964"/>
                    <a:pt x="2545" y="1002"/>
                  </a:cubicBezTo>
                  <a:cubicBezTo>
                    <a:pt x="2463" y="1007"/>
                    <a:pt x="2382" y="1009"/>
                    <a:pt x="2300" y="1009"/>
                  </a:cubicBezTo>
                  <a:cubicBezTo>
                    <a:pt x="1552" y="1009"/>
                    <a:pt x="815" y="824"/>
                    <a:pt x="152" y="474"/>
                  </a:cubicBezTo>
                  <a:cubicBezTo>
                    <a:pt x="139" y="468"/>
                    <a:pt x="127" y="465"/>
                    <a:pt x="115" y="465"/>
                  </a:cubicBezTo>
                  <a:cubicBezTo>
                    <a:pt x="46" y="465"/>
                    <a:pt x="1" y="565"/>
                    <a:pt x="75" y="604"/>
                  </a:cubicBezTo>
                  <a:cubicBezTo>
                    <a:pt x="761" y="967"/>
                    <a:pt x="1527" y="1160"/>
                    <a:pt x="2300" y="1160"/>
                  </a:cubicBezTo>
                  <a:cubicBezTo>
                    <a:pt x="2467" y="1160"/>
                    <a:pt x="2634" y="1151"/>
                    <a:pt x="2801" y="1133"/>
                  </a:cubicBezTo>
                  <a:cubicBezTo>
                    <a:pt x="3518" y="1053"/>
                    <a:pt x="4424" y="832"/>
                    <a:pt x="4721" y="91"/>
                  </a:cubicBezTo>
                  <a:cubicBezTo>
                    <a:pt x="4743" y="36"/>
                    <a:pt x="4698" y="0"/>
                    <a:pt x="465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29"/>
            <p:cNvSpPr/>
            <p:nvPr/>
          </p:nvSpPr>
          <p:spPr>
            <a:xfrm>
              <a:off x="2923950" y="3156050"/>
              <a:ext cx="185650" cy="190225"/>
            </a:xfrm>
            <a:custGeom>
              <a:rect b="b" l="l" r="r" t="t"/>
              <a:pathLst>
                <a:path extrusionOk="0" h="7609" w="7426">
                  <a:moveTo>
                    <a:pt x="3745" y="0"/>
                  </a:moveTo>
                  <a:cubicBezTo>
                    <a:pt x="3478" y="0"/>
                    <a:pt x="3186" y="14"/>
                    <a:pt x="2870" y="44"/>
                  </a:cubicBezTo>
                  <a:cubicBezTo>
                    <a:pt x="1931" y="132"/>
                    <a:pt x="1051" y="565"/>
                    <a:pt x="436" y="1280"/>
                  </a:cubicBezTo>
                  <a:cubicBezTo>
                    <a:pt x="410" y="1309"/>
                    <a:pt x="385" y="1339"/>
                    <a:pt x="359" y="1371"/>
                  </a:cubicBezTo>
                  <a:lnTo>
                    <a:pt x="358" y="1371"/>
                  </a:lnTo>
                  <a:cubicBezTo>
                    <a:pt x="0" y="2030"/>
                    <a:pt x="523" y="2896"/>
                    <a:pt x="512" y="4526"/>
                  </a:cubicBezTo>
                  <a:cubicBezTo>
                    <a:pt x="496" y="6769"/>
                    <a:pt x="1194" y="7609"/>
                    <a:pt x="2589" y="7609"/>
                  </a:cubicBezTo>
                  <a:cubicBezTo>
                    <a:pt x="2826" y="7609"/>
                    <a:pt x="3083" y="7585"/>
                    <a:pt x="3360" y="7539"/>
                  </a:cubicBezTo>
                  <a:cubicBezTo>
                    <a:pt x="3885" y="7453"/>
                    <a:pt x="4886" y="6964"/>
                    <a:pt x="5421" y="6119"/>
                  </a:cubicBezTo>
                  <a:cubicBezTo>
                    <a:pt x="6023" y="5174"/>
                    <a:pt x="6257" y="4850"/>
                    <a:pt x="6446" y="3913"/>
                  </a:cubicBezTo>
                  <a:cubicBezTo>
                    <a:pt x="6698" y="2659"/>
                    <a:pt x="7425" y="0"/>
                    <a:pt x="374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29"/>
            <p:cNvSpPr/>
            <p:nvPr/>
          </p:nvSpPr>
          <p:spPr>
            <a:xfrm>
              <a:off x="2915775" y="3140125"/>
              <a:ext cx="187925" cy="126950"/>
            </a:xfrm>
            <a:custGeom>
              <a:rect b="b" l="l" r="r" t="t"/>
              <a:pathLst>
                <a:path extrusionOk="0" h="5078" w="7517">
                  <a:moveTo>
                    <a:pt x="3589" y="1"/>
                  </a:moveTo>
                  <a:cubicBezTo>
                    <a:pt x="2488" y="1"/>
                    <a:pt x="1365" y="389"/>
                    <a:pt x="495" y="1457"/>
                  </a:cubicBezTo>
                  <a:cubicBezTo>
                    <a:pt x="1" y="2211"/>
                    <a:pt x="503" y="3561"/>
                    <a:pt x="638" y="3561"/>
                  </a:cubicBezTo>
                  <a:cubicBezTo>
                    <a:pt x="661" y="3561"/>
                    <a:pt x="673" y="3523"/>
                    <a:pt x="669" y="3436"/>
                  </a:cubicBezTo>
                  <a:cubicBezTo>
                    <a:pt x="607" y="2263"/>
                    <a:pt x="1087" y="1525"/>
                    <a:pt x="1446" y="1525"/>
                  </a:cubicBezTo>
                  <a:cubicBezTo>
                    <a:pt x="1518" y="1525"/>
                    <a:pt x="1585" y="1555"/>
                    <a:pt x="1642" y="1617"/>
                  </a:cubicBezTo>
                  <a:cubicBezTo>
                    <a:pt x="1642" y="1617"/>
                    <a:pt x="3930" y="3708"/>
                    <a:pt x="5473" y="3708"/>
                  </a:cubicBezTo>
                  <a:cubicBezTo>
                    <a:pt x="5562" y="3708"/>
                    <a:pt x="5648" y="3701"/>
                    <a:pt x="5732" y="3686"/>
                  </a:cubicBezTo>
                  <a:cubicBezTo>
                    <a:pt x="5732" y="3686"/>
                    <a:pt x="6136" y="4811"/>
                    <a:pt x="7040" y="5077"/>
                  </a:cubicBezTo>
                  <a:cubicBezTo>
                    <a:pt x="7517" y="3724"/>
                    <a:pt x="7403" y="2049"/>
                    <a:pt x="6556" y="880"/>
                  </a:cubicBezTo>
                  <a:cubicBezTo>
                    <a:pt x="5775" y="392"/>
                    <a:pt x="4693" y="1"/>
                    <a:pt x="35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29"/>
            <p:cNvSpPr/>
            <p:nvPr/>
          </p:nvSpPr>
          <p:spPr>
            <a:xfrm>
              <a:off x="3037075" y="3224875"/>
              <a:ext cx="52775" cy="64175"/>
            </a:xfrm>
            <a:custGeom>
              <a:rect b="b" l="l" r="r" t="t"/>
              <a:pathLst>
                <a:path extrusionOk="0" h="2567" w="2111">
                  <a:moveTo>
                    <a:pt x="1297" y="1"/>
                  </a:moveTo>
                  <a:cubicBezTo>
                    <a:pt x="858" y="1"/>
                    <a:pt x="443" y="598"/>
                    <a:pt x="219" y="987"/>
                  </a:cubicBezTo>
                  <a:cubicBezTo>
                    <a:pt x="41" y="1297"/>
                    <a:pt x="0" y="1672"/>
                    <a:pt x="133" y="2002"/>
                  </a:cubicBezTo>
                  <a:cubicBezTo>
                    <a:pt x="242" y="2272"/>
                    <a:pt x="462" y="2522"/>
                    <a:pt x="876" y="2561"/>
                  </a:cubicBezTo>
                  <a:cubicBezTo>
                    <a:pt x="913" y="2565"/>
                    <a:pt x="950" y="2567"/>
                    <a:pt x="985" y="2567"/>
                  </a:cubicBezTo>
                  <a:cubicBezTo>
                    <a:pt x="1735" y="2567"/>
                    <a:pt x="2051" y="1808"/>
                    <a:pt x="2080" y="1236"/>
                  </a:cubicBezTo>
                  <a:cubicBezTo>
                    <a:pt x="2110" y="635"/>
                    <a:pt x="1997" y="55"/>
                    <a:pt x="1335" y="2"/>
                  </a:cubicBezTo>
                  <a:cubicBezTo>
                    <a:pt x="1322" y="1"/>
                    <a:pt x="1309" y="1"/>
                    <a:pt x="12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29"/>
            <p:cNvSpPr/>
            <p:nvPr/>
          </p:nvSpPr>
          <p:spPr>
            <a:xfrm>
              <a:off x="3056875" y="3270400"/>
              <a:ext cx="37250" cy="37250"/>
            </a:xfrm>
            <a:custGeom>
              <a:rect b="b" l="l" r="r" t="t"/>
              <a:pathLst>
                <a:path extrusionOk="0" h="1490" w="1490">
                  <a:moveTo>
                    <a:pt x="745" y="1"/>
                  </a:moveTo>
                  <a:cubicBezTo>
                    <a:pt x="333" y="1"/>
                    <a:pt x="0" y="334"/>
                    <a:pt x="0" y="746"/>
                  </a:cubicBezTo>
                  <a:cubicBezTo>
                    <a:pt x="0" y="1157"/>
                    <a:pt x="333" y="1490"/>
                    <a:pt x="745" y="1490"/>
                  </a:cubicBezTo>
                  <a:cubicBezTo>
                    <a:pt x="1156" y="1490"/>
                    <a:pt x="1489" y="1157"/>
                    <a:pt x="1489" y="746"/>
                  </a:cubicBezTo>
                  <a:cubicBezTo>
                    <a:pt x="1489" y="334"/>
                    <a:pt x="1156" y="1"/>
                    <a:pt x="74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29"/>
            <p:cNvSpPr/>
            <p:nvPr/>
          </p:nvSpPr>
          <p:spPr>
            <a:xfrm>
              <a:off x="3055725" y="3236825"/>
              <a:ext cx="22875" cy="36175"/>
            </a:xfrm>
            <a:custGeom>
              <a:rect b="b" l="l" r="r" t="t"/>
              <a:pathLst>
                <a:path extrusionOk="0" h="1447" w="915">
                  <a:moveTo>
                    <a:pt x="717" y="1"/>
                  </a:moveTo>
                  <a:cubicBezTo>
                    <a:pt x="499" y="1"/>
                    <a:pt x="312" y="154"/>
                    <a:pt x="195" y="343"/>
                  </a:cubicBezTo>
                  <a:cubicBezTo>
                    <a:pt x="0" y="660"/>
                    <a:pt x="28" y="1040"/>
                    <a:pt x="103" y="1390"/>
                  </a:cubicBezTo>
                  <a:cubicBezTo>
                    <a:pt x="112" y="1429"/>
                    <a:pt x="143" y="1447"/>
                    <a:pt x="174" y="1447"/>
                  </a:cubicBezTo>
                  <a:cubicBezTo>
                    <a:pt x="217" y="1447"/>
                    <a:pt x="260" y="1415"/>
                    <a:pt x="249" y="1360"/>
                  </a:cubicBezTo>
                  <a:cubicBezTo>
                    <a:pt x="196" y="1120"/>
                    <a:pt x="160" y="866"/>
                    <a:pt x="232" y="625"/>
                  </a:cubicBezTo>
                  <a:cubicBezTo>
                    <a:pt x="290" y="430"/>
                    <a:pt x="468" y="145"/>
                    <a:pt x="707" y="145"/>
                  </a:cubicBezTo>
                  <a:cubicBezTo>
                    <a:pt x="730" y="145"/>
                    <a:pt x="755" y="148"/>
                    <a:pt x="779" y="154"/>
                  </a:cubicBezTo>
                  <a:cubicBezTo>
                    <a:pt x="786" y="156"/>
                    <a:pt x="792" y="157"/>
                    <a:pt x="799" y="157"/>
                  </a:cubicBezTo>
                  <a:cubicBezTo>
                    <a:pt x="878" y="157"/>
                    <a:pt x="915" y="35"/>
                    <a:pt x="829" y="14"/>
                  </a:cubicBezTo>
                  <a:cubicBezTo>
                    <a:pt x="791" y="5"/>
                    <a:pt x="753" y="1"/>
                    <a:pt x="7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29"/>
            <p:cNvSpPr/>
            <p:nvPr/>
          </p:nvSpPr>
          <p:spPr>
            <a:xfrm>
              <a:off x="2791075" y="3795900"/>
              <a:ext cx="436300" cy="258225"/>
            </a:xfrm>
            <a:custGeom>
              <a:rect b="b" l="l" r="r" t="t"/>
              <a:pathLst>
                <a:path extrusionOk="0" h="10329" w="17452">
                  <a:moveTo>
                    <a:pt x="2950" y="1"/>
                  </a:moveTo>
                  <a:cubicBezTo>
                    <a:pt x="2950" y="1"/>
                    <a:pt x="1" y="6360"/>
                    <a:pt x="1429" y="7927"/>
                  </a:cubicBezTo>
                  <a:cubicBezTo>
                    <a:pt x="2302" y="8885"/>
                    <a:pt x="7035" y="10328"/>
                    <a:pt x="10957" y="10328"/>
                  </a:cubicBezTo>
                  <a:cubicBezTo>
                    <a:pt x="13453" y="10328"/>
                    <a:pt x="15620" y="9744"/>
                    <a:pt x="16256" y="8079"/>
                  </a:cubicBezTo>
                  <a:cubicBezTo>
                    <a:pt x="17452" y="4950"/>
                    <a:pt x="13880" y="907"/>
                    <a:pt x="13880" y="907"/>
                  </a:cubicBezTo>
                  <a:cubicBezTo>
                    <a:pt x="12414" y="1273"/>
                    <a:pt x="11025" y="1412"/>
                    <a:pt x="9758" y="1412"/>
                  </a:cubicBezTo>
                  <a:cubicBezTo>
                    <a:pt x="5728" y="1412"/>
                    <a:pt x="2950" y="1"/>
                    <a:pt x="295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29"/>
            <p:cNvSpPr/>
            <p:nvPr/>
          </p:nvSpPr>
          <p:spPr>
            <a:xfrm>
              <a:off x="2947425" y="3889175"/>
              <a:ext cx="36900" cy="381800"/>
            </a:xfrm>
            <a:custGeom>
              <a:rect b="b" l="l" r="r" t="t"/>
              <a:pathLst>
                <a:path extrusionOk="0" h="15272" w="1476">
                  <a:moveTo>
                    <a:pt x="74" y="0"/>
                  </a:moveTo>
                  <a:cubicBezTo>
                    <a:pt x="36" y="0"/>
                    <a:pt x="0" y="24"/>
                    <a:pt x="4" y="72"/>
                  </a:cubicBezTo>
                  <a:cubicBezTo>
                    <a:pt x="346" y="3996"/>
                    <a:pt x="687" y="7920"/>
                    <a:pt x="1028" y="11843"/>
                  </a:cubicBezTo>
                  <a:cubicBezTo>
                    <a:pt x="1125" y="12961"/>
                    <a:pt x="1222" y="14080"/>
                    <a:pt x="1320" y="15199"/>
                  </a:cubicBezTo>
                  <a:cubicBezTo>
                    <a:pt x="1324" y="15247"/>
                    <a:pt x="1364" y="15271"/>
                    <a:pt x="1402" y="15271"/>
                  </a:cubicBezTo>
                  <a:cubicBezTo>
                    <a:pt x="1440" y="15271"/>
                    <a:pt x="1475" y="15247"/>
                    <a:pt x="1471" y="15199"/>
                  </a:cubicBezTo>
                  <a:cubicBezTo>
                    <a:pt x="1129" y="11275"/>
                    <a:pt x="789" y="7351"/>
                    <a:pt x="448" y="3428"/>
                  </a:cubicBezTo>
                  <a:cubicBezTo>
                    <a:pt x="350" y="2310"/>
                    <a:pt x="253" y="1190"/>
                    <a:pt x="155" y="72"/>
                  </a:cubicBezTo>
                  <a:cubicBezTo>
                    <a:pt x="152" y="24"/>
                    <a:pt x="112" y="0"/>
                    <a:pt x="7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29"/>
            <p:cNvSpPr/>
            <p:nvPr/>
          </p:nvSpPr>
          <p:spPr>
            <a:xfrm>
              <a:off x="2954950" y="3890750"/>
              <a:ext cx="29625" cy="68125"/>
            </a:xfrm>
            <a:custGeom>
              <a:rect b="b" l="l" r="r" t="t"/>
              <a:pathLst>
                <a:path extrusionOk="0" h="2725" w="1185">
                  <a:moveTo>
                    <a:pt x="1010" y="1"/>
                  </a:moveTo>
                  <a:cubicBezTo>
                    <a:pt x="973" y="1"/>
                    <a:pt x="938" y="24"/>
                    <a:pt x="943" y="72"/>
                  </a:cubicBezTo>
                  <a:cubicBezTo>
                    <a:pt x="1004" y="557"/>
                    <a:pt x="1008" y="1043"/>
                    <a:pt x="947" y="1527"/>
                  </a:cubicBezTo>
                  <a:cubicBezTo>
                    <a:pt x="906" y="1848"/>
                    <a:pt x="784" y="2587"/>
                    <a:pt x="359" y="2587"/>
                  </a:cubicBezTo>
                  <a:cubicBezTo>
                    <a:pt x="297" y="2587"/>
                    <a:pt x="229" y="2571"/>
                    <a:pt x="153" y="2536"/>
                  </a:cubicBezTo>
                  <a:cubicBezTo>
                    <a:pt x="142" y="2531"/>
                    <a:pt x="131" y="2528"/>
                    <a:pt x="120" y="2528"/>
                  </a:cubicBezTo>
                  <a:cubicBezTo>
                    <a:pt x="48" y="2528"/>
                    <a:pt x="1" y="2631"/>
                    <a:pt x="78" y="2668"/>
                  </a:cubicBezTo>
                  <a:cubicBezTo>
                    <a:pt x="163" y="2707"/>
                    <a:pt x="245" y="2724"/>
                    <a:pt x="322" y="2724"/>
                  </a:cubicBezTo>
                  <a:cubicBezTo>
                    <a:pt x="643" y="2724"/>
                    <a:pt x="894" y="2426"/>
                    <a:pt x="990" y="2108"/>
                  </a:cubicBezTo>
                  <a:cubicBezTo>
                    <a:pt x="1184" y="1466"/>
                    <a:pt x="1176" y="732"/>
                    <a:pt x="1094" y="72"/>
                  </a:cubicBezTo>
                  <a:cubicBezTo>
                    <a:pt x="1089" y="25"/>
                    <a:pt x="1048" y="1"/>
                    <a:pt x="101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29"/>
            <p:cNvSpPr/>
            <p:nvPr/>
          </p:nvSpPr>
          <p:spPr>
            <a:xfrm>
              <a:off x="2864350" y="3800550"/>
              <a:ext cx="310725" cy="46000"/>
            </a:xfrm>
            <a:custGeom>
              <a:rect b="b" l="l" r="r" t="t"/>
              <a:pathLst>
                <a:path extrusionOk="0" h="1840" w="12429">
                  <a:moveTo>
                    <a:pt x="139" y="1"/>
                  </a:moveTo>
                  <a:cubicBezTo>
                    <a:pt x="58" y="1"/>
                    <a:pt x="0" y="115"/>
                    <a:pt x="86" y="161"/>
                  </a:cubicBezTo>
                  <a:cubicBezTo>
                    <a:pt x="915" y="604"/>
                    <a:pt x="1784" y="967"/>
                    <a:pt x="2685" y="1237"/>
                  </a:cubicBezTo>
                  <a:cubicBezTo>
                    <a:pt x="4029" y="1639"/>
                    <a:pt x="5428" y="1840"/>
                    <a:pt x="6825" y="1840"/>
                  </a:cubicBezTo>
                  <a:cubicBezTo>
                    <a:pt x="8708" y="1840"/>
                    <a:pt x="10590" y="1475"/>
                    <a:pt x="12335" y="745"/>
                  </a:cubicBezTo>
                  <a:cubicBezTo>
                    <a:pt x="12429" y="706"/>
                    <a:pt x="12376" y="578"/>
                    <a:pt x="12290" y="578"/>
                  </a:cubicBezTo>
                  <a:cubicBezTo>
                    <a:pt x="12278" y="578"/>
                    <a:pt x="12266" y="581"/>
                    <a:pt x="12253" y="586"/>
                  </a:cubicBezTo>
                  <a:cubicBezTo>
                    <a:pt x="10537" y="1304"/>
                    <a:pt x="8687" y="1660"/>
                    <a:pt x="6838" y="1660"/>
                  </a:cubicBezTo>
                  <a:cubicBezTo>
                    <a:pt x="4534" y="1660"/>
                    <a:pt x="2230" y="1107"/>
                    <a:pt x="184" y="13"/>
                  </a:cubicBezTo>
                  <a:cubicBezTo>
                    <a:pt x="169" y="5"/>
                    <a:pt x="154" y="1"/>
                    <a:pt x="13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29"/>
            <p:cNvSpPr/>
            <p:nvPr/>
          </p:nvSpPr>
          <p:spPr>
            <a:xfrm>
              <a:off x="2889525" y="3779475"/>
              <a:ext cx="15125" cy="35250"/>
            </a:xfrm>
            <a:custGeom>
              <a:rect b="b" l="l" r="r" t="t"/>
              <a:pathLst>
                <a:path extrusionOk="0" h="1410" w="605">
                  <a:moveTo>
                    <a:pt x="483" y="0"/>
                  </a:moveTo>
                  <a:cubicBezTo>
                    <a:pt x="458" y="0"/>
                    <a:pt x="434" y="13"/>
                    <a:pt x="417" y="42"/>
                  </a:cubicBezTo>
                  <a:cubicBezTo>
                    <a:pt x="194" y="441"/>
                    <a:pt x="57" y="866"/>
                    <a:pt x="7" y="1318"/>
                  </a:cubicBezTo>
                  <a:cubicBezTo>
                    <a:pt x="0" y="1378"/>
                    <a:pt x="45" y="1409"/>
                    <a:pt x="92" y="1409"/>
                  </a:cubicBezTo>
                  <a:cubicBezTo>
                    <a:pt x="135" y="1409"/>
                    <a:pt x="179" y="1383"/>
                    <a:pt x="185" y="1328"/>
                  </a:cubicBezTo>
                  <a:cubicBezTo>
                    <a:pt x="232" y="906"/>
                    <a:pt x="358" y="512"/>
                    <a:pt x="565" y="141"/>
                  </a:cubicBezTo>
                  <a:cubicBezTo>
                    <a:pt x="605" y="70"/>
                    <a:pt x="543" y="0"/>
                    <a:pt x="48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29"/>
            <p:cNvSpPr/>
            <p:nvPr/>
          </p:nvSpPr>
          <p:spPr>
            <a:xfrm>
              <a:off x="3113550" y="3788725"/>
              <a:ext cx="13800" cy="43400"/>
            </a:xfrm>
            <a:custGeom>
              <a:rect b="b" l="l" r="r" t="t"/>
              <a:pathLst>
                <a:path extrusionOk="0" h="1736" w="552">
                  <a:moveTo>
                    <a:pt x="119" y="0"/>
                  </a:moveTo>
                  <a:cubicBezTo>
                    <a:pt x="63" y="0"/>
                    <a:pt x="0" y="61"/>
                    <a:pt x="28" y="132"/>
                  </a:cubicBezTo>
                  <a:cubicBezTo>
                    <a:pt x="222" y="618"/>
                    <a:pt x="336" y="1122"/>
                    <a:pt x="370" y="1645"/>
                  </a:cubicBezTo>
                  <a:cubicBezTo>
                    <a:pt x="374" y="1704"/>
                    <a:pt x="424" y="1735"/>
                    <a:pt x="470" y="1735"/>
                  </a:cubicBezTo>
                  <a:cubicBezTo>
                    <a:pt x="512" y="1735"/>
                    <a:pt x="551" y="1709"/>
                    <a:pt x="548" y="1655"/>
                  </a:cubicBezTo>
                  <a:cubicBezTo>
                    <a:pt x="513" y="1100"/>
                    <a:pt x="393" y="567"/>
                    <a:pt x="187" y="50"/>
                  </a:cubicBezTo>
                  <a:cubicBezTo>
                    <a:pt x="174" y="15"/>
                    <a:pt x="147"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9"/>
            <p:cNvSpPr/>
            <p:nvPr/>
          </p:nvSpPr>
          <p:spPr>
            <a:xfrm>
              <a:off x="3032275" y="3801350"/>
              <a:ext cx="9550" cy="41225"/>
            </a:xfrm>
            <a:custGeom>
              <a:rect b="b" l="l" r="r" t="t"/>
              <a:pathLst>
                <a:path extrusionOk="0" h="1649" w="382">
                  <a:moveTo>
                    <a:pt x="105" y="1"/>
                  </a:moveTo>
                  <a:cubicBezTo>
                    <a:pt x="53" y="1"/>
                    <a:pt x="1" y="40"/>
                    <a:pt x="19" y="105"/>
                  </a:cubicBezTo>
                  <a:cubicBezTo>
                    <a:pt x="157" y="581"/>
                    <a:pt x="202" y="1063"/>
                    <a:pt x="154" y="1557"/>
                  </a:cubicBezTo>
                  <a:cubicBezTo>
                    <a:pt x="148" y="1617"/>
                    <a:pt x="194" y="1648"/>
                    <a:pt x="241" y="1648"/>
                  </a:cubicBezTo>
                  <a:cubicBezTo>
                    <a:pt x="284" y="1648"/>
                    <a:pt x="327" y="1622"/>
                    <a:pt x="333" y="1567"/>
                  </a:cubicBezTo>
                  <a:cubicBezTo>
                    <a:pt x="382" y="1058"/>
                    <a:pt x="336" y="559"/>
                    <a:pt x="193" y="66"/>
                  </a:cubicBezTo>
                  <a:cubicBezTo>
                    <a:pt x="181" y="21"/>
                    <a:pt x="143" y="1"/>
                    <a:pt x="10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9"/>
            <p:cNvSpPr/>
            <p:nvPr/>
          </p:nvSpPr>
          <p:spPr>
            <a:xfrm>
              <a:off x="2942825" y="3801250"/>
              <a:ext cx="22750" cy="22075"/>
            </a:xfrm>
            <a:custGeom>
              <a:rect b="b" l="l" r="r" t="t"/>
              <a:pathLst>
                <a:path extrusionOk="0" h="883" w="910">
                  <a:moveTo>
                    <a:pt x="455" y="1"/>
                  </a:moveTo>
                  <a:cubicBezTo>
                    <a:pt x="223" y="1"/>
                    <a:pt x="28" y="182"/>
                    <a:pt x="15" y="418"/>
                  </a:cubicBezTo>
                  <a:cubicBezTo>
                    <a:pt x="1" y="661"/>
                    <a:pt x="187" y="869"/>
                    <a:pt x="431" y="882"/>
                  </a:cubicBezTo>
                  <a:cubicBezTo>
                    <a:pt x="440" y="883"/>
                    <a:pt x="449" y="883"/>
                    <a:pt x="458" y="883"/>
                  </a:cubicBezTo>
                  <a:cubicBezTo>
                    <a:pt x="689" y="883"/>
                    <a:pt x="883" y="701"/>
                    <a:pt x="896" y="466"/>
                  </a:cubicBezTo>
                  <a:cubicBezTo>
                    <a:pt x="909" y="223"/>
                    <a:pt x="723" y="14"/>
                    <a:pt x="480" y="1"/>
                  </a:cubicBezTo>
                  <a:cubicBezTo>
                    <a:pt x="471" y="1"/>
                    <a:pt x="463" y="1"/>
                    <a:pt x="45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29"/>
            <p:cNvSpPr/>
            <p:nvPr/>
          </p:nvSpPr>
          <p:spPr>
            <a:xfrm>
              <a:off x="3110025" y="3864950"/>
              <a:ext cx="85025" cy="88625"/>
            </a:xfrm>
            <a:custGeom>
              <a:rect b="b" l="l" r="r" t="t"/>
              <a:pathLst>
                <a:path extrusionOk="0" h="3545" w="3401">
                  <a:moveTo>
                    <a:pt x="104" y="0"/>
                  </a:moveTo>
                  <a:cubicBezTo>
                    <a:pt x="51" y="0"/>
                    <a:pt x="1" y="39"/>
                    <a:pt x="23" y="102"/>
                  </a:cubicBezTo>
                  <a:cubicBezTo>
                    <a:pt x="540" y="1620"/>
                    <a:pt x="1404" y="3509"/>
                    <a:pt x="3276" y="3544"/>
                  </a:cubicBezTo>
                  <a:cubicBezTo>
                    <a:pt x="3277" y="3544"/>
                    <a:pt x="3277" y="3544"/>
                    <a:pt x="3278" y="3544"/>
                  </a:cubicBezTo>
                  <a:cubicBezTo>
                    <a:pt x="3391" y="3544"/>
                    <a:pt x="3400" y="3368"/>
                    <a:pt x="3286" y="3366"/>
                  </a:cubicBezTo>
                  <a:cubicBezTo>
                    <a:pt x="1501" y="3333"/>
                    <a:pt x="689" y="1507"/>
                    <a:pt x="197" y="65"/>
                  </a:cubicBezTo>
                  <a:cubicBezTo>
                    <a:pt x="181" y="20"/>
                    <a:pt x="142" y="0"/>
                    <a:pt x="10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29"/>
            <p:cNvSpPr/>
            <p:nvPr/>
          </p:nvSpPr>
          <p:spPr>
            <a:xfrm>
              <a:off x="2825550" y="3850750"/>
              <a:ext cx="68900" cy="57000"/>
            </a:xfrm>
            <a:custGeom>
              <a:rect b="b" l="l" r="r" t="t"/>
              <a:pathLst>
                <a:path extrusionOk="0" h="2280" w="2756">
                  <a:moveTo>
                    <a:pt x="2635" y="1"/>
                  </a:moveTo>
                  <a:cubicBezTo>
                    <a:pt x="2610" y="1"/>
                    <a:pt x="2586" y="13"/>
                    <a:pt x="2570" y="44"/>
                  </a:cubicBezTo>
                  <a:cubicBezTo>
                    <a:pt x="2062" y="1037"/>
                    <a:pt x="1173" y="1783"/>
                    <a:pt x="101" y="2101"/>
                  </a:cubicBezTo>
                  <a:cubicBezTo>
                    <a:pt x="1" y="2130"/>
                    <a:pt x="23" y="2279"/>
                    <a:pt x="113" y="2279"/>
                  </a:cubicBezTo>
                  <a:cubicBezTo>
                    <a:pt x="121" y="2279"/>
                    <a:pt x="130" y="2278"/>
                    <a:pt x="139" y="2275"/>
                  </a:cubicBezTo>
                  <a:cubicBezTo>
                    <a:pt x="1253" y="1945"/>
                    <a:pt x="2189" y="1177"/>
                    <a:pt x="2719" y="142"/>
                  </a:cubicBezTo>
                  <a:cubicBezTo>
                    <a:pt x="2756" y="71"/>
                    <a:pt x="2693" y="1"/>
                    <a:pt x="263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9"/>
            <p:cNvSpPr/>
            <p:nvPr/>
          </p:nvSpPr>
          <p:spPr>
            <a:xfrm>
              <a:off x="2930275" y="3456800"/>
              <a:ext cx="379500" cy="435775"/>
            </a:xfrm>
            <a:custGeom>
              <a:rect b="b" l="l" r="r" t="t"/>
              <a:pathLst>
                <a:path extrusionOk="0" h="17431" w="15180">
                  <a:moveTo>
                    <a:pt x="11166" y="1"/>
                  </a:moveTo>
                  <a:cubicBezTo>
                    <a:pt x="8496" y="1326"/>
                    <a:pt x="8312" y="6163"/>
                    <a:pt x="8312" y="6163"/>
                  </a:cubicBezTo>
                  <a:cubicBezTo>
                    <a:pt x="8312" y="6163"/>
                    <a:pt x="10691" y="10630"/>
                    <a:pt x="9404" y="11646"/>
                  </a:cubicBezTo>
                  <a:cubicBezTo>
                    <a:pt x="9404" y="11646"/>
                    <a:pt x="4404" y="9459"/>
                    <a:pt x="2252" y="9175"/>
                  </a:cubicBezTo>
                  <a:cubicBezTo>
                    <a:pt x="1962" y="9137"/>
                    <a:pt x="1709" y="9118"/>
                    <a:pt x="1488" y="9118"/>
                  </a:cubicBezTo>
                  <a:cubicBezTo>
                    <a:pt x="15" y="9118"/>
                    <a:pt x="0" y="9971"/>
                    <a:pt x="68" y="11677"/>
                  </a:cubicBezTo>
                  <a:cubicBezTo>
                    <a:pt x="145" y="13638"/>
                    <a:pt x="3347" y="16204"/>
                    <a:pt x="8496" y="17239"/>
                  </a:cubicBezTo>
                  <a:cubicBezTo>
                    <a:pt x="9144" y="17369"/>
                    <a:pt x="9730" y="17430"/>
                    <a:pt x="10259" y="17430"/>
                  </a:cubicBezTo>
                  <a:cubicBezTo>
                    <a:pt x="10827" y="17430"/>
                    <a:pt x="11330" y="17360"/>
                    <a:pt x="11774" y="17229"/>
                  </a:cubicBezTo>
                  <a:cubicBezTo>
                    <a:pt x="13184" y="16814"/>
                    <a:pt x="14001" y="15789"/>
                    <a:pt x="14431" y="14471"/>
                  </a:cubicBezTo>
                  <a:cubicBezTo>
                    <a:pt x="15180" y="12169"/>
                    <a:pt x="14750" y="8976"/>
                    <a:pt x="14239" y="6573"/>
                  </a:cubicBezTo>
                  <a:cubicBezTo>
                    <a:pt x="13257" y="1957"/>
                    <a:pt x="11166" y="1"/>
                    <a:pt x="1116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29"/>
            <p:cNvSpPr/>
            <p:nvPr/>
          </p:nvSpPr>
          <p:spPr>
            <a:xfrm>
              <a:off x="2953025" y="3687000"/>
              <a:ext cx="53475" cy="110925"/>
            </a:xfrm>
            <a:custGeom>
              <a:rect b="b" l="l" r="r" t="t"/>
              <a:pathLst>
                <a:path extrusionOk="0" h="4437" w="2139">
                  <a:moveTo>
                    <a:pt x="1572" y="0"/>
                  </a:moveTo>
                  <a:cubicBezTo>
                    <a:pt x="1527" y="0"/>
                    <a:pt x="1481" y="37"/>
                    <a:pt x="1499" y="93"/>
                  </a:cubicBezTo>
                  <a:cubicBezTo>
                    <a:pt x="1770" y="941"/>
                    <a:pt x="1962" y="1853"/>
                    <a:pt x="1715" y="2731"/>
                  </a:cubicBezTo>
                  <a:cubicBezTo>
                    <a:pt x="1497" y="3508"/>
                    <a:pt x="912" y="4162"/>
                    <a:pt x="91" y="4290"/>
                  </a:cubicBezTo>
                  <a:cubicBezTo>
                    <a:pt x="1" y="4304"/>
                    <a:pt x="33" y="4437"/>
                    <a:pt x="118" y="4437"/>
                  </a:cubicBezTo>
                  <a:cubicBezTo>
                    <a:pt x="122" y="4437"/>
                    <a:pt x="127" y="4436"/>
                    <a:pt x="132" y="4435"/>
                  </a:cubicBezTo>
                  <a:cubicBezTo>
                    <a:pt x="938" y="4309"/>
                    <a:pt x="1547" y="3688"/>
                    <a:pt x="1809" y="2936"/>
                  </a:cubicBezTo>
                  <a:cubicBezTo>
                    <a:pt x="2139" y="1991"/>
                    <a:pt x="1939" y="977"/>
                    <a:pt x="1645" y="54"/>
                  </a:cubicBezTo>
                  <a:cubicBezTo>
                    <a:pt x="1633" y="17"/>
                    <a:pt x="1603" y="0"/>
                    <a:pt x="15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9"/>
            <p:cNvSpPr/>
            <p:nvPr/>
          </p:nvSpPr>
          <p:spPr>
            <a:xfrm>
              <a:off x="2991775" y="3452600"/>
              <a:ext cx="285500" cy="376175"/>
            </a:xfrm>
            <a:custGeom>
              <a:rect b="b" l="l" r="r" t="t"/>
              <a:pathLst>
                <a:path extrusionOk="0" h="15047" w="11420">
                  <a:moveTo>
                    <a:pt x="7692" y="1"/>
                  </a:moveTo>
                  <a:cubicBezTo>
                    <a:pt x="7637" y="1"/>
                    <a:pt x="7584" y="54"/>
                    <a:pt x="7625" y="109"/>
                  </a:cubicBezTo>
                  <a:cubicBezTo>
                    <a:pt x="9691" y="2908"/>
                    <a:pt x="10784" y="6314"/>
                    <a:pt x="11049" y="9764"/>
                  </a:cubicBezTo>
                  <a:cubicBezTo>
                    <a:pt x="11113" y="10600"/>
                    <a:pt x="11138" y="11444"/>
                    <a:pt x="11100" y="12281"/>
                  </a:cubicBezTo>
                  <a:cubicBezTo>
                    <a:pt x="11060" y="13122"/>
                    <a:pt x="10881" y="14034"/>
                    <a:pt x="10103" y="14501"/>
                  </a:cubicBezTo>
                  <a:cubicBezTo>
                    <a:pt x="9569" y="14821"/>
                    <a:pt x="8933" y="14888"/>
                    <a:pt x="8311" y="14888"/>
                  </a:cubicBezTo>
                  <a:cubicBezTo>
                    <a:pt x="8108" y="14888"/>
                    <a:pt x="7906" y="14881"/>
                    <a:pt x="7710" y="14873"/>
                  </a:cubicBezTo>
                  <a:cubicBezTo>
                    <a:pt x="6822" y="14839"/>
                    <a:pt x="5936" y="14742"/>
                    <a:pt x="5064" y="14566"/>
                  </a:cubicBezTo>
                  <a:cubicBezTo>
                    <a:pt x="3311" y="14216"/>
                    <a:pt x="1647" y="13541"/>
                    <a:pt x="145" y="12572"/>
                  </a:cubicBezTo>
                  <a:cubicBezTo>
                    <a:pt x="132" y="12564"/>
                    <a:pt x="119" y="12560"/>
                    <a:pt x="106" y="12560"/>
                  </a:cubicBezTo>
                  <a:cubicBezTo>
                    <a:pt x="43" y="12560"/>
                    <a:pt x="1" y="12659"/>
                    <a:pt x="69" y="12703"/>
                  </a:cubicBezTo>
                  <a:cubicBezTo>
                    <a:pt x="1454" y="13597"/>
                    <a:pt x="2980" y="14246"/>
                    <a:pt x="4587" y="14619"/>
                  </a:cubicBezTo>
                  <a:cubicBezTo>
                    <a:pt x="5438" y="14816"/>
                    <a:pt x="6308" y="14938"/>
                    <a:pt x="7180" y="14997"/>
                  </a:cubicBezTo>
                  <a:cubicBezTo>
                    <a:pt x="7534" y="15021"/>
                    <a:pt x="7901" y="15046"/>
                    <a:pt x="8268" y="15046"/>
                  </a:cubicBezTo>
                  <a:cubicBezTo>
                    <a:pt x="8765" y="15046"/>
                    <a:pt x="9262" y="15000"/>
                    <a:pt x="9726" y="14840"/>
                  </a:cubicBezTo>
                  <a:cubicBezTo>
                    <a:pt x="11420" y="14257"/>
                    <a:pt x="11300" y="12248"/>
                    <a:pt x="11255" y="10780"/>
                  </a:cubicBezTo>
                  <a:cubicBezTo>
                    <a:pt x="11198" y="8980"/>
                    <a:pt x="10930" y="7183"/>
                    <a:pt x="10418" y="5454"/>
                  </a:cubicBezTo>
                  <a:cubicBezTo>
                    <a:pt x="9844" y="3512"/>
                    <a:pt x="8959" y="1665"/>
                    <a:pt x="7755" y="33"/>
                  </a:cubicBezTo>
                  <a:cubicBezTo>
                    <a:pt x="7738" y="10"/>
                    <a:pt x="7715" y="1"/>
                    <a:pt x="76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29"/>
            <p:cNvSpPr/>
            <p:nvPr/>
          </p:nvSpPr>
          <p:spPr>
            <a:xfrm>
              <a:off x="3224625" y="3818550"/>
              <a:ext cx="66425" cy="68975"/>
            </a:xfrm>
            <a:custGeom>
              <a:rect b="b" l="l" r="r" t="t"/>
              <a:pathLst>
                <a:path extrusionOk="0" h="2759" w="2657">
                  <a:moveTo>
                    <a:pt x="2657" y="1"/>
                  </a:moveTo>
                  <a:cubicBezTo>
                    <a:pt x="1762" y="111"/>
                    <a:pt x="70" y="606"/>
                    <a:pt x="0" y="2759"/>
                  </a:cubicBezTo>
                  <a:cubicBezTo>
                    <a:pt x="1410" y="2344"/>
                    <a:pt x="2227" y="1319"/>
                    <a:pt x="265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9"/>
            <p:cNvSpPr/>
            <p:nvPr/>
          </p:nvSpPr>
          <p:spPr>
            <a:xfrm>
              <a:off x="3128825" y="3591000"/>
              <a:ext cx="38650" cy="88100"/>
            </a:xfrm>
            <a:custGeom>
              <a:rect b="b" l="l" r="r" t="t"/>
              <a:pathLst>
                <a:path extrusionOk="0" h="3524" w="1546">
                  <a:moveTo>
                    <a:pt x="103" y="0"/>
                  </a:moveTo>
                  <a:cubicBezTo>
                    <a:pt x="53" y="0"/>
                    <a:pt x="1" y="55"/>
                    <a:pt x="31" y="114"/>
                  </a:cubicBezTo>
                  <a:cubicBezTo>
                    <a:pt x="579" y="1192"/>
                    <a:pt x="1030" y="2314"/>
                    <a:pt x="1383" y="3471"/>
                  </a:cubicBezTo>
                  <a:cubicBezTo>
                    <a:pt x="1394" y="3508"/>
                    <a:pt x="1424" y="3524"/>
                    <a:pt x="1454" y="3524"/>
                  </a:cubicBezTo>
                  <a:cubicBezTo>
                    <a:pt x="1499" y="3524"/>
                    <a:pt x="1545" y="3487"/>
                    <a:pt x="1528" y="3430"/>
                  </a:cubicBezTo>
                  <a:cubicBezTo>
                    <a:pt x="1171" y="2261"/>
                    <a:pt x="714" y="1128"/>
                    <a:pt x="161" y="39"/>
                  </a:cubicBezTo>
                  <a:cubicBezTo>
                    <a:pt x="148" y="12"/>
                    <a:pt x="125" y="0"/>
                    <a:pt x="1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29"/>
            <p:cNvSpPr/>
            <p:nvPr/>
          </p:nvSpPr>
          <p:spPr>
            <a:xfrm>
              <a:off x="3164700" y="3746100"/>
              <a:ext cx="57475" cy="50475"/>
            </a:xfrm>
            <a:custGeom>
              <a:rect b="b" l="l" r="r" t="t"/>
              <a:pathLst>
                <a:path extrusionOk="0" h="2019" w="2299">
                  <a:moveTo>
                    <a:pt x="115" y="1"/>
                  </a:moveTo>
                  <a:cubicBezTo>
                    <a:pt x="46" y="1"/>
                    <a:pt x="1" y="102"/>
                    <a:pt x="75" y="140"/>
                  </a:cubicBezTo>
                  <a:cubicBezTo>
                    <a:pt x="906" y="573"/>
                    <a:pt x="1611" y="1203"/>
                    <a:pt x="2130" y="1984"/>
                  </a:cubicBezTo>
                  <a:cubicBezTo>
                    <a:pt x="2146" y="2008"/>
                    <a:pt x="2169" y="2019"/>
                    <a:pt x="2193" y="2019"/>
                  </a:cubicBezTo>
                  <a:cubicBezTo>
                    <a:pt x="2246" y="2019"/>
                    <a:pt x="2298" y="1964"/>
                    <a:pt x="2260" y="1907"/>
                  </a:cubicBezTo>
                  <a:cubicBezTo>
                    <a:pt x="1727" y="1105"/>
                    <a:pt x="1006" y="455"/>
                    <a:pt x="150" y="10"/>
                  </a:cubicBezTo>
                  <a:cubicBezTo>
                    <a:pt x="138" y="3"/>
                    <a:pt x="126"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29"/>
            <p:cNvSpPr/>
            <p:nvPr/>
          </p:nvSpPr>
          <p:spPr>
            <a:xfrm>
              <a:off x="3179975" y="3753350"/>
              <a:ext cx="47425" cy="13325"/>
            </a:xfrm>
            <a:custGeom>
              <a:rect b="b" l="l" r="r" t="t"/>
              <a:pathLst>
                <a:path extrusionOk="0" h="533" w="1897">
                  <a:moveTo>
                    <a:pt x="221" y="0"/>
                  </a:moveTo>
                  <a:cubicBezTo>
                    <a:pt x="180" y="0"/>
                    <a:pt x="139" y="1"/>
                    <a:pt x="98" y="2"/>
                  </a:cubicBezTo>
                  <a:cubicBezTo>
                    <a:pt x="3" y="6"/>
                    <a:pt x="1" y="154"/>
                    <a:pt x="95" y="154"/>
                  </a:cubicBezTo>
                  <a:cubicBezTo>
                    <a:pt x="96" y="154"/>
                    <a:pt x="97" y="154"/>
                    <a:pt x="98" y="154"/>
                  </a:cubicBezTo>
                  <a:cubicBezTo>
                    <a:pt x="138" y="152"/>
                    <a:pt x="178" y="152"/>
                    <a:pt x="218" y="152"/>
                  </a:cubicBezTo>
                  <a:cubicBezTo>
                    <a:pt x="753" y="152"/>
                    <a:pt x="1268" y="275"/>
                    <a:pt x="1746" y="524"/>
                  </a:cubicBezTo>
                  <a:cubicBezTo>
                    <a:pt x="1758" y="530"/>
                    <a:pt x="1770" y="533"/>
                    <a:pt x="1781" y="533"/>
                  </a:cubicBezTo>
                  <a:cubicBezTo>
                    <a:pt x="1850" y="533"/>
                    <a:pt x="1897" y="431"/>
                    <a:pt x="1822" y="392"/>
                  </a:cubicBezTo>
                  <a:cubicBezTo>
                    <a:pt x="1322" y="133"/>
                    <a:pt x="782" y="0"/>
                    <a:pt x="2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29"/>
            <p:cNvSpPr/>
            <p:nvPr/>
          </p:nvSpPr>
          <p:spPr>
            <a:xfrm>
              <a:off x="2769450" y="3621125"/>
              <a:ext cx="195725" cy="127200"/>
            </a:xfrm>
            <a:custGeom>
              <a:rect b="b" l="l" r="r" t="t"/>
              <a:pathLst>
                <a:path extrusionOk="0" h="5088" w="7829">
                  <a:moveTo>
                    <a:pt x="415" y="0"/>
                  </a:moveTo>
                  <a:cubicBezTo>
                    <a:pt x="150" y="0"/>
                    <a:pt x="1" y="180"/>
                    <a:pt x="43" y="465"/>
                  </a:cubicBezTo>
                  <a:lnTo>
                    <a:pt x="455" y="3247"/>
                  </a:lnTo>
                  <a:cubicBezTo>
                    <a:pt x="525" y="3721"/>
                    <a:pt x="1074" y="4258"/>
                    <a:pt x="1552" y="4322"/>
                  </a:cubicBezTo>
                  <a:lnTo>
                    <a:pt x="7330" y="5082"/>
                  </a:lnTo>
                  <a:cubicBezTo>
                    <a:pt x="7360" y="5086"/>
                    <a:pt x="7388" y="5088"/>
                    <a:pt x="7415" y="5088"/>
                  </a:cubicBezTo>
                  <a:cubicBezTo>
                    <a:pt x="7679" y="5088"/>
                    <a:pt x="7829" y="4907"/>
                    <a:pt x="7786" y="4622"/>
                  </a:cubicBezTo>
                  <a:lnTo>
                    <a:pt x="7375" y="1840"/>
                  </a:lnTo>
                  <a:cubicBezTo>
                    <a:pt x="7305" y="1366"/>
                    <a:pt x="6755" y="829"/>
                    <a:pt x="6278" y="766"/>
                  </a:cubicBezTo>
                  <a:lnTo>
                    <a:pt x="500" y="6"/>
                  </a:lnTo>
                  <a:cubicBezTo>
                    <a:pt x="470" y="2"/>
                    <a:pt x="442" y="0"/>
                    <a:pt x="41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9"/>
            <p:cNvSpPr/>
            <p:nvPr/>
          </p:nvSpPr>
          <p:spPr>
            <a:xfrm>
              <a:off x="2770500" y="3628125"/>
              <a:ext cx="195725" cy="127225"/>
            </a:xfrm>
            <a:custGeom>
              <a:rect b="b" l="l" r="r" t="t"/>
              <a:pathLst>
                <a:path extrusionOk="0" h="5089" w="7829">
                  <a:moveTo>
                    <a:pt x="415" y="1"/>
                  </a:moveTo>
                  <a:cubicBezTo>
                    <a:pt x="149" y="1"/>
                    <a:pt x="0" y="181"/>
                    <a:pt x="43" y="466"/>
                  </a:cubicBezTo>
                  <a:lnTo>
                    <a:pt x="455" y="3249"/>
                  </a:lnTo>
                  <a:cubicBezTo>
                    <a:pt x="525" y="3722"/>
                    <a:pt x="1074" y="4260"/>
                    <a:pt x="1551" y="4322"/>
                  </a:cubicBezTo>
                  <a:lnTo>
                    <a:pt x="7330" y="5083"/>
                  </a:lnTo>
                  <a:cubicBezTo>
                    <a:pt x="7359" y="5087"/>
                    <a:pt x="7388" y="5088"/>
                    <a:pt x="7415" y="5088"/>
                  </a:cubicBezTo>
                  <a:cubicBezTo>
                    <a:pt x="7679" y="5088"/>
                    <a:pt x="7828" y="4909"/>
                    <a:pt x="7787" y="4624"/>
                  </a:cubicBezTo>
                  <a:lnTo>
                    <a:pt x="7375" y="1841"/>
                  </a:lnTo>
                  <a:cubicBezTo>
                    <a:pt x="7305" y="1368"/>
                    <a:pt x="6756" y="830"/>
                    <a:pt x="6277" y="767"/>
                  </a:cubicBezTo>
                  <a:lnTo>
                    <a:pt x="500" y="6"/>
                  </a:lnTo>
                  <a:cubicBezTo>
                    <a:pt x="470" y="2"/>
                    <a:pt x="442" y="1"/>
                    <a:pt x="41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29"/>
            <p:cNvSpPr/>
            <p:nvPr/>
          </p:nvSpPr>
          <p:spPr>
            <a:xfrm>
              <a:off x="2845250" y="3676675"/>
              <a:ext cx="34650" cy="27775"/>
            </a:xfrm>
            <a:custGeom>
              <a:rect b="b" l="l" r="r" t="t"/>
              <a:pathLst>
                <a:path extrusionOk="0" h="1111" w="1386">
                  <a:moveTo>
                    <a:pt x="436" y="0"/>
                  </a:moveTo>
                  <a:cubicBezTo>
                    <a:pt x="171" y="0"/>
                    <a:pt x="1" y="158"/>
                    <a:pt x="36" y="402"/>
                  </a:cubicBezTo>
                  <a:cubicBezTo>
                    <a:pt x="80" y="697"/>
                    <a:pt x="409" y="1004"/>
                    <a:pt x="772" y="1089"/>
                  </a:cubicBezTo>
                  <a:cubicBezTo>
                    <a:pt x="835" y="1103"/>
                    <a:pt x="895" y="1110"/>
                    <a:pt x="950" y="1110"/>
                  </a:cubicBezTo>
                  <a:cubicBezTo>
                    <a:pt x="1215" y="1110"/>
                    <a:pt x="1385" y="952"/>
                    <a:pt x="1349" y="709"/>
                  </a:cubicBezTo>
                  <a:cubicBezTo>
                    <a:pt x="1305" y="414"/>
                    <a:pt x="977" y="106"/>
                    <a:pt x="614" y="22"/>
                  </a:cubicBezTo>
                  <a:cubicBezTo>
                    <a:pt x="551" y="7"/>
                    <a:pt x="491" y="0"/>
                    <a:pt x="43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29"/>
            <p:cNvSpPr/>
            <p:nvPr/>
          </p:nvSpPr>
          <p:spPr>
            <a:xfrm>
              <a:off x="2786200" y="3641800"/>
              <a:ext cx="16975" cy="14600"/>
            </a:xfrm>
            <a:custGeom>
              <a:rect b="b" l="l" r="r" t="t"/>
              <a:pathLst>
                <a:path extrusionOk="0" h="584" w="679">
                  <a:moveTo>
                    <a:pt x="251" y="1"/>
                  </a:moveTo>
                  <a:cubicBezTo>
                    <a:pt x="104" y="1"/>
                    <a:pt x="0" y="95"/>
                    <a:pt x="11" y="233"/>
                  </a:cubicBezTo>
                  <a:cubicBezTo>
                    <a:pt x="23" y="390"/>
                    <a:pt x="180" y="545"/>
                    <a:pt x="361" y="578"/>
                  </a:cubicBezTo>
                  <a:cubicBezTo>
                    <a:pt x="384" y="582"/>
                    <a:pt x="407" y="584"/>
                    <a:pt x="428" y="584"/>
                  </a:cubicBezTo>
                  <a:cubicBezTo>
                    <a:pt x="575" y="584"/>
                    <a:pt x="679" y="490"/>
                    <a:pt x="668" y="352"/>
                  </a:cubicBezTo>
                  <a:cubicBezTo>
                    <a:pt x="656" y="194"/>
                    <a:pt x="499" y="40"/>
                    <a:pt x="318" y="7"/>
                  </a:cubicBezTo>
                  <a:cubicBezTo>
                    <a:pt x="294" y="3"/>
                    <a:pt x="272" y="1"/>
                    <a:pt x="2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29"/>
            <p:cNvSpPr/>
            <p:nvPr/>
          </p:nvSpPr>
          <p:spPr>
            <a:xfrm>
              <a:off x="2738525" y="3632800"/>
              <a:ext cx="103300" cy="109675"/>
            </a:xfrm>
            <a:custGeom>
              <a:rect b="b" l="l" r="r" t="t"/>
              <a:pathLst>
                <a:path extrusionOk="0" h="4387" w="4132">
                  <a:moveTo>
                    <a:pt x="1108" y="0"/>
                  </a:moveTo>
                  <a:cubicBezTo>
                    <a:pt x="1024" y="0"/>
                    <a:pt x="950" y="21"/>
                    <a:pt x="891" y="70"/>
                  </a:cubicBezTo>
                  <a:cubicBezTo>
                    <a:pt x="561" y="347"/>
                    <a:pt x="1" y="723"/>
                    <a:pt x="148" y="1052"/>
                  </a:cubicBezTo>
                  <a:cubicBezTo>
                    <a:pt x="294" y="1379"/>
                    <a:pt x="672" y="1920"/>
                    <a:pt x="672" y="1920"/>
                  </a:cubicBezTo>
                  <a:cubicBezTo>
                    <a:pt x="672" y="1920"/>
                    <a:pt x="552" y="2138"/>
                    <a:pt x="724" y="2434"/>
                  </a:cubicBezTo>
                  <a:cubicBezTo>
                    <a:pt x="891" y="2722"/>
                    <a:pt x="1212" y="2727"/>
                    <a:pt x="1230" y="2727"/>
                  </a:cubicBezTo>
                  <a:cubicBezTo>
                    <a:pt x="1231" y="2727"/>
                    <a:pt x="1231" y="2727"/>
                    <a:pt x="1231" y="2727"/>
                  </a:cubicBezTo>
                  <a:lnTo>
                    <a:pt x="1231" y="2727"/>
                  </a:lnTo>
                  <a:cubicBezTo>
                    <a:pt x="1231" y="2727"/>
                    <a:pt x="1072" y="2936"/>
                    <a:pt x="1142" y="3195"/>
                  </a:cubicBezTo>
                  <a:cubicBezTo>
                    <a:pt x="1212" y="3455"/>
                    <a:pt x="1962" y="3679"/>
                    <a:pt x="1962" y="3679"/>
                  </a:cubicBezTo>
                  <a:cubicBezTo>
                    <a:pt x="1962" y="3679"/>
                    <a:pt x="1896" y="4108"/>
                    <a:pt x="2082" y="4239"/>
                  </a:cubicBezTo>
                  <a:cubicBezTo>
                    <a:pt x="2197" y="4320"/>
                    <a:pt x="2402" y="4386"/>
                    <a:pt x="2632" y="4386"/>
                  </a:cubicBezTo>
                  <a:cubicBezTo>
                    <a:pt x="2777" y="4386"/>
                    <a:pt x="2931" y="4360"/>
                    <a:pt x="3080" y="4296"/>
                  </a:cubicBezTo>
                  <a:cubicBezTo>
                    <a:pt x="3466" y="4129"/>
                    <a:pt x="3718" y="3938"/>
                    <a:pt x="3621" y="3546"/>
                  </a:cubicBezTo>
                  <a:cubicBezTo>
                    <a:pt x="3562" y="3300"/>
                    <a:pt x="3254" y="3254"/>
                    <a:pt x="3032" y="3254"/>
                  </a:cubicBezTo>
                  <a:cubicBezTo>
                    <a:pt x="2900" y="3254"/>
                    <a:pt x="2799" y="3270"/>
                    <a:pt x="2799" y="3270"/>
                  </a:cubicBezTo>
                  <a:cubicBezTo>
                    <a:pt x="2799" y="3270"/>
                    <a:pt x="4076" y="2624"/>
                    <a:pt x="3756" y="2413"/>
                  </a:cubicBezTo>
                  <a:cubicBezTo>
                    <a:pt x="3652" y="2345"/>
                    <a:pt x="3469" y="2322"/>
                    <a:pt x="3268" y="2322"/>
                  </a:cubicBezTo>
                  <a:cubicBezTo>
                    <a:pt x="2849" y="2322"/>
                    <a:pt x="2356" y="2422"/>
                    <a:pt x="2356" y="2422"/>
                  </a:cubicBezTo>
                  <a:cubicBezTo>
                    <a:pt x="2356" y="2422"/>
                    <a:pt x="4132" y="1739"/>
                    <a:pt x="3777" y="1413"/>
                  </a:cubicBezTo>
                  <a:cubicBezTo>
                    <a:pt x="3677" y="1321"/>
                    <a:pt x="3462" y="1288"/>
                    <a:pt x="3204" y="1288"/>
                  </a:cubicBezTo>
                  <a:cubicBezTo>
                    <a:pt x="2556" y="1288"/>
                    <a:pt x="1638" y="1496"/>
                    <a:pt x="1604" y="1504"/>
                  </a:cubicBezTo>
                  <a:lnTo>
                    <a:pt x="1604" y="1504"/>
                  </a:lnTo>
                  <a:cubicBezTo>
                    <a:pt x="1598" y="1492"/>
                    <a:pt x="1331" y="1027"/>
                    <a:pt x="1482" y="988"/>
                  </a:cubicBezTo>
                  <a:cubicBezTo>
                    <a:pt x="1495" y="985"/>
                    <a:pt x="1512" y="983"/>
                    <a:pt x="1533" y="983"/>
                  </a:cubicBezTo>
                  <a:cubicBezTo>
                    <a:pt x="1660" y="983"/>
                    <a:pt x="1922" y="1035"/>
                    <a:pt x="2176" y="1035"/>
                  </a:cubicBezTo>
                  <a:cubicBezTo>
                    <a:pt x="2378" y="1035"/>
                    <a:pt x="2574" y="1002"/>
                    <a:pt x="2692" y="885"/>
                  </a:cubicBezTo>
                  <a:cubicBezTo>
                    <a:pt x="2985" y="597"/>
                    <a:pt x="2643" y="461"/>
                    <a:pt x="2643" y="461"/>
                  </a:cubicBezTo>
                  <a:cubicBezTo>
                    <a:pt x="2125" y="436"/>
                    <a:pt x="1499" y="0"/>
                    <a:pt x="11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29"/>
            <p:cNvSpPr/>
            <p:nvPr/>
          </p:nvSpPr>
          <p:spPr>
            <a:xfrm>
              <a:off x="2898900" y="3648525"/>
              <a:ext cx="82575" cy="119325"/>
            </a:xfrm>
            <a:custGeom>
              <a:rect b="b" l="l" r="r" t="t"/>
              <a:pathLst>
                <a:path extrusionOk="0" h="4773" w="3303">
                  <a:moveTo>
                    <a:pt x="1976" y="1"/>
                  </a:moveTo>
                  <a:cubicBezTo>
                    <a:pt x="1577" y="1"/>
                    <a:pt x="1179" y="857"/>
                    <a:pt x="660" y="1158"/>
                  </a:cubicBezTo>
                  <a:cubicBezTo>
                    <a:pt x="660" y="1158"/>
                    <a:pt x="419" y="1435"/>
                    <a:pt x="810" y="1558"/>
                  </a:cubicBezTo>
                  <a:cubicBezTo>
                    <a:pt x="849" y="1570"/>
                    <a:pt x="890" y="1575"/>
                    <a:pt x="932" y="1575"/>
                  </a:cubicBezTo>
                  <a:cubicBezTo>
                    <a:pt x="1313" y="1575"/>
                    <a:pt x="1796" y="1125"/>
                    <a:pt x="1934" y="1094"/>
                  </a:cubicBezTo>
                  <a:cubicBezTo>
                    <a:pt x="1939" y="1093"/>
                    <a:pt x="1943" y="1093"/>
                    <a:pt x="1948" y="1093"/>
                  </a:cubicBezTo>
                  <a:cubicBezTo>
                    <a:pt x="2086" y="1093"/>
                    <a:pt x="2061" y="1609"/>
                    <a:pt x="2061" y="1609"/>
                  </a:cubicBezTo>
                  <a:cubicBezTo>
                    <a:pt x="2061" y="1609"/>
                    <a:pt x="253" y="2071"/>
                    <a:pt x="87" y="2524"/>
                  </a:cubicBezTo>
                  <a:cubicBezTo>
                    <a:pt x="1" y="2760"/>
                    <a:pt x="475" y="2816"/>
                    <a:pt x="948" y="2816"/>
                  </a:cubicBezTo>
                  <a:cubicBezTo>
                    <a:pt x="1381" y="2816"/>
                    <a:pt x="1813" y="2769"/>
                    <a:pt x="1813" y="2769"/>
                  </a:cubicBezTo>
                  <a:lnTo>
                    <a:pt x="1813" y="2769"/>
                  </a:lnTo>
                  <a:cubicBezTo>
                    <a:pt x="1813" y="2769"/>
                    <a:pt x="752" y="3070"/>
                    <a:pt x="565" y="3403"/>
                  </a:cubicBezTo>
                  <a:cubicBezTo>
                    <a:pt x="389" y="3716"/>
                    <a:pt x="1638" y="3726"/>
                    <a:pt x="1793" y="3726"/>
                  </a:cubicBezTo>
                  <a:cubicBezTo>
                    <a:pt x="1803" y="3726"/>
                    <a:pt x="1808" y="3725"/>
                    <a:pt x="1808" y="3725"/>
                  </a:cubicBezTo>
                  <a:lnTo>
                    <a:pt x="1808" y="3725"/>
                  </a:lnTo>
                  <a:cubicBezTo>
                    <a:pt x="1808" y="3725"/>
                    <a:pt x="1108" y="3956"/>
                    <a:pt x="1204" y="4348"/>
                  </a:cubicBezTo>
                  <a:cubicBezTo>
                    <a:pt x="1285" y="4685"/>
                    <a:pt x="1525" y="4773"/>
                    <a:pt x="1857" y="4773"/>
                  </a:cubicBezTo>
                  <a:cubicBezTo>
                    <a:pt x="1912" y="4773"/>
                    <a:pt x="1969" y="4770"/>
                    <a:pt x="2028" y="4766"/>
                  </a:cubicBezTo>
                  <a:cubicBezTo>
                    <a:pt x="2448" y="4738"/>
                    <a:pt x="2784" y="4462"/>
                    <a:pt x="2889" y="4259"/>
                  </a:cubicBezTo>
                  <a:cubicBezTo>
                    <a:pt x="2996" y="4057"/>
                    <a:pt x="2739" y="3706"/>
                    <a:pt x="2739" y="3706"/>
                  </a:cubicBezTo>
                  <a:cubicBezTo>
                    <a:pt x="2739" y="3706"/>
                    <a:pt x="3302" y="3164"/>
                    <a:pt x="3247" y="2901"/>
                  </a:cubicBezTo>
                  <a:cubicBezTo>
                    <a:pt x="3191" y="2638"/>
                    <a:pt x="2953" y="2524"/>
                    <a:pt x="2953" y="2524"/>
                  </a:cubicBezTo>
                  <a:cubicBezTo>
                    <a:pt x="2953" y="2524"/>
                    <a:pt x="3253" y="2374"/>
                    <a:pt x="3270" y="2032"/>
                  </a:cubicBezTo>
                  <a:cubicBezTo>
                    <a:pt x="3287" y="1690"/>
                    <a:pt x="3080" y="1552"/>
                    <a:pt x="3080" y="1552"/>
                  </a:cubicBezTo>
                  <a:cubicBezTo>
                    <a:pt x="3080" y="1552"/>
                    <a:pt x="3168" y="897"/>
                    <a:pt x="3148" y="539"/>
                  </a:cubicBezTo>
                  <a:cubicBezTo>
                    <a:pt x="3128" y="181"/>
                    <a:pt x="2458" y="103"/>
                    <a:pt x="2037" y="7"/>
                  </a:cubicBezTo>
                  <a:cubicBezTo>
                    <a:pt x="2017" y="3"/>
                    <a:pt x="1997" y="1"/>
                    <a:pt x="19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29"/>
            <p:cNvSpPr/>
            <p:nvPr/>
          </p:nvSpPr>
          <p:spPr>
            <a:xfrm>
              <a:off x="2716175" y="5131925"/>
              <a:ext cx="252150" cy="268175"/>
            </a:xfrm>
            <a:custGeom>
              <a:rect b="b" l="l" r="r" t="t"/>
              <a:pathLst>
                <a:path extrusionOk="0" h="10727" w="10086">
                  <a:moveTo>
                    <a:pt x="5222" y="0"/>
                  </a:moveTo>
                  <a:cubicBezTo>
                    <a:pt x="5117" y="0"/>
                    <a:pt x="5019" y="36"/>
                    <a:pt x="4930" y="117"/>
                  </a:cubicBezTo>
                  <a:cubicBezTo>
                    <a:pt x="4645" y="379"/>
                    <a:pt x="5476" y="3389"/>
                    <a:pt x="5476" y="3389"/>
                  </a:cubicBezTo>
                  <a:cubicBezTo>
                    <a:pt x="5476" y="3389"/>
                    <a:pt x="5341" y="5566"/>
                    <a:pt x="4569" y="6305"/>
                  </a:cubicBezTo>
                  <a:cubicBezTo>
                    <a:pt x="3797" y="7044"/>
                    <a:pt x="1336" y="8006"/>
                    <a:pt x="463" y="8508"/>
                  </a:cubicBezTo>
                  <a:cubicBezTo>
                    <a:pt x="22" y="8762"/>
                    <a:pt x="1" y="9321"/>
                    <a:pt x="88" y="9812"/>
                  </a:cubicBezTo>
                  <a:cubicBezTo>
                    <a:pt x="173" y="10290"/>
                    <a:pt x="361" y="10704"/>
                    <a:pt x="361" y="10704"/>
                  </a:cubicBezTo>
                  <a:cubicBezTo>
                    <a:pt x="361" y="10704"/>
                    <a:pt x="1290" y="10727"/>
                    <a:pt x="2321" y="10727"/>
                  </a:cubicBezTo>
                  <a:cubicBezTo>
                    <a:pt x="3137" y="10727"/>
                    <a:pt x="4018" y="10713"/>
                    <a:pt x="4552" y="10663"/>
                  </a:cubicBezTo>
                  <a:cubicBezTo>
                    <a:pt x="5762" y="10550"/>
                    <a:pt x="7517" y="9495"/>
                    <a:pt x="7517" y="9495"/>
                  </a:cubicBezTo>
                  <a:lnTo>
                    <a:pt x="7969" y="10663"/>
                  </a:lnTo>
                  <a:lnTo>
                    <a:pt x="10086" y="10663"/>
                  </a:lnTo>
                  <a:cubicBezTo>
                    <a:pt x="10086" y="10663"/>
                    <a:pt x="9941" y="9614"/>
                    <a:pt x="9761" y="8315"/>
                  </a:cubicBezTo>
                  <a:cubicBezTo>
                    <a:pt x="9512" y="6513"/>
                    <a:pt x="9193" y="4229"/>
                    <a:pt x="9094" y="3598"/>
                  </a:cubicBezTo>
                  <a:cubicBezTo>
                    <a:pt x="8927" y="2512"/>
                    <a:pt x="9195" y="622"/>
                    <a:pt x="8286" y="622"/>
                  </a:cubicBezTo>
                  <a:cubicBezTo>
                    <a:pt x="8285" y="622"/>
                    <a:pt x="8285" y="622"/>
                    <a:pt x="8285" y="622"/>
                  </a:cubicBezTo>
                  <a:cubicBezTo>
                    <a:pt x="7373" y="623"/>
                    <a:pt x="7584" y="1863"/>
                    <a:pt x="7315" y="1863"/>
                  </a:cubicBezTo>
                  <a:cubicBezTo>
                    <a:pt x="7078" y="1863"/>
                    <a:pt x="5979" y="0"/>
                    <a:pt x="52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29"/>
            <p:cNvSpPr/>
            <p:nvPr/>
          </p:nvSpPr>
          <p:spPr>
            <a:xfrm>
              <a:off x="2844075" y="5232475"/>
              <a:ext cx="35700" cy="11600"/>
            </a:xfrm>
            <a:custGeom>
              <a:rect b="b" l="l" r="r" t="t"/>
              <a:pathLst>
                <a:path extrusionOk="0" h="464" w="1428">
                  <a:moveTo>
                    <a:pt x="579" y="0"/>
                  </a:moveTo>
                  <a:cubicBezTo>
                    <a:pt x="444" y="0"/>
                    <a:pt x="307" y="20"/>
                    <a:pt x="169" y="61"/>
                  </a:cubicBezTo>
                  <a:cubicBezTo>
                    <a:pt x="1" y="112"/>
                    <a:pt x="51" y="360"/>
                    <a:pt x="204" y="360"/>
                  </a:cubicBezTo>
                  <a:cubicBezTo>
                    <a:pt x="218" y="360"/>
                    <a:pt x="234" y="358"/>
                    <a:pt x="250" y="353"/>
                  </a:cubicBezTo>
                  <a:cubicBezTo>
                    <a:pt x="363" y="319"/>
                    <a:pt x="475" y="302"/>
                    <a:pt x="584" y="302"/>
                  </a:cubicBezTo>
                  <a:cubicBezTo>
                    <a:pt x="770" y="302"/>
                    <a:pt x="951" y="350"/>
                    <a:pt x="1128" y="445"/>
                  </a:cubicBezTo>
                  <a:cubicBezTo>
                    <a:pt x="1153" y="458"/>
                    <a:pt x="1177" y="464"/>
                    <a:pt x="1200" y="464"/>
                  </a:cubicBezTo>
                  <a:cubicBezTo>
                    <a:pt x="1336" y="464"/>
                    <a:pt x="1427" y="262"/>
                    <a:pt x="1280" y="183"/>
                  </a:cubicBezTo>
                  <a:cubicBezTo>
                    <a:pt x="1056" y="64"/>
                    <a:pt x="820" y="0"/>
                    <a:pt x="5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29"/>
            <p:cNvSpPr/>
            <p:nvPr/>
          </p:nvSpPr>
          <p:spPr>
            <a:xfrm>
              <a:off x="2841825" y="5251250"/>
              <a:ext cx="36175" cy="11975"/>
            </a:xfrm>
            <a:custGeom>
              <a:rect b="b" l="l" r="r" t="t"/>
              <a:pathLst>
                <a:path extrusionOk="0" h="479" w="1447">
                  <a:moveTo>
                    <a:pt x="570" y="1"/>
                  </a:moveTo>
                  <a:cubicBezTo>
                    <a:pt x="438" y="1"/>
                    <a:pt x="304" y="19"/>
                    <a:pt x="171" y="58"/>
                  </a:cubicBezTo>
                  <a:cubicBezTo>
                    <a:pt x="0" y="107"/>
                    <a:pt x="52" y="356"/>
                    <a:pt x="205" y="356"/>
                  </a:cubicBezTo>
                  <a:cubicBezTo>
                    <a:pt x="220" y="356"/>
                    <a:pt x="235" y="354"/>
                    <a:pt x="251" y="349"/>
                  </a:cubicBezTo>
                  <a:cubicBezTo>
                    <a:pt x="360" y="318"/>
                    <a:pt x="468" y="302"/>
                    <a:pt x="574" y="302"/>
                  </a:cubicBezTo>
                  <a:cubicBezTo>
                    <a:pt x="772" y="302"/>
                    <a:pt x="964" y="356"/>
                    <a:pt x="1149" y="458"/>
                  </a:cubicBezTo>
                  <a:cubicBezTo>
                    <a:pt x="1174" y="473"/>
                    <a:pt x="1199" y="479"/>
                    <a:pt x="1223" y="479"/>
                  </a:cubicBezTo>
                  <a:cubicBezTo>
                    <a:pt x="1358" y="479"/>
                    <a:pt x="1447" y="278"/>
                    <a:pt x="1301" y="198"/>
                  </a:cubicBezTo>
                  <a:cubicBezTo>
                    <a:pt x="1069" y="69"/>
                    <a:pt x="822" y="1"/>
                    <a:pt x="57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29"/>
            <p:cNvSpPr/>
            <p:nvPr/>
          </p:nvSpPr>
          <p:spPr>
            <a:xfrm>
              <a:off x="2837300" y="5269175"/>
              <a:ext cx="38800" cy="11975"/>
            </a:xfrm>
            <a:custGeom>
              <a:rect b="b" l="l" r="r" t="t"/>
              <a:pathLst>
                <a:path extrusionOk="0" h="479" w="1552">
                  <a:moveTo>
                    <a:pt x="653" y="1"/>
                  </a:moveTo>
                  <a:cubicBezTo>
                    <a:pt x="492" y="1"/>
                    <a:pt x="328" y="28"/>
                    <a:pt x="165" y="83"/>
                  </a:cubicBezTo>
                  <a:cubicBezTo>
                    <a:pt x="0" y="140"/>
                    <a:pt x="48" y="384"/>
                    <a:pt x="195" y="384"/>
                  </a:cubicBezTo>
                  <a:cubicBezTo>
                    <a:pt x="211" y="384"/>
                    <a:pt x="228" y="381"/>
                    <a:pt x="245" y="375"/>
                  </a:cubicBezTo>
                  <a:cubicBezTo>
                    <a:pt x="385" y="327"/>
                    <a:pt x="523" y="303"/>
                    <a:pt x="660" y="303"/>
                  </a:cubicBezTo>
                  <a:cubicBezTo>
                    <a:pt x="862" y="303"/>
                    <a:pt x="1060" y="355"/>
                    <a:pt x="1252" y="459"/>
                  </a:cubicBezTo>
                  <a:cubicBezTo>
                    <a:pt x="1277" y="472"/>
                    <a:pt x="1302" y="478"/>
                    <a:pt x="1325" y="478"/>
                  </a:cubicBezTo>
                  <a:cubicBezTo>
                    <a:pt x="1462" y="478"/>
                    <a:pt x="1551" y="277"/>
                    <a:pt x="1405" y="198"/>
                  </a:cubicBezTo>
                  <a:cubicBezTo>
                    <a:pt x="1166" y="69"/>
                    <a:pt x="912" y="1"/>
                    <a:pt x="65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29"/>
            <p:cNvSpPr/>
            <p:nvPr/>
          </p:nvSpPr>
          <p:spPr>
            <a:xfrm>
              <a:off x="2718375" y="5339800"/>
              <a:ext cx="249950" cy="60300"/>
            </a:xfrm>
            <a:custGeom>
              <a:rect b="b" l="l" r="r" t="t"/>
              <a:pathLst>
                <a:path extrusionOk="0" h="2412" w="9998">
                  <a:moveTo>
                    <a:pt x="7629" y="0"/>
                  </a:moveTo>
                  <a:cubicBezTo>
                    <a:pt x="7629" y="0"/>
                    <a:pt x="6421" y="903"/>
                    <a:pt x="4978" y="1407"/>
                  </a:cubicBezTo>
                  <a:cubicBezTo>
                    <a:pt x="4497" y="1575"/>
                    <a:pt x="3680" y="1631"/>
                    <a:pt x="2804" y="1631"/>
                  </a:cubicBezTo>
                  <a:cubicBezTo>
                    <a:pt x="1810" y="1631"/>
                    <a:pt x="740" y="1559"/>
                    <a:pt x="0" y="1497"/>
                  </a:cubicBezTo>
                  <a:lnTo>
                    <a:pt x="0" y="1497"/>
                  </a:lnTo>
                  <a:cubicBezTo>
                    <a:pt x="85" y="1975"/>
                    <a:pt x="273" y="2389"/>
                    <a:pt x="273" y="2389"/>
                  </a:cubicBezTo>
                  <a:cubicBezTo>
                    <a:pt x="273" y="2389"/>
                    <a:pt x="1202" y="2412"/>
                    <a:pt x="2233" y="2412"/>
                  </a:cubicBezTo>
                  <a:cubicBezTo>
                    <a:pt x="3049" y="2412"/>
                    <a:pt x="3930" y="2398"/>
                    <a:pt x="4464" y="2348"/>
                  </a:cubicBezTo>
                  <a:cubicBezTo>
                    <a:pt x="5674" y="2235"/>
                    <a:pt x="7429" y="1180"/>
                    <a:pt x="7429" y="1180"/>
                  </a:cubicBezTo>
                  <a:lnTo>
                    <a:pt x="7881" y="2348"/>
                  </a:lnTo>
                  <a:lnTo>
                    <a:pt x="9998" y="2348"/>
                  </a:lnTo>
                  <a:cubicBezTo>
                    <a:pt x="9998" y="2348"/>
                    <a:pt x="9853" y="1299"/>
                    <a:pt x="967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29"/>
            <p:cNvSpPr/>
            <p:nvPr/>
          </p:nvSpPr>
          <p:spPr>
            <a:xfrm>
              <a:off x="3047425" y="5131925"/>
              <a:ext cx="252150" cy="268175"/>
            </a:xfrm>
            <a:custGeom>
              <a:rect b="b" l="l" r="r" t="t"/>
              <a:pathLst>
                <a:path extrusionOk="0" h="10727" w="10086">
                  <a:moveTo>
                    <a:pt x="5221" y="0"/>
                  </a:moveTo>
                  <a:cubicBezTo>
                    <a:pt x="5117" y="0"/>
                    <a:pt x="5018" y="36"/>
                    <a:pt x="4930" y="117"/>
                  </a:cubicBezTo>
                  <a:cubicBezTo>
                    <a:pt x="4644" y="379"/>
                    <a:pt x="5476" y="3389"/>
                    <a:pt x="5476" y="3389"/>
                  </a:cubicBezTo>
                  <a:cubicBezTo>
                    <a:pt x="5476" y="3389"/>
                    <a:pt x="5341" y="5566"/>
                    <a:pt x="4569" y="6305"/>
                  </a:cubicBezTo>
                  <a:cubicBezTo>
                    <a:pt x="3796" y="7044"/>
                    <a:pt x="1336" y="8006"/>
                    <a:pt x="463" y="8508"/>
                  </a:cubicBezTo>
                  <a:cubicBezTo>
                    <a:pt x="21" y="8762"/>
                    <a:pt x="0" y="9321"/>
                    <a:pt x="88" y="9812"/>
                  </a:cubicBezTo>
                  <a:cubicBezTo>
                    <a:pt x="172" y="10290"/>
                    <a:pt x="361" y="10704"/>
                    <a:pt x="361" y="10704"/>
                  </a:cubicBezTo>
                  <a:cubicBezTo>
                    <a:pt x="361" y="10704"/>
                    <a:pt x="1289" y="10727"/>
                    <a:pt x="2320" y="10727"/>
                  </a:cubicBezTo>
                  <a:cubicBezTo>
                    <a:pt x="3137" y="10727"/>
                    <a:pt x="4018" y="10713"/>
                    <a:pt x="4552" y="10663"/>
                  </a:cubicBezTo>
                  <a:cubicBezTo>
                    <a:pt x="5761" y="10550"/>
                    <a:pt x="7515" y="9495"/>
                    <a:pt x="7515" y="9495"/>
                  </a:cubicBezTo>
                  <a:lnTo>
                    <a:pt x="7969" y="10663"/>
                  </a:lnTo>
                  <a:lnTo>
                    <a:pt x="10085" y="10663"/>
                  </a:lnTo>
                  <a:cubicBezTo>
                    <a:pt x="10085" y="10663"/>
                    <a:pt x="9941" y="9614"/>
                    <a:pt x="9761" y="8315"/>
                  </a:cubicBezTo>
                  <a:cubicBezTo>
                    <a:pt x="9511" y="6513"/>
                    <a:pt x="9191" y="4229"/>
                    <a:pt x="9094" y="3598"/>
                  </a:cubicBezTo>
                  <a:cubicBezTo>
                    <a:pt x="8926" y="2512"/>
                    <a:pt x="9194" y="622"/>
                    <a:pt x="8285" y="622"/>
                  </a:cubicBezTo>
                  <a:cubicBezTo>
                    <a:pt x="8285" y="622"/>
                    <a:pt x="8285" y="622"/>
                    <a:pt x="8284" y="622"/>
                  </a:cubicBezTo>
                  <a:cubicBezTo>
                    <a:pt x="7373" y="623"/>
                    <a:pt x="7583" y="1863"/>
                    <a:pt x="7314" y="1863"/>
                  </a:cubicBezTo>
                  <a:cubicBezTo>
                    <a:pt x="7078" y="1863"/>
                    <a:pt x="5979" y="0"/>
                    <a:pt x="52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29"/>
            <p:cNvSpPr/>
            <p:nvPr/>
          </p:nvSpPr>
          <p:spPr>
            <a:xfrm>
              <a:off x="3176225" y="5227700"/>
              <a:ext cx="35675" cy="11600"/>
            </a:xfrm>
            <a:custGeom>
              <a:rect b="b" l="l" r="r" t="t"/>
              <a:pathLst>
                <a:path extrusionOk="0" h="464" w="1427">
                  <a:moveTo>
                    <a:pt x="580" y="0"/>
                  </a:moveTo>
                  <a:cubicBezTo>
                    <a:pt x="445" y="0"/>
                    <a:pt x="308" y="20"/>
                    <a:pt x="170" y="62"/>
                  </a:cubicBezTo>
                  <a:cubicBezTo>
                    <a:pt x="0" y="113"/>
                    <a:pt x="52" y="361"/>
                    <a:pt x="204" y="361"/>
                  </a:cubicBezTo>
                  <a:cubicBezTo>
                    <a:pt x="218" y="361"/>
                    <a:pt x="234" y="358"/>
                    <a:pt x="250" y="353"/>
                  </a:cubicBezTo>
                  <a:cubicBezTo>
                    <a:pt x="363" y="319"/>
                    <a:pt x="475" y="302"/>
                    <a:pt x="584" y="302"/>
                  </a:cubicBezTo>
                  <a:cubicBezTo>
                    <a:pt x="770" y="302"/>
                    <a:pt x="951" y="350"/>
                    <a:pt x="1128" y="444"/>
                  </a:cubicBezTo>
                  <a:cubicBezTo>
                    <a:pt x="1153" y="458"/>
                    <a:pt x="1178" y="464"/>
                    <a:pt x="1201" y="464"/>
                  </a:cubicBezTo>
                  <a:cubicBezTo>
                    <a:pt x="1337" y="464"/>
                    <a:pt x="1427" y="262"/>
                    <a:pt x="1280" y="183"/>
                  </a:cubicBezTo>
                  <a:cubicBezTo>
                    <a:pt x="1056" y="64"/>
                    <a:pt x="821" y="0"/>
                    <a:pt x="58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29"/>
            <p:cNvSpPr/>
            <p:nvPr/>
          </p:nvSpPr>
          <p:spPr>
            <a:xfrm>
              <a:off x="3173950" y="5246475"/>
              <a:ext cx="36200" cy="12000"/>
            </a:xfrm>
            <a:custGeom>
              <a:rect b="b" l="l" r="r" t="t"/>
              <a:pathLst>
                <a:path extrusionOk="0" h="480" w="1448">
                  <a:moveTo>
                    <a:pt x="572" y="1"/>
                  </a:moveTo>
                  <a:cubicBezTo>
                    <a:pt x="440" y="1"/>
                    <a:pt x="306" y="19"/>
                    <a:pt x="171" y="58"/>
                  </a:cubicBezTo>
                  <a:cubicBezTo>
                    <a:pt x="1" y="107"/>
                    <a:pt x="53" y="356"/>
                    <a:pt x="208" y="356"/>
                  </a:cubicBezTo>
                  <a:cubicBezTo>
                    <a:pt x="222" y="356"/>
                    <a:pt x="237" y="354"/>
                    <a:pt x="252" y="349"/>
                  </a:cubicBezTo>
                  <a:cubicBezTo>
                    <a:pt x="362" y="318"/>
                    <a:pt x="469" y="303"/>
                    <a:pt x="575" y="303"/>
                  </a:cubicBezTo>
                  <a:cubicBezTo>
                    <a:pt x="773" y="303"/>
                    <a:pt x="965" y="356"/>
                    <a:pt x="1150" y="459"/>
                  </a:cubicBezTo>
                  <a:cubicBezTo>
                    <a:pt x="1175" y="473"/>
                    <a:pt x="1200" y="479"/>
                    <a:pt x="1224" y="479"/>
                  </a:cubicBezTo>
                  <a:cubicBezTo>
                    <a:pt x="1359" y="479"/>
                    <a:pt x="1447" y="278"/>
                    <a:pt x="1303" y="198"/>
                  </a:cubicBezTo>
                  <a:cubicBezTo>
                    <a:pt x="1072" y="69"/>
                    <a:pt x="825" y="1"/>
                    <a:pt x="57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29"/>
            <p:cNvSpPr/>
            <p:nvPr/>
          </p:nvSpPr>
          <p:spPr>
            <a:xfrm>
              <a:off x="3169425" y="5264400"/>
              <a:ext cx="38850" cy="11975"/>
            </a:xfrm>
            <a:custGeom>
              <a:rect b="b" l="l" r="r" t="t"/>
              <a:pathLst>
                <a:path extrusionOk="0" h="479" w="1554">
                  <a:moveTo>
                    <a:pt x="655" y="1"/>
                  </a:moveTo>
                  <a:cubicBezTo>
                    <a:pt x="493" y="1"/>
                    <a:pt x="329" y="28"/>
                    <a:pt x="166" y="84"/>
                  </a:cubicBezTo>
                  <a:cubicBezTo>
                    <a:pt x="1" y="140"/>
                    <a:pt x="49" y="384"/>
                    <a:pt x="196" y="384"/>
                  </a:cubicBezTo>
                  <a:cubicBezTo>
                    <a:pt x="212" y="384"/>
                    <a:pt x="228" y="381"/>
                    <a:pt x="246" y="375"/>
                  </a:cubicBezTo>
                  <a:cubicBezTo>
                    <a:pt x="386" y="327"/>
                    <a:pt x="524" y="303"/>
                    <a:pt x="661" y="303"/>
                  </a:cubicBezTo>
                  <a:cubicBezTo>
                    <a:pt x="863" y="303"/>
                    <a:pt x="1061" y="355"/>
                    <a:pt x="1254" y="459"/>
                  </a:cubicBezTo>
                  <a:cubicBezTo>
                    <a:pt x="1279" y="473"/>
                    <a:pt x="1304" y="479"/>
                    <a:pt x="1327" y="479"/>
                  </a:cubicBezTo>
                  <a:cubicBezTo>
                    <a:pt x="1463" y="479"/>
                    <a:pt x="1553" y="277"/>
                    <a:pt x="1406" y="198"/>
                  </a:cubicBezTo>
                  <a:cubicBezTo>
                    <a:pt x="1167" y="69"/>
                    <a:pt x="913" y="1"/>
                    <a:pt x="65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29"/>
            <p:cNvSpPr/>
            <p:nvPr/>
          </p:nvSpPr>
          <p:spPr>
            <a:xfrm>
              <a:off x="3049625" y="5339800"/>
              <a:ext cx="249950" cy="60300"/>
            </a:xfrm>
            <a:custGeom>
              <a:rect b="b" l="l" r="r" t="t"/>
              <a:pathLst>
                <a:path extrusionOk="0" h="2412" w="9998">
                  <a:moveTo>
                    <a:pt x="7629" y="0"/>
                  </a:moveTo>
                  <a:cubicBezTo>
                    <a:pt x="7629" y="0"/>
                    <a:pt x="6421" y="903"/>
                    <a:pt x="4978" y="1407"/>
                  </a:cubicBezTo>
                  <a:cubicBezTo>
                    <a:pt x="4497" y="1575"/>
                    <a:pt x="3680" y="1631"/>
                    <a:pt x="2804" y="1631"/>
                  </a:cubicBezTo>
                  <a:cubicBezTo>
                    <a:pt x="1810" y="1631"/>
                    <a:pt x="740" y="1559"/>
                    <a:pt x="0" y="1497"/>
                  </a:cubicBezTo>
                  <a:lnTo>
                    <a:pt x="0" y="1497"/>
                  </a:lnTo>
                  <a:cubicBezTo>
                    <a:pt x="84" y="1975"/>
                    <a:pt x="273" y="2389"/>
                    <a:pt x="273" y="2389"/>
                  </a:cubicBezTo>
                  <a:cubicBezTo>
                    <a:pt x="273" y="2389"/>
                    <a:pt x="1201" y="2412"/>
                    <a:pt x="2232" y="2412"/>
                  </a:cubicBezTo>
                  <a:cubicBezTo>
                    <a:pt x="3049" y="2412"/>
                    <a:pt x="3930" y="2398"/>
                    <a:pt x="4464" y="2348"/>
                  </a:cubicBezTo>
                  <a:cubicBezTo>
                    <a:pt x="5673" y="2235"/>
                    <a:pt x="7427" y="1180"/>
                    <a:pt x="7427" y="1180"/>
                  </a:cubicBezTo>
                  <a:lnTo>
                    <a:pt x="7881" y="2348"/>
                  </a:lnTo>
                  <a:lnTo>
                    <a:pt x="9997" y="2348"/>
                  </a:lnTo>
                  <a:cubicBezTo>
                    <a:pt x="9997" y="2348"/>
                    <a:pt x="9853" y="1299"/>
                    <a:pt x="967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29"/>
            <p:cNvSpPr/>
            <p:nvPr/>
          </p:nvSpPr>
          <p:spPr>
            <a:xfrm>
              <a:off x="2900100" y="5268825"/>
              <a:ext cx="51475" cy="78075"/>
            </a:xfrm>
            <a:custGeom>
              <a:rect b="b" l="l" r="r" t="t"/>
              <a:pathLst>
                <a:path extrusionOk="0" h="3123" w="2059">
                  <a:moveTo>
                    <a:pt x="1937" y="0"/>
                  </a:moveTo>
                  <a:cubicBezTo>
                    <a:pt x="1927" y="0"/>
                    <a:pt x="1916" y="3"/>
                    <a:pt x="1905" y="7"/>
                  </a:cubicBezTo>
                  <a:cubicBezTo>
                    <a:pt x="708" y="517"/>
                    <a:pt x="1" y="1760"/>
                    <a:pt x="174" y="3051"/>
                  </a:cubicBezTo>
                  <a:cubicBezTo>
                    <a:pt x="180" y="3098"/>
                    <a:pt x="222" y="3122"/>
                    <a:pt x="260" y="3122"/>
                  </a:cubicBezTo>
                  <a:cubicBezTo>
                    <a:pt x="297" y="3122"/>
                    <a:pt x="332" y="3099"/>
                    <a:pt x="325" y="3051"/>
                  </a:cubicBezTo>
                  <a:cubicBezTo>
                    <a:pt x="159" y="1806"/>
                    <a:pt x="826" y="630"/>
                    <a:pt x="1980" y="138"/>
                  </a:cubicBezTo>
                  <a:cubicBezTo>
                    <a:pt x="2059" y="104"/>
                    <a:pt x="2009" y="0"/>
                    <a:pt x="19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29"/>
            <p:cNvSpPr/>
            <p:nvPr/>
          </p:nvSpPr>
          <p:spPr>
            <a:xfrm>
              <a:off x="3236425" y="5260950"/>
              <a:ext cx="45775" cy="86225"/>
            </a:xfrm>
            <a:custGeom>
              <a:rect b="b" l="l" r="r" t="t"/>
              <a:pathLst>
                <a:path extrusionOk="0" h="3449" w="1831">
                  <a:moveTo>
                    <a:pt x="1730" y="0"/>
                  </a:moveTo>
                  <a:cubicBezTo>
                    <a:pt x="1717" y="0"/>
                    <a:pt x="1703" y="4"/>
                    <a:pt x="1689" y="15"/>
                  </a:cubicBezTo>
                  <a:cubicBezTo>
                    <a:pt x="625" y="786"/>
                    <a:pt x="0" y="2060"/>
                    <a:pt x="56" y="3375"/>
                  </a:cubicBezTo>
                  <a:cubicBezTo>
                    <a:pt x="58" y="3424"/>
                    <a:pt x="97" y="3449"/>
                    <a:pt x="135" y="3449"/>
                  </a:cubicBezTo>
                  <a:cubicBezTo>
                    <a:pt x="173" y="3449"/>
                    <a:pt x="209" y="3424"/>
                    <a:pt x="207" y="3375"/>
                  </a:cubicBezTo>
                  <a:cubicBezTo>
                    <a:pt x="155" y="2116"/>
                    <a:pt x="743" y="886"/>
                    <a:pt x="1766" y="145"/>
                  </a:cubicBezTo>
                  <a:cubicBezTo>
                    <a:pt x="1830" y="98"/>
                    <a:pt x="1791" y="0"/>
                    <a:pt x="1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29"/>
            <p:cNvSpPr/>
            <p:nvPr/>
          </p:nvSpPr>
          <p:spPr>
            <a:xfrm>
              <a:off x="3001375" y="3259425"/>
              <a:ext cx="24625" cy="12725"/>
            </a:xfrm>
            <a:custGeom>
              <a:rect b="b" l="l" r="r" t="t"/>
              <a:pathLst>
                <a:path extrusionOk="0" h="509" w="985">
                  <a:moveTo>
                    <a:pt x="529" y="0"/>
                  </a:moveTo>
                  <a:cubicBezTo>
                    <a:pt x="512" y="0"/>
                    <a:pt x="496" y="1"/>
                    <a:pt x="479" y="2"/>
                  </a:cubicBezTo>
                  <a:cubicBezTo>
                    <a:pt x="211" y="17"/>
                    <a:pt x="1" y="142"/>
                    <a:pt x="9" y="281"/>
                  </a:cubicBezTo>
                  <a:cubicBezTo>
                    <a:pt x="17" y="411"/>
                    <a:pt x="213" y="508"/>
                    <a:pt x="457" y="508"/>
                  </a:cubicBezTo>
                  <a:cubicBezTo>
                    <a:pt x="473" y="508"/>
                    <a:pt x="490" y="508"/>
                    <a:pt x="507" y="507"/>
                  </a:cubicBezTo>
                  <a:cubicBezTo>
                    <a:pt x="774" y="491"/>
                    <a:pt x="985" y="366"/>
                    <a:pt x="977" y="227"/>
                  </a:cubicBezTo>
                  <a:cubicBezTo>
                    <a:pt x="969" y="97"/>
                    <a:pt x="773" y="0"/>
                    <a:pt x="529" y="0"/>
                  </a:cubicBezTo>
                  <a:close/>
                </a:path>
              </a:pathLst>
            </a:custGeom>
            <a:solidFill>
              <a:srgbClr val="D8524A">
                <a:alpha val="5062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29"/>
            <p:cNvSpPr/>
            <p:nvPr/>
          </p:nvSpPr>
          <p:spPr>
            <a:xfrm>
              <a:off x="2936700" y="3266900"/>
              <a:ext cx="20325" cy="12675"/>
            </a:xfrm>
            <a:custGeom>
              <a:rect b="b" l="l" r="r" t="t"/>
              <a:pathLst>
                <a:path extrusionOk="0" h="507" w="813">
                  <a:moveTo>
                    <a:pt x="360" y="0"/>
                  </a:moveTo>
                  <a:cubicBezTo>
                    <a:pt x="342" y="0"/>
                    <a:pt x="324" y="1"/>
                    <a:pt x="306" y="2"/>
                  </a:cubicBezTo>
                  <a:cubicBezTo>
                    <a:pt x="189" y="8"/>
                    <a:pt x="83" y="36"/>
                    <a:pt x="1" y="76"/>
                  </a:cubicBezTo>
                  <a:cubicBezTo>
                    <a:pt x="1" y="81"/>
                    <a:pt x="1" y="86"/>
                    <a:pt x="1" y="92"/>
                  </a:cubicBezTo>
                  <a:cubicBezTo>
                    <a:pt x="1" y="218"/>
                    <a:pt x="2" y="340"/>
                    <a:pt x="5" y="457"/>
                  </a:cubicBezTo>
                  <a:cubicBezTo>
                    <a:pt x="81" y="489"/>
                    <a:pt x="178" y="507"/>
                    <a:pt x="285" y="507"/>
                  </a:cubicBezTo>
                  <a:cubicBezTo>
                    <a:pt x="301" y="507"/>
                    <a:pt x="318" y="507"/>
                    <a:pt x="335" y="506"/>
                  </a:cubicBezTo>
                  <a:cubicBezTo>
                    <a:pt x="602" y="490"/>
                    <a:pt x="812" y="365"/>
                    <a:pt x="805" y="226"/>
                  </a:cubicBezTo>
                  <a:cubicBezTo>
                    <a:pt x="796" y="97"/>
                    <a:pt x="603" y="0"/>
                    <a:pt x="360" y="0"/>
                  </a:cubicBezTo>
                  <a:close/>
                </a:path>
              </a:pathLst>
            </a:custGeom>
            <a:solidFill>
              <a:srgbClr val="D8524A">
                <a:alpha val="5062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5" name="Google Shape;575;p29"/>
          <p:cNvGrpSpPr/>
          <p:nvPr/>
        </p:nvGrpSpPr>
        <p:grpSpPr>
          <a:xfrm>
            <a:off x="629886" y="959577"/>
            <a:ext cx="1599433" cy="3638587"/>
            <a:chOff x="1394350" y="3074600"/>
            <a:chExt cx="1023375" cy="2328100"/>
          </a:xfrm>
        </p:grpSpPr>
        <p:sp>
          <p:nvSpPr>
            <p:cNvPr id="576" name="Google Shape;576;p29"/>
            <p:cNvSpPr/>
            <p:nvPr/>
          </p:nvSpPr>
          <p:spPr>
            <a:xfrm>
              <a:off x="2079225" y="3478675"/>
              <a:ext cx="338500" cy="543125"/>
            </a:xfrm>
            <a:custGeom>
              <a:rect b="b" l="l" r="r" t="t"/>
              <a:pathLst>
                <a:path extrusionOk="0" h="21725" w="13540">
                  <a:moveTo>
                    <a:pt x="3317" y="1"/>
                  </a:moveTo>
                  <a:lnTo>
                    <a:pt x="985" y="6839"/>
                  </a:lnTo>
                  <a:cubicBezTo>
                    <a:pt x="985" y="6839"/>
                    <a:pt x="1" y="19009"/>
                    <a:pt x="4557" y="21170"/>
                  </a:cubicBezTo>
                  <a:cubicBezTo>
                    <a:pt x="5371" y="21556"/>
                    <a:pt x="6120" y="21724"/>
                    <a:pt x="6805" y="21724"/>
                  </a:cubicBezTo>
                  <a:cubicBezTo>
                    <a:pt x="10633" y="21724"/>
                    <a:pt x="12488" y="16455"/>
                    <a:pt x="12971" y="14435"/>
                  </a:cubicBezTo>
                  <a:cubicBezTo>
                    <a:pt x="13539" y="12052"/>
                    <a:pt x="12933" y="10931"/>
                    <a:pt x="10856" y="10925"/>
                  </a:cubicBezTo>
                  <a:cubicBezTo>
                    <a:pt x="10853" y="10925"/>
                    <a:pt x="10851" y="10925"/>
                    <a:pt x="10849" y="10925"/>
                  </a:cubicBezTo>
                  <a:cubicBezTo>
                    <a:pt x="8776" y="10925"/>
                    <a:pt x="7669" y="14018"/>
                    <a:pt x="7669" y="14018"/>
                  </a:cubicBezTo>
                  <a:cubicBezTo>
                    <a:pt x="7669" y="14018"/>
                    <a:pt x="8357" y="3667"/>
                    <a:pt x="33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29"/>
            <p:cNvSpPr/>
            <p:nvPr/>
          </p:nvSpPr>
          <p:spPr>
            <a:xfrm>
              <a:off x="2223425" y="3976875"/>
              <a:ext cx="96950" cy="41750"/>
            </a:xfrm>
            <a:custGeom>
              <a:rect b="b" l="l" r="r" t="t"/>
              <a:pathLst>
                <a:path extrusionOk="0" h="1670" w="3878">
                  <a:moveTo>
                    <a:pt x="2105" y="0"/>
                  </a:moveTo>
                  <a:cubicBezTo>
                    <a:pt x="1933" y="0"/>
                    <a:pt x="1763" y="18"/>
                    <a:pt x="1601" y="55"/>
                  </a:cubicBezTo>
                  <a:cubicBezTo>
                    <a:pt x="839" y="229"/>
                    <a:pt x="228" y="833"/>
                    <a:pt x="17" y="1577"/>
                  </a:cubicBezTo>
                  <a:cubicBezTo>
                    <a:pt x="1" y="1633"/>
                    <a:pt x="47" y="1670"/>
                    <a:pt x="93" y="1670"/>
                  </a:cubicBezTo>
                  <a:cubicBezTo>
                    <a:pt x="123" y="1670"/>
                    <a:pt x="152" y="1654"/>
                    <a:pt x="162" y="1616"/>
                  </a:cubicBezTo>
                  <a:lnTo>
                    <a:pt x="162" y="1617"/>
                  </a:lnTo>
                  <a:cubicBezTo>
                    <a:pt x="365" y="904"/>
                    <a:pt x="965" y="325"/>
                    <a:pt x="1704" y="188"/>
                  </a:cubicBezTo>
                  <a:cubicBezTo>
                    <a:pt x="1833" y="164"/>
                    <a:pt x="1967" y="152"/>
                    <a:pt x="2102" y="152"/>
                  </a:cubicBezTo>
                  <a:cubicBezTo>
                    <a:pt x="2680" y="152"/>
                    <a:pt x="3290" y="360"/>
                    <a:pt x="3738" y="689"/>
                  </a:cubicBezTo>
                  <a:cubicBezTo>
                    <a:pt x="3751" y="700"/>
                    <a:pt x="3765" y="704"/>
                    <a:pt x="3778" y="704"/>
                  </a:cubicBezTo>
                  <a:cubicBezTo>
                    <a:pt x="3837" y="704"/>
                    <a:pt x="3878" y="606"/>
                    <a:pt x="3814" y="559"/>
                  </a:cubicBezTo>
                  <a:cubicBezTo>
                    <a:pt x="3349" y="216"/>
                    <a:pt x="2711" y="0"/>
                    <a:pt x="210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29"/>
            <p:cNvSpPr/>
            <p:nvPr/>
          </p:nvSpPr>
          <p:spPr>
            <a:xfrm>
              <a:off x="2210400" y="3816600"/>
              <a:ext cx="65350" cy="128650"/>
            </a:xfrm>
            <a:custGeom>
              <a:rect b="b" l="l" r="r" t="t"/>
              <a:pathLst>
                <a:path extrusionOk="0" h="5146" w="2614">
                  <a:moveTo>
                    <a:pt x="2507" y="1"/>
                  </a:moveTo>
                  <a:cubicBezTo>
                    <a:pt x="2489" y="1"/>
                    <a:pt x="2472" y="8"/>
                    <a:pt x="2457" y="25"/>
                  </a:cubicBezTo>
                  <a:cubicBezTo>
                    <a:pt x="1185" y="1434"/>
                    <a:pt x="333" y="3181"/>
                    <a:pt x="11" y="5051"/>
                  </a:cubicBezTo>
                  <a:cubicBezTo>
                    <a:pt x="1" y="5108"/>
                    <a:pt x="50" y="5146"/>
                    <a:pt x="94" y="5146"/>
                  </a:cubicBezTo>
                  <a:cubicBezTo>
                    <a:pt x="123" y="5146"/>
                    <a:pt x="150" y="5129"/>
                    <a:pt x="156" y="5091"/>
                  </a:cubicBezTo>
                  <a:cubicBezTo>
                    <a:pt x="473" y="3247"/>
                    <a:pt x="1309" y="1521"/>
                    <a:pt x="2563" y="132"/>
                  </a:cubicBezTo>
                  <a:cubicBezTo>
                    <a:pt x="2614" y="77"/>
                    <a:pt x="2562" y="1"/>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29"/>
            <p:cNvSpPr/>
            <p:nvPr/>
          </p:nvSpPr>
          <p:spPr>
            <a:xfrm>
              <a:off x="2208550" y="3843425"/>
              <a:ext cx="45150" cy="33125"/>
            </a:xfrm>
            <a:custGeom>
              <a:rect b="b" l="l" r="r" t="t"/>
              <a:pathLst>
                <a:path extrusionOk="0" h="1325" w="1806">
                  <a:moveTo>
                    <a:pt x="1692" y="1"/>
                  </a:moveTo>
                  <a:cubicBezTo>
                    <a:pt x="1687" y="1"/>
                    <a:pt x="1681" y="1"/>
                    <a:pt x="1675" y="2"/>
                  </a:cubicBezTo>
                  <a:cubicBezTo>
                    <a:pt x="973" y="139"/>
                    <a:pt x="374" y="582"/>
                    <a:pt x="33" y="1211"/>
                  </a:cubicBezTo>
                  <a:cubicBezTo>
                    <a:pt x="1" y="1270"/>
                    <a:pt x="53" y="1325"/>
                    <a:pt x="104" y="1325"/>
                  </a:cubicBezTo>
                  <a:cubicBezTo>
                    <a:pt x="127" y="1325"/>
                    <a:pt x="149" y="1314"/>
                    <a:pt x="164" y="1287"/>
                  </a:cubicBezTo>
                  <a:cubicBezTo>
                    <a:pt x="488" y="689"/>
                    <a:pt x="1050" y="278"/>
                    <a:pt x="1716" y="148"/>
                  </a:cubicBezTo>
                  <a:cubicBezTo>
                    <a:pt x="1805" y="131"/>
                    <a:pt x="1775" y="1"/>
                    <a:pt x="16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29"/>
            <p:cNvSpPr/>
            <p:nvPr/>
          </p:nvSpPr>
          <p:spPr>
            <a:xfrm>
              <a:off x="2180250" y="3723850"/>
              <a:ext cx="195275" cy="127900"/>
            </a:xfrm>
            <a:custGeom>
              <a:rect b="b" l="l" r="r" t="t"/>
              <a:pathLst>
                <a:path extrusionOk="0" h="5116" w="7811">
                  <a:moveTo>
                    <a:pt x="7398" y="1"/>
                  </a:moveTo>
                  <a:cubicBezTo>
                    <a:pt x="7370" y="1"/>
                    <a:pt x="7341" y="3"/>
                    <a:pt x="7311" y="7"/>
                  </a:cubicBezTo>
                  <a:lnTo>
                    <a:pt x="1536" y="789"/>
                  </a:lnTo>
                  <a:cubicBezTo>
                    <a:pt x="1058" y="854"/>
                    <a:pt x="511" y="1394"/>
                    <a:pt x="442" y="1867"/>
                  </a:cubicBezTo>
                  <a:lnTo>
                    <a:pt x="41" y="4652"/>
                  </a:lnTo>
                  <a:cubicBezTo>
                    <a:pt x="1" y="4936"/>
                    <a:pt x="149" y="5116"/>
                    <a:pt x="412" y="5116"/>
                  </a:cubicBezTo>
                  <a:cubicBezTo>
                    <a:pt x="440" y="5116"/>
                    <a:pt x="469" y="5114"/>
                    <a:pt x="499" y="5110"/>
                  </a:cubicBezTo>
                  <a:lnTo>
                    <a:pt x="6276" y="4328"/>
                  </a:lnTo>
                  <a:cubicBezTo>
                    <a:pt x="6753" y="4263"/>
                    <a:pt x="7300" y="3723"/>
                    <a:pt x="7368" y="3250"/>
                  </a:cubicBezTo>
                  <a:lnTo>
                    <a:pt x="7769" y="465"/>
                  </a:lnTo>
                  <a:cubicBezTo>
                    <a:pt x="7810" y="180"/>
                    <a:pt x="7661" y="1"/>
                    <a:pt x="739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29"/>
            <p:cNvSpPr/>
            <p:nvPr/>
          </p:nvSpPr>
          <p:spPr>
            <a:xfrm>
              <a:off x="2179250" y="3730900"/>
              <a:ext cx="195250" cy="127875"/>
            </a:xfrm>
            <a:custGeom>
              <a:rect b="b" l="l" r="r" t="t"/>
              <a:pathLst>
                <a:path extrusionOk="0" h="5115" w="7810">
                  <a:moveTo>
                    <a:pt x="7397" y="0"/>
                  </a:moveTo>
                  <a:cubicBezTo>
                    <a:pt x="7370" y="0"/>
                    <a:pt x="7341" y="2"/>
                    <a:pt x="7310" y="7"/>
                  </a:cubicBezTo>
                  <a:lnTo>
                    <a:pt x="1535" y="789"/>
                  </a:lnTo>
                  <a:cubicBezTo>
                    <a:pt x="1057" y="853"/>
                    <a:pt x="511" y="1393"/>
                    <a:pt x="442" y="1867"/>
                  </a:cubicBezTo>
                  <a:lnTo>
                    <a:pt x="41" y="4650"/>
                  </a:lnTo>
                  <a:cubicBezTo>
                    <a:pt x="0" y="4934"/>
                    <a:pt x="148" y="5114"/>
                    <a:pt x="411" y="5114"/>
                  </a:cubicBezTo>
                  <a:cubicBezTo>
                    <a:pt x="439" y="5114"/>
                    <a:pt x="469" y="5112"/>
                    <a:pt x="500" y="5108"/>
                  </a:cubicBezTo>
                  <a:lnTo>
                    <a:pt x="6275" y="4326"/>
                  </a:lnTo>
                  <a:cubicBezTo>
                    <a:pt x="6753" y="4261"/>
                    <a:pt x="7299" y="3722"/>
                    <a:pt x="7367" y="3248"/>
                  </a:cubicBezTo>
                  <a:lnTo>
                    <a:pt x="7769" y="464"/>
                  </a:lnTo>
                  <a:cubicBezTo>
                    <a:pt x="7810" y="180"/>
                    <a:pt x="7661" y="0"/>
                    <a:pt x="739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29"/>
            <p:cNvSpPr/>
            <p:nvPr/>
          </p:nvSpPr>
          <p:spPr>
            <a:xfrm>
              <a:off x="2265375" y="3779700"/>
              <a:ext cx="34550" cy="27850"/>
            </a:xfrm>
            <a:custGeom>
              <a:rect b="b" l="l" r="r" t="t"/>
              <a:pathLst>
                <a:path extrusionOk="0" h="1114" w="1382">
                  <a:moveTo>
                    <a:pt x="949" y="1"/>
                  </a:moveTo>
                  <a:cubicBezTo>
                    <a:pt x="892" y="1"/>
                    <a:pt x="832" y="8"/>
                    <a:pt x="768" y="23"/>
                  </a:cubicBezTo>
                  <a:cubicBezTo>
                    <a:pt x="406" y="110"/>
                    <a:pt x="77" y="417"/>
                    <a:pt x="34" y="713"/>
                  </a:cubicBezTo>
                  <a:cubicBezTo>
                    <a:pt x="0" y="956"/>
                    <a:pt x="170" y="1113"/>
                    <a:pt x="434" y="1113"/>
                  </a:cubicBezTo>
                  <a:cubicBezTo>
                    <a:pt x="490" y="1113"/>
                    <a:pt x="550" y="1106"/>
                    <a:pt x="614" y="1091"/>
                  </a:cubicBezTo>
                  <a:cubicBezTo>
                    <a:pt x="977" y="1006"/>
                    <a:pt x="1305" y="697"/>
                    <a:pt x="1347" y="402"/>
                  </a:cubicBezTo>
                  <a:cubicBezTo>
                    <a:pt x="1382" y="158"/>
                    <a:pt x="1212" y="1"/>
                    <a:pt x="94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29"/>
            <p:cNvSpPr/>
            <p:nvPr/>
          </p:nvSpPr>
          <p:spPr>
            <a:xfrm>
              <a:off x="2341925" y="3744600"/>
              <a:ext cx="16925" cy="14625"/>
            </a:xfrm>
            <a:custGeom>
              <a:rect b="b" l="l" r="r" t="t"/>
              <a:pathLst>
                <a:path extrusionOk="0" h="585" w="677">
                  <a:moveTo>
                    <a:pt x="427" y="1"/>
                  </a:moveTo>
                  <a:cubicBezTo>
                    <a:pt x="405" y="1"/>
                    <a:pt x="382" y="3"/>
                    <a:pt x="358" y="7"/>
                  </a:cubicBezTo>
                  <a:cubicBezTo>
                    <a:pt x="178" y="41"/>
                    <a:pt x="21" y="196"/>
                    <a:pt x="10" y="354"/>
                  </a:cubicBezTo>
                  <a:cubicBezTo>
                    <a:pt x="1" y="491"/>
                    <a:pt x="104" y="585"/>
                    <a:pt x="249" y="585"/>
                  </a:cubicBezTo>
                  <a:cubicBezTo>
                    <a:pt x="271" y="585"/>
                    <a:pt x="294" y="583"/>
                    <a:pt x="318" y="578"/>
                  </a:cubicBezTo>
                  <a:cubicBezTo>
                    <a:pt x="500" y="544"/>
                    <a:pt x="655" y="390"/>
                    <a:pt x="666" y="232"/>
                  </a:cubicBezTo>
                  <a:cubicBezTo>
                    <a:pt x="677" y="95"/>
                    <a:pt x="574" y="1"/>
                    <a:pt x="4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29"/>
            <p:cNvSpPr/>
            <p:nvPr/>
          </p:nvSpPr>
          <p:spPr>
            <a:xfrm>
              <a:off x="2303325" y="3735475"/>
              <a:ext cx="103225" cy="109850"/>
            </a:xfrm>
            <a:custGeom>
              <a:rect b="b" l="l" r="r" t="t"/>
              <a:pathLst>
                <a:path extrusionOk="0" h="4394" w="4129">
                  <a:moveTo>
                    <a:pt x="3021" y="1"/>
                  </a:moveTo>
                  <a:cubicBezTo>
                    <a:pt x="2630" y="1"/>
                    <a:pt x="2004" y="442"/>
                    <a:pt x="1485" y="469"/>
                  </a:cubicBezTo>
                  <a:cubicBezTo>
                    <a:pt x="1485" y="469"/>
                    <a:pt x="1144" y="606"/>
                    <a:pt x="1437" y="893"/>
                  </a:cubicBezTo>
                  <a:cubicBezTo>
                    <a:pt x="1555" y="1008"/>
                    <a:pt x="1748" y="1040"/>
                    <a:pt x="1948" y="1040"/>
                  </a:cubicBezTo>
                  <a:cubicBezTo>
                    <a:pt x="2204" y="1040"/>
                    <a:pt x="2471" y="987"/>
                    <a:pt x="2599" y="987"/>
                  </a:cubicBezTo>
                  <a:cubicBezTo>
                    <a:pt x="2620" y="987"/>
                    <a:pt x="2637" y="988"/>
                    <a:pt x="2650" y="991"/>
                  </a:cubicBezTo>
                  <a:cubicBezTo>
                    <a:pt x="2801" y="1030"/>
                    <a:pt x="2528" y="1507"/>
                    <a:pt x="2528" y="1507"/>
                  </a:cubicBezTo>
                  <a:cubicBezTo>
                    <a:pt x="2528" y="1507"/>
                    <a:pt x="1597" y="1297"/>
                    <a:pt x="938" y="1297"/>
                  </a:cubicBezTo>
                  <a:cubicBezTo>
                    <a:pt x="675" y="1297"/>
                    <a:pt x="455" y="1331"/>
                    <a:pt x="355" y="1424"/>
                  </a:cubicBezTo>
                  <a:cubicBezTo>
                    <a:pt x="1" y="1752"/>
                    <a:pt x="1780" y="2429"/>
                    <a:pt x="1780" y="2429"/>
                  </a:cubicBezTo>
                  <a:cubicBezTo>
                    <a:pt x="1780" y="2429"/>
                    <a:pt x="1293" y="2331"/>
                    <a:pt x="876" y="2331"/>
                  </a:cubicBezTo>
                  <a:cubicBezTo>
                    <a:pt x="672" y="2331"/>
                    <a:pt x="485" y="2355"/>
                    <a:pt x="380" y="2424"/>
                  </a:cubicBezTo>
                  <a:cubicBezTo>
                    <a:pt x="61" y="2636"/>
                    <a:pt x="1341" y="3278"/>
                    <a:pt x="1341" y="3278"/>
                  </a:cubicBezTo>
                  <a:cubicBezTo>
                    <a:pt x="1341" y="3278"/>
                    <a:pt x="1242" y="3262"/>
                    <a:pt x="1113" y="3262"/>
                  </a:cubicBezTo>
                  <a:cubicBezTo>
                    <a:pt x="891" y="3262"/>
                    <a:pt x="577" y="3308"/>
                    <a:pt x="518" y="3556"/>
                  </a:cubicBezTo>
                  <a:cubicBezTo>
                    <a:pt x="424" y="3949"/>
                    <a:pt x="676" y="4140"/>
                    <a:pt x="1062" y="4305"/>
                  </a:cubicBezTo>
                  <a:cubicBezTo>
                    <a:pt x="1210" y="4368"/>
                    <a:pt x="1363" y="4394"/>
                    <a:pt x="1506" y="4394"/>
                  </a:cubicBezTo>
                  <a:cubicBezTo>
                    <a:pt x="1739" y="4394"/>
                    <a:pt x="1945" y="4327"/>
                    <a:pt x="2060" y="4245"/>
                  </a:cubicBezTo>
                  <a:cubicBezTo>
                    <a:pt x="2246" y="4112"/>
                    <a:pt x="2179" y="3683"/>
                    <a:pt x="2179" y="3683"/>
                  </a:cubicBezTo>
                  <a:cubicBezTo>
                    <a:pt x="2179" y="3683"/>
                    <a:pt x="2927" y="3456"/>
                    <a:pt x="2997" y="3196"/>
                  </a:cubicBezTo>
                  <a:cubicBezTo>
                    <a:pt x="3066" y="2937"/>
                    <a:pt x="2906" y="2729"/>
                    <a:pt x="2906" y="2729"/>
                  </a:cubicBezTo>
                  <a:lnTo>
                    <a:pt x="2906" y="2729"/>
                  </a:lnTo>
                  <a:cubicBezTo>
                    <a:pt x="2906" y="2729"/>
                    <a:pt x="2906" y="2729"/>
                    <a:pt x="2906" y="2729"/>
                  </a:cubicBezTo>
                  <a:cubicBezTo>
                    <a:pt x="2916" y="2729"/>
                    <a:pt x="3245" y="2727"/>
                    <a:pt x="3412" y="2434"/>
                  </a:cubicBezTo>
                  <a:cubicBezTo>
                    <a:pt x="3583" y="2138"/>
                    <a:pt x="3461" y="1920"/>
                    <a:pt x="3461" y="1920"/>
                  </a:cubicBezTo>
                  <a:cubicBezTo>
                    <a:pt x="3461" y="1920"/>
                    <a:pt x="3837" y="1377"/>
                    <a:pt x="3983" y="1048"/>
                  </a:cubicBezTo>
                  <a:cubicBezTo>
                    <a:pt x="4128" y="721"/>
                    <a:pt x="3568" y="346"/>
                    <a:pt x="3236" y="70"/>
                  </a:cubicBezTo>
                  <a:cubicBezTo>
                    <a:pt x="3177" y="21"/>
                    <a:pt x="3104" y="1"/>
                    <a:pt x="3021" y="1"/>
                  </a:cubicBezTo>
                  <a:close/>
                </a:path>
              </a:pathLst>
            </a:custGeom>
            <a:solidFill>
              <a:srgbClr val="8D68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29"/>
            <p:cNvSpPr/>
            <p:nvPr/>
          </p:nvSpPr>
          <p:spPr>
            <a:xfrm>
              <a:off x="1656500" y="5152075"/>
              <a:ext cx="117550" cy="177625"/>
            </a:xfrm>
            <a:custGeom>
              <a:rect b="b" l="l" r="r" t="t"/>
              <a:pathLst>
                <a:path extrusionOk="0" h="7105" w="4702">
                  <a:moveTo>
                    <a:pt x="4702" y="1"/>
                  </a:moveTo>
                  <a:lnTo>
                    <a:pt x="534" y="2"/>
                  </a:lnTo>
                  <a:lnTo>
                    <a:pt x="0" y="6786"/>
                  </a:lnTo>
                  <a:lnTo>
                    <a:pt x="3088" y="7105"/>
                  </a:lnTo>
                  <a:lnTo>
                    <a:pt x="4702" y="1"/>
                  </a:lnTo>
                  <a:close/>
                </a:path>
              </a:pathLst>
            </a:custGeom>
            <a:solidFill>
              <a:srgbClr val="8D68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29"/>
            <p:cNvSpPr/>
            <p:nvPr/>
          </p:nvSpPr>
          <p:spPr>
            <a:xfrm>
              <a:off x="1584400" y="5285000"/>
              <a:ext cx="171775" cy="117700"/>
            </a:xfrm>
            <a:custGeom>
              <a:rect b="b" l="l" r="r" t="t"/>
              <a:pathLst>
                <a:path extrusionOk="0" h="4708" w="6871">
                  <a:moveTo>
                    <a:pt x="3872" y="1"/>
                  </a:moveTo>
                  <a:cubicBezTo>
                    <a:pt x="3509" y="1"/>
                    <a:pt x="3164" y="114"/>
                    <a:pt x="3002" y="484"/>
                  </a:cubicBezTo>
                  <a:cubicBezTo>
                    <a:pt x="2933" y="339"/>
                    <a:pt x="2837" y="196"/>
                    <a:pt x="2725" y="196"/>
                  </a:cubicBezTo>
                  <a:cubicBezTo>
                    <a:pt x="2711" y="196"/>
                    <a:pt x="2696" y="199"/>
                    <a:pt x="2680" y="204"/>
                  </a:cubicBezTo>
                  <a:cubicBezTo>
                    <a:pt x="2436" y="290"/>
                    <a:pt x="2344" y="1893"/>
                    <a:pt x="2342" y="1931"/>
                  </a:cubicBezTo>
                  <a:cubicBezTo>
                    <a:pt x="2062" y="2223"/>
                    <a:pt x="1680" y="2556"/>
                    <a:pt x="1355" y="2601"/>
                  </a:cubicBezTo>
                  <a:cubicBezTo>
                    <a:pt x="598" y="2708"/>
                    <a:pt x="1" y="3518"/>
                    <a:pt x="385" y="4706"/>
                  </a:cubicBezTo>
                  <a:lnTo>
                    <a:pt x="385" y="4707"/>
                  </a:lnTo>
                  <a:lnTo>
                    <a:pt x="6870" y="4707"/>
                  </a:lnTo>
                  <a:cubicBezTo>
                    <a:pt x="6870" y="4707"/>
                    <a:pt x="6651" y="1331"/>
                    <a:pt x="6351" y="528"/>
                  </a:cubicBezTo>
                  <a:cubicBezTo>
                    <a:pt x="6291" y="368"/>
                    <a:pt x="6228" y="303"/>
                    <a:pt x="6165" y="303"/>
                  </a:cubicBezTo>
                  <a:cubicBezTo>
                    <a:pt x="5912" y="303"/>
                    <a:pt x="5665" y="1331"/>
                    <a:pt x="5665" y="1331"/>
                  </a:cubicBezTo>
                  <a:cubicBezTo>
                    <a:pt x="5665" y="1331"/>
                    <a:pt x="5059" y="78"/>
                    <a:pt x="4005" y="6"/>
                  </a:cubicBezTo>
                  <a:cubicBezTo>
                    <a:pt x="3960" y="3"/>
                    <a:pt x="3916" y="1"/>
                    <a:pt x="38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29"/>
            <p:cNvSpPr/>
            <p:nvPr/>
          </p:nvSpPr>
          <p:spPr>
            <a:xfrm>
              <a:off x="1652700" y="5308325"/>
              <a:ext cx="49350" cy="16975"/>
            </a:xfrm>
            <a:custGeom>
              <a:rect b="b" l="l" r="r" t="t"/>
              <a:pathLst>
                <a:path extrusionOk="0" h="679" w="1974">
                  <a:moveTo>
                    <a:pt x="838" y="1"/>
                  </a:moveTo>
                  <a:cubicBezTo>
                    <a:pt x="577" y="1"/>
                    <a:pt x="313" y="78"/>
                    <a:pt x="71" y="238"/>
                  </a:cubicBezTo>
                  <a:cubicBezTo>
                    <a:pt x="1" y="285"/>
                    <a:pt x="44" y="387"/>
                    <a:pt x="109" y="387"/>
                  </a:cubicBezTo>
                  <a:cubicBezTo>
                    <a:pt x="122" y="387"/>
                    <a:pt x="136" y="383"/>
                    <a:pt x="150" y="374"/>
                  </a:cubicBezTo>
                  <a:cubicBezTo>
                    <a:pt x="369" y="228"/>
                    <a:pt x="606" y="158"/>
                    <a:pt x="838" y="158"/>
                  </a:cubicBezTo>
                  <a:cubicBezTo>
                    <a:pt x="1204" y="158"/>
                    <a:pt x="1558" y="331"/>
                    <a:pt x="1815" y="651"/>
                  </a:cubicBezTo>
                  <a:cubicBezTo>
                    <a:pt x="1830" y="670"/>
                    <a:pt x="1848" y="678"/>
                    <a:pt x="1866" y="678"/>
                  </a:cubicBezTo>
                  <a:cubicBezTo>
                    <a:pt x="1921" y="678"/>
                    <a:pt x="1973" y="600"/>
                    <a:pt x="1926" y="541"/>
                  </a:cubicBezTo>
                  <a:cubicBezTo>
                    <a:pt x="1644" y="190"/>
                    <a:pt x="1246" y="1"/>
                    <a:pt x="83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29"/>
            <p:cNvSpPr/>
            <p:nvPr/>
          </p:nvSpPr>
          <p:spPr>
            <a:xfrm>
              <a:off x="1649550" y="5321200"/>
              <a:ext cx="49325" cy="16975"/>
            </a:xfrm>
            <a:custGeom>
              <a:rect b="b" l="l" r="r" t="t"/>
              <a:pathLst>
                <a:path extrusionOk="0" h="679" w="1973">
                  <a:moveTo>
                    <a:pt x="837" y="1"/>
                  </a:moveTo>
                  <a:cubicBezTo>
                    <a:pt x="576" y="1"/>
                    <a:pt x="312" y="78"/>
                    <a:pt x="70" y="238"/>
                  </a:cubicBezTo>
                  <a:cubicBezTo>
                    <a:pt x="0" y="285"/>
                    <a:pt x="43" y="387"/>
                    <a:pt x="108" y="387"/>
                  </a:cubicBezTo>
                  <a:cubicBezTo>
                    <a:pt x="121" y="387"/>
                    <a:pt x="135" y="383"/>
                    <a:pt x="149" y="374"/>
                  </a:cubicBezTo>
                  <a:cubicBezTo>
                    <a:pt x="369" y="228"/>
                    <a:pt x="605" y="159"/>
                    <a:pt x="837" y="159"/>
                  </a:cubicBezTo>
                  <a:cubicBezTo>
                    <a:pt x="1203" y="159"/>
                    <a:pt x="1557" y="332"/>
                    <a:pt x="1814" y="652"/>
                  </a:cubicBezTo>
                  <a:cubicBezTo>
                    <a:pt x="1829" y="671"/>
                    <a:pt x="1847" y="679"/>
                    <a:pt x="1865" y="679"/>
                  </a:cubicBezTo>
                  <a:cubicBezTo>
                    <a:pt x="1920" y="679"/>
                    <a:pt x="1972" y="600"/>
                    <a:pt x="1925" y="540"/>
                  </a:cubicBezTo>
                  <a:cubicBezTo>
                    <a:pt x="1643" y="189"/>
                    <a:pt x="1245" y="1"/>
                    <a:pt x="8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29"/>
            <p:cNvSpPr/>
            <p:nvPr/>
          </p:nvSpPr>
          <p:spPr>
            <a:xfrm>
              <a:off x="1647625" y="5336125"/>
              <a:ext cx="44275" cy="16700"/>
            </a:xfrm>
            <a:custGeom>
              <a:rect b="b" l="l" r="r" t="t"/>
              <a:pathLst>
                <a:path extrusionOk="0" h="668" w="1771">
                  <a:moveTo>
                    <a:pt x="742" y="1"/>
                  </a:moveTo>
                  <a:cubicBezTo>
                    <a:pt x="515" y="1"/>
                    <a:pt x="283" y="75"/>
                    <a:pt x="67" y="236"/>
                  </a:cubicBezTo>
                  <a:cubicBezTo>
                    <a:pt x="1" y="286"/>
                    <a:pt x="42" y="387"/>
                    <a:pt x="104" y="387"/>
                  </a:cubicBezTo>
                  <a:cubicBezTo>
                    <a:pt x="118" y="387"/>
                    <a:pt x="132" y="382"/>
                    <a:pt x="146" y="372"/>
                  </a:cubicBezTo>
                  <a:cubicBezTo>
                    <a:pt x="339" y="227"/>
                    <a:pt x="547" y="159"/>
                    <a:pt x="749" y="159"/>
                  </a:cubicBezTo>
                  <a:cubicBezTo>
                    <a:pt x="1070" y="159"/>
                    <a:pt x="1378" y="330"/>
                    <a:pt x="1594" y="634"/>
                  </a:cubicBezTo>
                  <a:cubicBezTo>
                    <a:pt x="1611" y="658"/>
                    <a:pt x="1636" y="668"/>
                    <a:pt x="1660" y="668"/>
                  </a:cubicBezTo>
                  <a:cubicBezTo>
                    <a:pt x="1716" y="668"/>
                    <a:pt x="1770" y="612"/>
                    <a:pt x="1729" y="555"/>
                  </a:cubicBezTo>
                  <a:cubicBezTo>
                    <a:pt x="1480" y="205"/>
                    <a:pt x="1118" y="1"/>
                    <a:pt x="74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29"/>
            <p:cNvSpPr/>
            <p:nvPr/>
          </p:nvSpPr>
          <p:spPr>
            <a:xfrm>
              <a:off x="1733825" y="5323125"/>
              <a:ext cx="17700" cy="60075"/>
            </a:xfrm>
            <a:custGeom>
              <a:rect b="b" l="l" r="r" t="t"/>
              <a:pathLst>
                <a:path extrusionOk="0" h="2403" w="708">
                  <a:moveTo>
                    <a:pt x="599" y="0"/>
                  </a:moveTo>
                  <a:cubicBezTo>
                    <a:pt x="581" y="0"/>
                    <a:pt x="563" y="8"/>
                    <a:pt x="547" y="26"/>
                  </a:cubicBezTo>
                  <a:lnTo>
                    <a:pt x="548" y="26"/>
                  </a:lnTo>
                  <a:cubicBezTo>
                    <a:pt x="1" y="680"/>
                    <a:pt x="31" y="1527"/>
                    <a:pt x="123" y="2328"/>
                  </a:cubicBezTo>
                  <a:cubicBezTo>
                    <a:pt x="129" y="2378"/>
                    <a:pt x="171" y="2403"/>
                    <a:pt x="211" y="2403"/>
                  </a:cubicBezTo>
                  <a:cubicBezTo>
                    <a:pt x="249" y="2403"/>
                    <a:pt x="285" y="2378"/>
                    <a:pt x="280" y="2328"/>
                  </a:cubicBezTo>
                  <a:cubicBezTo>
                    <a:pt x="193" y="1578"/>
                    <a:pt x="143" y="754"/>
                    <a:pt x="659" y="137"/>
                  </a:cubicBezTo>
                  <a:cubicBezTo>
                    <a:pt x="707" y="79"/>
                    <a:pt x="656" y="0"/>
                    <a:pt x="59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29"/>
            <p:cNvSpPr/>
            <p:nvPr/>
          </p:nvSpPr>
          <p:spPr>
            <a:xfrm>
              <a:off x="1595500" y="5380650"/>
              <a:ext cx="159550" cy="5550"/>
            </a:xfrm>
            <a:custGeom>
              <a:rect b="b" l="l" r="r" t="t"/>
              <a:pathLst>
                <a:path extrusionOk="0" h="222" w="6382">
                  <a:moveTo>
                    <a:pt x="6282" y="1"/>
                  </a:moveTo>
                  <a:cubicBezTo>
                    <a:pt x="6281" y="1"/>
                    <a:pt x="6281" y="1"/>
                    <a:pt x="6281" y="1"/>
                  </a:cubicBezTo>
                  <a:cubicBezTo>
                    <a:pt x="4221" y="21"/>
                    <a:pt x="2161" y="43"/>
                    <a:pt x="101" y="64"/>
                  </a:cubicBezTo>
                  <a:cubicBezTo>
                    <a:pt x="1" y="65"/>
                    <a:pt x="1" y="222"/>
                    <a:pt x="100" y="222"/>
                  </a:cubicBezTo>
                  <a:cubicBezTo>
                    <a:pt x="101" y="222"/>
                    <a:pt x="101" y="222"/>
                    <a:pt x="101" y="222"/>
                  </a:cubicBezTo>
                  <a:cubicBezTo>
                    <a:pt x="2161" y="200"/>
                    <a:pt x="4221" y="178"/>
                    <a:pt x="6281" y="157"/>
                  </a:cubicBezTo>
                  <a:cubicBezTo>
                    <a:pt x="6381" y="156"/>
                    <a:pt x="6382" y="1"/>
                    <a:pt x="628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29"/>
            <p:cNvSpPr/>
            <p:nvPr/>
          </p:nvSpPr>
          <p:spPr>
            <a:xfrm>
              <a:off x="1622350" y="4104150"/>
              <a:ext cx="398650" cy="1108275"/>
            </a:xfrm>
            <a:custGeom>
              <a:rect b="b" l="l" r="r" t="t"/>
              <a:pathLst>
                <a:path extrusionOk="0" h="44331" w="15946">
                  <a:moveTo>
                    <a:pt x="3639" y="0"/>
                  </a:moveTo>
                  <a:cubicBezTo>
                    <a:pt x="3639" y="0"/>
                    <a:pt x="2580" y="14085"/>
                    <a:pt x="1848" y="19037"/>
                  </a:cubicBezTo>
                  <a:cubicBezTo>
                    <a:pt x="1375" y="22237"/>
                    <a:pt x="0" y="44274"/>
                    <a:pt x="0" y="44274"/>
                  </a:cubicBezTo>
                  <a:lnTo>
                    <a:pt x="7532" y="44330"/>
                  </a:lnTo>
                  <a:cubicBezTo>
                    <a:pt x="7532" y="44330"/>
                    <a:pt x="10800" y="22422"/>
                    <a:pt x="11258" y="21255"/>
                  </a:cubicBezTo>
                  <a:cubicBezTo>
                    <a:pt x="12492" y="18114"/>
                    <a:pt x="15946" y="105"/>
                    <a:pt x="15946" y="105"/>
                  </a:cubicBezTo>
                  <a:lnTo>
                    <a:pt x="363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29"/>
            <p:cNvSpPr/>
            <p:nvPr/>
          </p:nvSpPr>
          <p:spPr>
            <a:xfrm>
              <a:off x="1783400" y="4327700"/>
              <a:ext cx="163650" cy="846550"/>
            </a:xfrm>
            <a:custGeom>
              <a:rect b="b" l="l" r="r" t="t"/>
              <a:pathLst>
                <a:path extrusionOk="0" h="33862" w="6546">
                  <a:moveTo>
                    <a:pt x="6406" y="1"/>
                  </a:moveTo>
                  <a:cubicBezTo>
                    <a:pt x="6350" y="1"/>
                    <a:pt x="6299" y="38"/>
                    <a:pt x="6284" y="94"/>
                  </a:cubicBezTo>
                  <a:cubicBezTo>
                    <a:pt x="6258" y="194"/>
                    <a:pt x="3678" y="10049"/>
                    <a:pt x="3035" y="12539"/>
                  </a:cubicBezTo>
                  <a:cubicBezTo>
                    <a:pt x="2390" y="15037"/>
                    <a:pt x="32" y="33532"/>
                    <a:pt x="9" y="33719"/>
                  </a:cubicBezTo>
                  <a:cubicBezTo>
                    <a:pt x="0" y="33788"/>
                    <a:pt x="49" y="33850"/>
                    <a:pt x="118" y="33859"/>
                  </a:cubicBezTo>
                  <a:cubicBezTo>
                    <a:pt x="123" y="33860"/>
                    <a:pt x="129" y="33860"/>
                    <a:pt x="134" y="33860"/>
                  </a:cubicBezTo>
                  <a:lnTo>
                    <a:pt x="134" y="33861"/>
                  </a:lnTo>
                  <a:cubicBezTo>
                    <a:pt x="197" y="33861"/>
                    <a:pt x="250" y="33814"/>
                    <a:pt x="259" y="33750"/>
                  </a:cubicBezTo>
                  <a:cubicBezTo>
                    <a:pt x="282" y="33564"/>
                    <a:pt x="2637" y="15085"/>
                    <a:pt x="3278" y="12602"/>
                  </a:cubicBezTo>
                  <a:cubicBezTo>
                    <a:pt x="3921" y="10113"/>
                    <a:pt x="6502" y="258"/>
                    <a:pt x="6528" y="159"/>
                  </a:cubicBezTo>
                  <a:cubicBezTo>
                    <a:pt x="6546" y="91"/>
                    <a:pt x="6505" y="22"/>
                    <a:pt x="6438" y="5"/>
                  </a:cubicBezTo>
                  <a:cubicBezTo>
                    <a:pt x="6428" y="2"/>
                    <a:pt x="6417" y="1"/>
                    <a:pt x="640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29"/>
            <p:cNvSpPr/>
            <p:nvPr/>
          </p:nvSpPr>
          <p:spPr>
            <a:xfrm>
              <a:off x="1703275" y="4127675"/>
              <a:ext cx="125125" cy="135175"/>
            </a:xfrm>
            <a:custGeom>
              <a:rect b="b" l="l" r="r" t="t"/>
              <a:pathLst>
                <a:path extrusionOk="0" h="5407" w="5005">
                  <a:moveTo>
                    <a:pt x="4820" y="1"/>
                  </a:moveTo>
                  <a:cubicBezTo>
                    <a:pt x="4761" y="1"/>
                    <a:pt x="4702" y="33"/>
                    <a:pt x="4681" y="107"/>
                  </a:cubicBezTo>
                  <a:cubicBezTo>
                    <a:pt x="4049" y="2360"/>
                    <a:pt x="2342" y="4254"/>
                    <a:pt x="161" y="5104"/>
                  </a:cubicBezTo>
                  <a:cubicBezTo>
                    <a:pt x="1" y="5166"/>
                    <a:pt x="46" y="5406"/>
                    <a:pt x="186" y="5406"/>
                  </a:cubicBezTo>
                  <a:cubicBezTo>
                    <a:pt x="203" y="5406"/>
                    <a:pt x="222" y="5403"/>
                    <a:pt x="241" y="5395"/>
                  </a:cubicBezTo>
                  <a:cubicBezTo>
                    <a:pt x="2524" y="4506"/>
                    <a:pt x="4310" y="2548"/>
                    <a:pt x="4972" y="187"/>
                  </a:cubicBezTo>
                  <a:cubicBezTo>
                    <a:pt x="5004" y="75"/>
                    <a:pt x="4911" y="1"/>
                    <a:pt x="48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29"/>
            <p:cNvSpPr/>
            <p:nvPr/>
          </p:nvSpPr>
          <p:spPr>
            <a:xfrm>
              <a:off x="1672225" y="4597300"/>
              <a:ext cx="111050" cy="25350"/>
            </a:xfrm>
            <a:custGeom>
              <a:rect b="b" l="l" r="r" t="t"/>
              <a:pathLst>
                <a:path extrusionOk="0" h="1014" w="4442">
                  <a:moveTo>
                    <a:pt x="223" y="1"/>
                  </a:moveTo>
                  <a:cubicBezTo>
                    <a:pt x="89" y="1"/>
                    <a:pt x="0" y="202"/>
                    <a:pt x="144" y="283"/>
                  </a:cubicBezTo>
                  <a:cubicBezTo>
                    <a:pt x="994" y="762"/>
                    <a:pt x="1940" y="1013"/>
                    <a:pt x="2896" y="1013"/>
                  </a:cubicBezTo>
                  <a:cubicBezTo>
                    <a:pt x="3354" y="1013"/>
                    <a:pt x="3815" y="955"/>
                    <a:pt x="4268" y="837"/>
                  </a:cubicBezTo>
                  <a:cubicBezTo>
                    <a:pt x="4442" y="791"/>
                    <a:pt x="4387" y="540"/>
                    <a:pt x="4230" y="540"/>
                  </a:cubicBezTo>
                  <a:cubicBezTo>
                    <a:pt x="4216" y="540"/>
                    <a:pt x="4202" y="542"/>
                    <a:pt x="4188" y="546"/>
                  </a:cubicBezTo>
                  <a:cubicBezTo>
                    <a:pt x="3760" y="657"/>
                    <a:pt x="3326" y="711"/>
                    <a:pt x="2894" y="711"/>
                  </a:cubicBezTo>
                  <a:cubicBezTo>
                    <a:pt x="1992" y="711"/>
                    <a:pt x="1099" y="474"/>
                    <a:pt x="298" y="22"/>
                  </a:cubicBezTo>
                  <a:cubicBezTo>
                    <a:pt x="272" y="7"/>
                    <a:pt x="247" y="1"/>
                    <a:pt x="2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29"/>
            <p:cNvSpPr/>
            <p:nvPr/>
          </p:nvSpPr>
          <p:spPr>
            <a:xfrm>
              <a:off x="1607275" y="5163425"/>
              <a:ext cx="225050" cy="60050"/>
            </a:xfrm>
            <a:custGeom>
              <a:rect b="b" l="l" r="r" t="t"/>
              <a:pathLst>
                <a:path extrusionOk="0" h="2402" w="9002">
                  <a:moveTo>
                    <a:pt x="235" y="0"/>
                  </a:moveTo>
                  <a:lnTo>
                    <a:pt x="1" y="2199"/>
                  </a:lnTo>
                  <a:lnTo>
                    <a:pt x="8701" y="2402"/>
                  </a:lnTo>
                  <a:lnTo>
                    <a:pt x="9002" y="165"/>
                  </a:lnTo>
                  <a:lnTo>
                    <a:pt x="2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29"/>
            <p:cNvSpPr/>
            <p:nvPr/>
          </p:nvSpPr>
          <p:spPr>
            <a:xfrm>
              <a:off x="2034025" y="5141475"/>
              <a:ext cx="112950" cy="179775"/>
            </a:xfrm>
            <a:custGeom>
              <a:rect b="b" l="l" r="r" t="t"/>
              <a:pathLst>
                <a:path extrusionOk="0" h="7191" w="4518">
                  <a:moveTo>
                    <a:pt x="0" y="1"/>
                  </a:moveTo>
                  <a:lnTo>
                    <a:pt x="410" y="6954"/>
                  </a:lnTo>
                  <a:lnTo>
                    <a:pt x="3372" y="7190"/>
                  </a:lnTo>
                  <a:lnTo>
                    <a:pt x="4518" y="353"/>
                  </a:lnTo>
                  <a:lnTo>
                    <a:pt x="0" y="1"/>
                  </a:lnTo>
                  <a:close/>
                </a:path>
              </a:pathLst>
            </a:custGeom>
            <a:solidFill>
              <a:srgbClr val="8D68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29"/>
            <p:cNvSpPr/>
            <p:nvPr/>
          </p:nvSpPr>
          <p:spPr>
            <a:xfrm>
              <a:off x="2039650" y="5289550"/>
              <a:ext cx="265275" cy="113150"/>
            </a:xfrm>
            <a:custGeom>
              <a:rect b="b" l="l" r="r" t="t"/>
              <a:pathLst>
                <a:path extrusionOk="0" h="4526" w="10611">
                  <a:moveTo>
                    <a:pt x="176" y="0"/>
                  </a:moveTo>
                  <a:cubicBezTo>
                    <a:pt x="69" y="0"/>
                    <a:pt x="1" y="64"/>
                    <a:pt x="18" y="243"/>
                  </a:cubicBezTo>
                  <a:cubicBezTo>
                    <a:pt x="81" y="870"/>
                    <a:pt x="479" y="4525"/>
                    <a:pt x="479" y="4525"/>
                  </a:cubicBezTo>
                  <a:lnTo>
                    <a:pt x="10610" y="4525"/>
                  </a:lnTo>
                  <a:cubicBezTo>
                    <a:pt x="10297" y="2906"/>
                    <a:pt x="9565" y="2436"/>
                    <a:pt x="8730" y="2384"/>
                  </a:cubicBezTo>
                  <a:cubicBezTo>
                    <a:pt x="7895" y="2331"/>
                    <a:pt x="4801" y="1340"/>
                    <a:pt x="4801" y="1340"/>
                  </a:cubicBezTo>
                  <a:cubicBezTo>
                    <a:pt x="4801" y="1340"/>
                    <a:pt x="4054" y="405"/>
                    <a:pt x="3484" y="216"/>
                  </a:cubicBezTo>
                  <a:cubicBezTo>
                    <a:pt x="3401" y="188"/>
                    <a:pt x="3320" y="176"/>
                    <a:pt x="3243" y="176"/>
                  </a:cubicBezTo>
                  <a:cubicBezTo>
                    <a:pt x="2792" y="176"/>
                    <a:pt x="2463" y="582"/>
                    <a:pt x="2463" y="582"/>
                  </a:cubicBezTo>
                  <a:lnTo>
                    <a:pt x="949" y="400"/>
                  </a:lnTo>
                  <a:cubicBezTo>
                    <a:pt x="949" y="400"/>
                    <a:pt x="443" y="0"/>
                    <a:pt x="1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29"/>
            <p:cNvSpPr/>
            <p:nvPr/>
          </p:nvSpPr>
          <p:spPr>
            <a:xfrm>
              <a:off x="2043325" y="5326650"/>
              <a:ext cx="36375" cy="60150"/>
            </a:xfrm>
            <a:custGeom>
              <a:rect b="b" l="l" r="r" t="t"/>
              <a:pathLst>
                <a:path extrusionOk="0" h="2406" w="1455">
                  <a:moveTo>
                    <a:pt x="116" y="0"/>
                  </a:moveTo>
                  <a:cubicBezTo>
                    <a:pt x="46" y="0"/>
                    <a:pt x="1" y="104"/>
                    <a:pt x="75" y="146"/>
                  </a:cubicBezTo>
                  <a:cubicBezTo>
                    <a:pt x="840" y="578"/>
                    <a:pt x="1283" y="1441"/>
                    <a:pt x="900" y="2286"/>
                  </a:cubicBezTo>
                  <a:cubicBezTo>
                    <a:pt x="871" y="2348"/>
                    <a:pt x="926" y="2405"/>
                    <a:pt x="976" y="2405"/>
                  </a:cubicBezTo>
                  <a:cubicBezTo>
                    <a:pt x="999" y="2405"/>
                    <a:pt x="1022" y="2393"/>
                    <a:pt x="1035" y="2364"/>
                  </a:cubicBezTo>
                  <a:cubicBezTo>
                    <a:pt x="1454" y="1441"/>
                    <a:pt x="1001" y="489"/>
                    <a:pt x="155" y="11"/>
                  </a:cubicBezTo>
                  <a:cubicBezTo>
                    <a:pt x="141" y="4"/>
                    <a:pt x="128" y="0"/>
                    <a:pt x="1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29"/>
            <p:cNvSpPr/>
            <p:nvPr/>
          </p:nvSpPr>
          <p:spPr>
            <a:xfrm>
              <a:off x="2049650" y="5384125"/>
              <a:ext cx="250275" cy="6525"/>
            </a:xfrm>
            <a:custGeom>
              <a:rect b="b" l="l" r="r" t="t"/>
              <a:pathLst>
                <a:path extrusionOk="0" h="261" w="10011">
                  <a:moveTo>
                    <a:pt x="100" y="1"/>
                  </a:moveTo>
                  <a:cubicBezTo>
                    <a:pt x="1" y="1"/>
                    <a:pt x="1" y="156"/>
                    <a:pt x="101" y="157"/>
                  </a:cubicBezTo>
                  <a:cubicBezTo>
                    <a:pt x="2762" y="186"/>
                    <a:pt x="5423" y="213"/>
                    <a:pt x="8084" y="241"/>
                  </a:cubicBezTo>
                  <a:cubicBezTo>
                    <a:pt x="8692" y="247"/>
                    <a:pt x="9301" y="254"/>
                    <a:pt x="9909" y="260"/>
                  </a:cubicBezTo>
                  <a:cubicBezTo>
                    <a:pt x="9909" y="260"/>
                    <a:pt x="9910" y="260"/>
                    <a:pt x="9910" y="260"/>
                  </a:cubicBezTo>
                  <a:cubicBezTo>
                    <a:pt x="10011" y="260"/>
                    <a:pt x="10010" y="105"/>
                    <a:pt x="9909" y="104"/>
                  </a:cubicBezTo>
                  <a:cubicBezTo>
                    <a:pt x="7249" y="75"/>
                    <a:pt x="4588" y="48"/>
                    <a:pt x="1927" y="20"/>
                  </a:cubicBezTo>
                  <a:cubicBezTo>
                    <a:pt x="1319" y="14"/>
                    <a:pt x="710" y="7"/>
                    <a:pt x="101" y="1"/>
                  </a:cubicBezTo>
                  <a:cubicBezTo>
                    <a:pt x="101" y="1"/>
                    <a:pt x="101" y="1"/>
                    <a:pt x="10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29"/>
            <p:cNvSpPr/>
            <p:nvPr/>
          </p:nvSpPr>
          <p:spPr>
            <a:xfrm>
              <a:off x="2146275" y="5323100"/>
              <a:ext cx="44250" cy="16700"/>
            </a:xfrm>
            <a:custGeom>
              <a:rect b="b" l="l" r="r" t="t"/>
              <a:pathLst>
                <a:path extrusionOk="0" h="668" w="1770">
                  <a:moveTo>
                    <a:pt x="1028" y="1"/>
                  </a:moveTo>
                  <a:cubicBezTo>
                    <a:pt x="652" y="1"/>
                    <a:pt x="291" y="205"/>
                    <a:pt x="42" y="554"/>
                  </a:cubicBezTo>
                  <a:cubicBezTo>
                    <a:pt x="0" y="612"/>
                    <a:pt x="55" y="668"/>
                    <a:pt x="111" y="668"/>
                  </a:cubicBezTo>
                  <a:cubicBezTo>
                    <a:pt x="135" y="668"/>
                    <a:pt x="159" y="658"/>
                    <a:pt x="177" y="633"/>
                  </a:cubicBezTo>
                  <a:cubicBezTo>
                    <a:pt x="393" y="329"/>
                    <a:pt x="700" y="159"/>
                    <a:pt x="1021" y="159"/>
                  </a:cubicBezTo>
                  <a:cubicBezTo>
                    <a:pt x="1224" y="159"/>
                    <a:pt x="1431" y="227"/>
                    <a:pt x="1625" y="371"/>
                  </a:cubicBezTo>
                  <a:cubicBezTo>
                    <a:pt x="1639" y="382"/>
                    <a:pt x="1653" y="386"/>
                    <a:pt x="1666" y="386"/>
                  </a:cubicBezTo>
                  <a:cubicBezTo>
                    <a:pt x="1728" y="386"/>
                    <a:pt x="1770" y="285"/>
                    <a:pt x="1704" y="237"/>
                  </a:cubicBezTo>
                  <a:cubicBezTo>
                    <a:pt x="1488" y="75"/>
                    <a:pt x="1255" y="1"/>
                    <a:pt x="102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29"/>
            <p:cNvSpPr/>
            <p:nvPr/>
          </p:nvSpPr>
          <p:spPr>
            <a:xfrm>
              <a:off x="2168100" y="5329700"/>
              <a:ext cx="44225" cy="16700"/>
            </a:xfrm>
            <a:custGeom>
              <a:rect b="b" l="l" r="r" t="t"/>
              <a:pathLst>
                <a:path extrusionOk="0" h="668" w="1769">
                  <a:moveTo>
                    <a:pt x="1029" y="0"/>
                  </a:moveTo>
                  <a:cubicBezTo>
                    <a:pt x="652" y="0"/>
                    <a:pt x="290" y="204"/>
                    <a:pt x="41" y="554"/>
                  </a:cubicBezTo>
                  <a:cubicBezTo>
                    <a:pt x="0" y="612"/>
                    <a:pt x="55" y="667"/>
                    <a:pt x="111" y="667"/>
                  </a:cubicBezTo>
                  <a:cubicBezTo>
                    <a:pt x="135" y="667"/>
                    <a:pt x="159" y="657"/>
                    <a:pt x="177" y="633"/>
                  </a:cubicBezTo>
                  <a:cubicBezTo>
                    <a:pt x="393" y="329"/>
                    <a:pt x="701" y="159"/>
                    <a:pt x="1021" y="159"/>
                  </a:cubicBezTo>
                  <a:cubicBezTo>
                    <a:pt x="1223" y="159"/>
                    <a:pt x="1431" y="227"/>
                    <a:pt x="1624" y="371"/>
                  </a:cubicBezTo>
                  <a:cubicBezTo>
                    <a:pt x="1638" y="382"/>
                    <a:pt x="1652" y="386"/>
                    <a:pt x="1665" y="386"/>
                  </a:cubicBezTo>
                  <a:cubicBezTo>
                    <a:pt x="1727" y="386"/>
                    <a:pt x="1769" y="285"/>
                    <a:pt x="1704" y="236"/>
                  </a:cubicBezTo>
                  <a:cubicBezTo>
                    <a:pt x="1488" y="74"/>
                    <a:pt x="1256" y="0"/>
                    <a:pt x="102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29"/>
            <p:cNvSpPr/>
            <p:nvPr/>
          </p:nvSpPr>
          <p:spPr>
            <a:xfrm>
              <a:off x="2190625" y="5336275"/>
              <a:ext cx="44250" cy="16700"/>
            </a:xfrm>
            <a:custGeom>
              <a:rect b="b" l="l" r="r" t="t"/>
              <a:pathLst>
                <a:path extrusionOk="0" h="668" w="1770">
                  <a:moveTo>
                    <a:pt x="1028" y="0"/>
                  </a:moveTo>
                  <a:cubicBezTo>
                    <a:pt x="653" y="0"/>
                    <a:pt x="291" y="204"/>
                    <a:pt x="41" y="554"/>
                  </a:cubicBezTo>
                  <a:cubicBezTo>
                    <a:pt x="1" y="612"/>
                    <a:pt x="55" y="668"/>
                    <a:pt x="112" y="668"/>
                  </a:cubicBezTo>
                  <a:cubicBezTo>
                    <a:pt x="136" y="668"/>
                    <a:pt x="160" y="658"/>
                    <a:pt x="177" y="633"/>
                  </a:cubicBezTo>
                  <a:cubicBezTo>
                    <a:pt x="394" y="329"/>
                    <a:pt x="701" y="159"/>
                    <a:pt x="1022" y="159"/>
                  </a:cubicBezTo>
                  <a:cubicBezTo>
                    <a:pt x="1224" y="159"/>
                    <a:pt x="1431" y="227"/>
                    <a:pt x="1624" y="371"/>
                  </a:cubicBezTo>
                  <a:cubicBezTo>
                    <a:pt x="1639" y="382"/>
                    <a:pt x="1653" y="386"/>
                    <a:pt x="1666" y="386"/>
                  </a:cubicBezTo>
                  <a:cubicBezTo>
                    <a:pt x="1728" y="386"/>
                    <a:pt x="1769" y="285"/>
                    <a:pt x="1703" y="237"/>
                  </a:cubicBezTo>
                  <a:cubicBezTo>
                    <a:pt x="1488" y="75"/>
                    <a:pt x="1255" y="0"/>
                    <a:pt x="102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29"/>
            <p:cNvSpPr/>
            <p:nvPr/>
          </p:nvSpPr>
          <p:spPr>
            <a:xfrm>
              <a:off x="1943525" y="4046150"/>
              <a:ext cx="302075" cy="1165550"/>
            </a:xfrm>
            <a:custGeom>
              <a:rect b="b" l="l" r="r" t="t"/>
              <a:pathLst>
                <a:path extrusionOk="0" h="46622" w="12083">
                  <a:moveTo>
                    <a:pt x="9280" y="1"/>
                  </a:moveTo>
                  <a:lnTo>
                    <a:pt x="1" y="2671"/>
                  </a:lnTo>
                  <a:lnTo>
                    <a:pt x="2717" y="23031"/>
                  </a:lnTo>
                  <a:lnTo>
                    <a:pt x="1452" y="46622"/>
                  </a:lnTo>
                  <a:lnTo>
                    <a:pt x="9789" y="46622"/>
                  </a:lnTo>
                  <a:lnTo>
                    <a:pt x="12082" y="22141"/>
                  </a:lnTo>
                  <a:lnTo>
                    <a:pt x="928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29"/>
            <p:cNvSpPr/>
            <p:nvPr/>
          </p:nvSpPr>
          <p:spPr>
            <a:xfrm>
              <a:off x="2108775" y="4101600"/>
              <a:ext cx="90200" cy="122375"/>
            </a:xfrm>
            <a:custGeom>
              <a:rect b="b" l="l" r="r" t="t"/>
              <a:pathLst>
                <a:path extrusionOk="0" h="4895" w="3608">
                  <a:moveTo>
                    <a:pt x="183" y="0"/>
                  </a:moveTo>
                  <a:cubicBezTo>
                    <a:pt x="91" y="0"/>
                    <a:pt x="0" y="73"/>
                    <a:pt x="38" y="184"/>
                  </a:cubicBezTo>
                  <a:cubicBezTo>
                    <a:pt x="647" y="1999"/>
                    <a:pt x="1400" y="4064"/>
                    <a:pt x="3299" y="4880"/>
                  </a:cubicBezTo>
                  <a:cubicBezTo>
                    <a:pt x="3321" y="4890"/>
                    <a:pt x="3343" y="4894"/>
                    <a:pt x="3364" y="4894"/>
                  </a:cubicBezTo>
                  <a:cubicBezTo>
                    <a:pt x="3509" y="4894"/>
                    <a:pt x="3607" y="4687"/>
                    <a:pt x="3451" y="4620"/>
                  </a:cubicBezTo>
                  <a:cubicBezTo>
                    <a:pt x="1624" y="3833"/>
                    <a:pt x="914" y="1850"/>
                    <a:pt x="329" y="104"/>
                  </a:cubicBezTo>
                  <a:cubicBezTo>
                    <a:pt x="304" y="32"/>
                    <a:pt x="244" y="0"/>
                    <a:pt x="1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9"/>
            <p:cNvSpPr/>
            <p:nvPr/>
          </p:nvSpPr>
          <p:spPr>
            <a:xfrm>
              <a:off x="2159425" y="4593525"/>
              <a:ext cx="83950" cy="16975"/>
            </a:xfrm>
            <a:custGeom>
              <a:rect b="b" l="l" r="r" t="t"/>
              <a:pathLst>
                <a:path extrusionOk="0" h="679" w="3358">
                  <a:moveTo>
                    <a:pt x="3134" y="1"/>
                  </a:moveTo>
                  <a:cubicBezTo>
                    <a:pt x="3100" y="1"/>
                    <a:pt x="3065" y="13"/>
                    <a:pt x="3033" y="43"/>
                  </a:cubicBezTo>
                  <a:cubicBezTo>
                    <a:pt x="2778" y="281"/>
                    <a:pt x="2341" y="335"/>
                    <a:pt x="2010" y="361"/>
                  </a:cubicBezTo>
                  <a:cubicBezTo>
                    <a:pt x="1889" y="371"/>
                    <a:pt x="1768" y="376"/>
                    <a:pt x="1647" y="376"/>
                  </a:cubicBezTo>
                  <a:cubicBezTo>
                    <a:pt x="1178" y="376"/>
                    <a:pt x="712" y="307"/>
                    <a:pt x="256" y="197"/>
                  </a:cubicBezTo>
                  <a:cubicBezTo>
                    <a:pt x="243" y="194"/>
                    <a:pt x="229" y="192"/>
                    <a:pt x="217" y="192"/>
                  </a:cubicBezTo>
                  <a:cubicBezTo>
                    <a:pt x="57" y="192"/>
                    <a:pt x="1" y="446"/>
                    <a:pt x="175" y="488"/>
                  </a:cubicBezTo>
                  <a:cubicBezTo>
                    <a:pt x="654" y="603"/>
                    <a:pt x="1149" y="678"/>
                    <a:pt x="1643" y="678"/>
                  </a:cubicBezTo>
                  <a:cubicBezTo>
                    <a:pt x="1812" y="678"/>
                    <a:pt x="1981" y="670"/>
                    <a:pt x="2149" y="651"/>
                  </a:cubicBezTo>
                  <a:cubicBezTo>
                    <a:pt x="2527" y="607"/>
                    <a:pt x="2959" y="526"/>
                    <a:pt x="3247" y="257"/>
                  </a:cubicBezTo>
                  <a:cubicBezTo>
                    <a:pt x="3358" y="153"/>
                    <a:pt x="3253" y="1"/>
                    <a:pt x="31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29"/>
            <p:cNvSpPr/>
            <p:nvPr/>
          </p:nvSpPr>
          <p:spPr>
            <a:xfrm>
              <a:off x="1973225" y="4159475"/>
              <a:ext cx="80225" cy="1014775"/>
            </a:xfrm>
            <a:custGeom>
              <a:rect b="b" l="l" r="r" t="t"/>
              <a:pathLst>
                <a:path extrusionOk="0" h="40591" w="3209">
                  <a:moveTo>
                    <a:pt x="137" y="0"/>
                  </a:moveTo>
                  <a:cubicBezTo>
                    <a:pt x="130" y="0"/>
                    <a:pt x="123" y="1"/>
                    <a:pt x="115" y="2"/>
                  </a:cubicBezTo>
                  <a:cubicBezTo>
                    <a:pt x="47" y="13"/>
                    <a:pt x="0" y="78"/>
                    <a:pt x="12" y="147"/>
                  </a:cubicBezTo>
                  <a:lnTo>
                    <a:pt x="2957" y="17823"/>
                  </a:lnTo>
                  <a:lnTo>
                    <a:pt x="1785" y="40457"/>
                  </a:lnTo>
                  <a:cubicBezTo>
                    <a:pt x="1781" y="40527"/>
                    <a:pt x="1835" y="40586"/>
                    <a:pt x="1904" y="40589"/>
                  </a:cubicBezTo>
                  <a:lnTo>
                    <a:pt x="1911" y="40589"/>
                  </a:lnTo>
                  <a:lnTo>
                    <a:pt x="1911" y="40590"/>
                  </a:lnTo>
                  <a:cubicBezTo>
                    <a:pt x="1977" y="40590"/>
                    <a:pt x="2032" y="40537"/>
                    <a:pt x="2037" y="40471"/>
                  </a:cubicBezTo>
                  <a:lnTo>
                    <a:pt x="3209" y="17822"/>
                  </a:lnTo>
                  <a:cubicBezTo>
                    <a:pt x="3209" y="17813"/>
                    <a:pt x="3209" y="17804"/>
                    <a:pt x="3208" y="17795"/>
                  </a:cubicBezTo>
                  <a:lnTo>
                    <a:pt x="260" y="105"/>
                  </a:lnTo>
                  <a:cubicBezTo>
                    <a:pt x="250" y="43"/>
                    <a:pt x="197" y="0"/>
                    <a:pt x="1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29"/>
            <p:cNvSpPr/>
            <p:nvPr/>
          </p:nvSpPr>
          <p:spPr>
            <a:xfrm>
              <a:off x="1919425" y="4118000"/>
              <a:ext cx="76025" cy="141675"/>
            </a:xfrm>
            <a:custGeom>
              <a:rect b="b" l="l" r="r" t="t"/>
              <a:pathLst>
                <a:path extrusionOk="0" h="5667" w="3041">
                  <a:moveTo>
                    <a:pt x="135" y="0"/>
                  </a:moveTo>
                  <a:cubicBezTo>
                    <a:pt x="129" y="0"/>
                    <a:pt x="124" y="1"/>
                    <a:pt x="119" y="1"/>
                  </a:cubicBezTo>
                  <a:cubicBezTo>
                    <a:pt x="50" y="9"/>
                    <a:pt x="1" y="72"/>
                    <a:pt x="8" y="142"/>
                  </a:cubicBezTo>
                  <a:cubicBezTo>
                    <a:pt x="61" y="592"/>
                    <a:pt x="538" y="4564"/>
                    <a:pt x="1257" y="5232"/>
                  </a:cubicBezTo>
                  <a:cubicBezTo>
                    <a:pt x="1628" y="5576"/>
                    <a:pt x="2034" y="5666"/>
                    <a:pt x="2355" y="5666"/>
                  </a:cubicBezTo>
                  <a:cubicBezTo>
                    <a:pt x="2686" y="5666"/>
                    <a:pt x="2927" y="5571"/>
                    <a:pt x="2945" y="5563"/>
                  </a:cubicBezTo>
                  <a:cubicBezTo>
                    <a:pt x="3010" y="5537"/>
                    <a:pt x="3041" y="5463"/>
                    <a:pt x="3014" y="5399"/>
                  </a:cubicBezTo>
                  <a:cubicBezTo>
                    <a:pt x="2994" y="5350"/>
                    <a:pt x="2947" y="5320"/>
                    <a:pt x="2898" y="5320"/>
                  </a:cubicBezTo>
                  <a:cubicBezTo>
                    <a:pt x="2882" y="5320"/>
                    <a:pt x="2866" y="5323"/>
                    <a:pt x="2850" y="5330"/>
                  </a:cubicBezTo>
                  <a:cubicBezTo>
                    <a:pt x="2846" y="5331"/>
                    <a:pt x="2642" y="5412"/>
                    <a:pt x="2358" y="5412"/>
                  </a:cubicBezTo>
                  <a:cubicBezTo>
                    <a:pt x="2086" y="5412"/>
                    <a:pt x="1741" y="5338"/>
                    <a:pt x="1428" y="5047"/>
                  </a:cubicBezTo>
                  <a:cubicBezTo>
                    <a:pt x="878" y="4536"/>
                    <a:pt x="397" y="1312"/>
                    <a:pt x="258" y="112"/>
                  </a:cubicBezTo>
                  <a:cubicBezTo>
                    <a:pt x="251" y="48"/>
                    <a:pt x="197" y="0"/>
                    <a:pt x="1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29"/>
            <p:cNvSpPr/>
            <p:nvPr/>
          </p:nvSpPr>
          <p:spPr>
            <a:xfrm>
              <a:off x="1970350" y="5163425"/>
              <a:ext cx="233875" cy="58475"/>
            </a:xfrm>
            <a:custGeom>
              <a:rect b="b" l="l" r="r" t="t"/>
              <a:pathLst>
                <a:path extrusionOk="0" h="2339" w="9355">
                  <a:moveTo>
                    <a:pt x="9354" y="0"/>
                  </a:moveTo>
                  <a:lnTo>
                    <a:pt x="24" y="256"/>
                  </a:lnTo>
                  <a:lnTo>
                    <a:pt x="0" y="2338"/>
                  </a:lnTo>
                  <a:lnTo>
                    <a:pt x="9271" y="2122"/>
                  </a:lnTo>
                  <a:lnTo>
                    <a:pt x="935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29"/>
            <p:cNvSpPr/>
            <p:nvPr/>
          </p:nvSpPr>
          <p:spPr>
            <a:xfrm>
              <a:off x="1728800" y="3277775"/>
              <a:ext cx="341700" cy="216700"/>
            </a:xfrm>
            <a:custGeom>
              <a:rect b="b" l="l" r="r" t="t"/>
              <a:pathLst>
                <a:path extrusionOk="0" h="8668" w="13668">
                  <a:moveTo>
                    <a:pt x="6047" y="1"/>
                  </a:moveTo>
                  <a:cubicBezTo>
                    <a:pt x="5376" y="1"/>
                    <a:pt x="4712" y="128"/>
                    <a:pt x="4081" y="418"/>
                  </a:cubicBezTo>
                  <a:cubicBezTo>
                    <a:pt x="0" y="2290"/>
                    <a:pt x="2597" y="5755"/>
                    <a:pt x="2597" y="5755"/>
                  </a:cubicBezTo>
                  <a:cubicBezTo>
                    <a:pt x="4724" y="7872"/>
                    <a:pt x="7088" y="8668"/>
                    <a:pt x="9081" y="8668"/>
                  </a:cubicBezTo>
                  <a:cubicBezTo>
                    <a:pt x="11692" y="8668"/>
                    <a:pt x="13668" y="7302"/>
                    <a:pt x="13640" y="5755"/>
                  </a:cubicBezTo>
                  <a:cubicBezTo>
                    <a:pt x="13604" y="3805"/>
                    <a:pt x="9714" y="1"/>
                    <a:pt x="604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29"/>
            <p:cNvSpPr/>
            <p:nvPr/>
          </p:nvSpPr>
          <p:spPr>
            <a:xfrm>
              <a:off x="1675000" y="3365550"/>
              <a:ext cx="489725" cy="642375"/>
            </a:xfrm>
            <a:custGeom>
              <a:rect b="b" l="l" r="r" t="t"/>
              <a:pathLst>
                <a:path extrusionOk="0" h="25695" w="19589">
                  <a:moveTo>
                    <a:pt x="9072" y="0"/>
                  </a:moveTo>
                  <a:cubicBezTo>
                    <a:pt x="9072" y="0"/>
                    <a:pt x="7719" y="541"/>
                    <a:pt x="6145" y="1369"/>
                  </a:cubicBezTo>
                  <a:cubicBezTo>
                    <a:pt x="5441" y="1738"/>
                    <a:pt x="4691" y="2166"/>
                    <a:pt x="3999" y="2629"/>
                  </a:cubicBezTo>
                  <a:cubicBezTo>
                    <a:pt x="3955" y="2658"/>
                    <a:pt x="3911" y="2688"/>
                    <a:pt x="3868" y="2717"/>
                  </a:cubicBezTo>
                  <a:cubicBezTo>
                    <a:pt x="3266" y="3128"/>
                    <a:pt x="2713" y="3564"/>
                    <a:pt x="2278" y="4011"/>
                  </a:cubicBezTo>
                  <a:cubicBezTo>
                    <a:pt x="2242" y="4048"/>
                    <a:pt x="2206" y="4085"/>
                    <a:pt x="2172" y="4124"/>
                  </a:cubicBezTo>
                  <a:cubicBezTo>
                    <a:pt x="1772" y="4554"/>
                    <a:pt x="1487" y="4994"/>
                    <a:pt x="1375" y="5429"/>
                  </a:cubicBezTo>
                  <a:cubicBezTo>
                    <a:pt x="799" y="7683"/>
                    <a:pt x="446" y="10029"/>
                    <a:pt x="245" y="12294"/>
                  </a:cubicBezTo>
                  <a:lnTo>
                    <a:pt x="245" y="12296"/>
                  </a:lnTo>
                  <a:cubicBezTo>
                    <a:pt x="188" y="12925"/>
                    <a:pt x="144" y="13548"/>
                    <a:pt x="109" y="14160"/>
                  </a:cubicBezTo>
                  <a:cubicBezTo>
                    <a:pt x="106" y="14213"/>
                    <a:pt x="103" y="14267"/>
                    <a:pt x="100" y="14319"/>
                  </a:cubicBezTo>
                  <a:cubicBezTo>
                    <a:pt x="53" y="15180"/>
                    <a:pt x="26" y="16019"/>
                    <a:pt x="15" y="16828"/>
                  </a:cubicBezTo>
                  <a:cubicBezTo>
                    <a:pt x="12" y="16974"/>
                    <a:pt x="10" y="17117"/>
                    <a:pt x="9" y="17261"/>
                  </a:cubicBezTo>
                  <a:cubicBezTo>
                    <a:pt x="9" y="17321"/>
                    <a:pt x="8" y="17381"/>
                    <a:pt x="8" y="17440"/>
                  </a:cubicBezTo>
                  <a:cubicBezTo>
                    <a:pt x="1" y="18650"/>
                    <a:pt x="26" y="19778"/>
                    <a:pt x="67" y="20790"/>
                  </a:cubicBezTo>
                  <a:cubicBezTo>
                    <a:pt x="188" y="23745"/>
                    <a:pt x="449" y="25695"/>
                    <a:pt x="449" y="25695"/>
                  </a:cubicBezTo>
                  <a:lnTo>
                    <a:pt x="8575" y="24747"/>
                  </a:lnTo>
                  <a:lnTo>
                    <a:pt x="8741" y="24727"/>
                  </a:lnTo>
                  <a:lnTo>
                    <a:pt x="15554" y="23933"/>
                  </a:lnTo>
                  <a:lnTo>
                    <a:pt x="15713" y="23914"/>
                  </a:lnTo>
                  <a:lnTo>
                    <a:pt x="18543" y="23584"/>
                  </a:lnTo>
                  <a:cubicBezTo>
                    <a:pt x="17897" y="23407"/>
                    <a:pt x="17756" y="21405"/>
                    <a:pt x="17865" y="18756"/>
                  </a:cubicBezTo>
                  <a:cubicBezTo>
                    <a:pt x="17866" y="18707"/>
                    <a:pt x="17869" y="18656"/>
                    <a:pt x="17872" y="18606"/>
                  </a:cubicBezTo>
                  <a:cubicBezTo>
                    <a:pt x="17905" y="17853"/>
                    <a:pt x="17957" y="17050"/>
                    <a:pt x="18024" y="16225"/>
                  </a:cubicBezTo>
                  <a:cubicBezTo>
                    <a:pt x="18029" y="16165"/>
                    <a:pt x="18034" y="16103"/>
                    <a:pt x="18040" y="16041"/>
                  </a:cubicBezTo>
                  <a:cubicBezTo>
                    <a:pt x="18064" y="15748"/>
                    <a:pt x="18090" y="15450"/>
                    <a:pt x="18117" y="15152"/>
                  </a:cubicBezTo>
                  <a:cubicBezTo>
                    <a:pt x="18126" y="15054"/>
                    <a:pt x="18135" y="14956"/>
                    <a:pt x="18145" y="14857"/>
                  </a:cubicBezTo>
                  <a:lnTo>
                    <a:pt x="18145" y="14853"/>
                  </a:lnTo>
                  <a:cubicBezTo>
                    <a:pt x="18301" y="13211"/>
                    <a:pt x="18497" y="11535"/>
                    <a:pt x="18692" y="10021"/>
                  </a:cubicBezTo>
                  <a:cubicBezTo>
                    <a:pt x="18904" y="8375"/>
                    <a:pt x="19113" y="6922"/>
                    <a:pt x="19266" y="5913"/>
                  </a:cubicBezTo>
                  <a:cubicBezTo>
                    <a:pt x="19275" y="5849"/>
                    <a:pt x="19285" y="5788"/>
                    <a:pt x="19294" y="5729"/>
                  </a:cubicBezTo>
                  <a:cubicBezTo>
                    <a:pt x="19388" y="5113"/>
                    <a:pt x="19456" y="4689"/>
                    <a:pt x="19486" y="4526"/>
                  </a:cubicBezTo>
                  <a:lnTo>
                    <a:pt x="19484" y="4526"/>
                  </a:lnTo>
                  <a:cubicBezTo>
                    <a:pt x="19589" y="3941"/>
                    <a:pt x="17953" y="3102"/>
                    <a:pt x="15949" y="2306"/>
                  </a:cubicBezTo>
                  <a:cubicBezTo>
                    <a:pt x="15897" y="2286"/>
                    <a:pt x="15844" y="2265"/>
                    <a:pt x="15792" y="2244"/>
                  </a:cubicBezTo>
                  <a:cubicBezTo>
                    <a:pt x="15140" y="1988"/>
                    <a:pt x="14454" y="1738"/>
                    <a:pt x="13778" y="1501"/>
                  </a:cubicBezTo>
                  <a:cubicBezTo>
                    <a:pt x="11352" y="653"/>
                    <a:pt x="9072" y="0"/>
                    <a:pt x="90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29"/>
            <p:cNvSpPr/>
            <p:nvPr/>
          </p:nvSpPr>
          <p:spPr>
            <a:xfrm>
              <a:off x="1844575" y="3444775"/>
              <a:ext cx="184800" cy="60000"/>
            </a:xfrm>
            <a:custGeom>
              <a:rect b="b" l="l" r="r" t="t"/>
              <a:pathLst>
                <a:path extrusionOk="0" h="2400" w="7392">
                  <a:moveTo>
                    <a:pt x="118" y="0"/>
                  </a:moveTo>
                  <a:cubicBezTo>
                    <a:pt x="55" y="0"/>
                    <a:pt x="0" y="77"/>
                    <a:pt x="60" y="124"/>
                  </a:cubicBezTo>
                  <a:cubicBezTo>
                    <a:pt x="1178" y="1008"/>
                    <a:pt x="2373" y="1902"/>
                    <a:pt x="3781" y="2251"/>
                  </a:cubicBezTo>
                  <a:cubicBezTo>
                    <a:pt x="4171" y="2347"/>
                    <a:pt x="4575" y="2399"/>
                    <a:pt x="4976" y="2399"/>
                  </a:cubicBezTo>
                  <a:cubicBezTo>
                    <a:pt x="5818" y="2399"/>
                    <a:pt x="6651" y="2170"/>
                    <a:pt x="7330" y="1642"/>
                  </a:cubicBezTo>
                  <a:cubicBezTo>
                    <a:pt x="7391" y="1595"/>
                    <a:pt x="7336" y="1518"/>
                    <a:pt x="7272" y="1518"/>
                  </a:cubicBezTo>
                  <a:cubicBezTo>
                    <a:pt x="7256" y="1518"/>
                    <a:pt x="7239" y="1523"/>
                    <a:pt x="7223" y="1535"/>
                  </a:cubicBezTo>
                  <a:cubicBezTo>
                    <a:pt x="6580" y="2036"/>
                    <a:pt x="5787" y="2249"/>
                    <a:pt x="4986" y="2249"/>
                  </a:cubicBezTo>
                  <a:cubicBezTo>
                    <a:pt x="4541" y="2249"/>
                    <a:pt x="4094" y="2183"/>
                    <a:pt x="3669" y="2065"/>
                  </a:cubicBezTo>
                  <a:cubicBezTo>
                    <a:pt x="2352" y="1695"/>
                    <a:pt x="1225" y="854"/>
                    <a:pt x="167" y="18"/>
                  </a:cubicBezTo>
                  <a:cubicBezTo>
                    <a:pt x="151" y="6"/>
                    <a:pt x="134" y="0"/>
                    <a:pt x="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29"/>
            <p:cNvSpPr/>
            <p:nvPr/>
          </p:nvSpPr>
          <p:spPr>
            <a:xfrm>
              <a:off x="1673062" y="3677300"/>
              <a:ext cx="584575" cy="494025"/>
            </a:xfrm>
            <a:custGeom>
              <a:rect b="b" l="l" r="r" t="t"/>
              <a:pathLst>
                <a:path extrusionOk="0" h="19761" w="23383">
                  <a:moveTo>
                    <a:pt x="647" y="0"/>
                  </a:moveTo>
                  <a:cubicBezTo>
                    <a:pt x="647" y="0"/>
                    <a:pt x="431" y="1833"/>
                    <a:pt x="265" y="4372"/>
                  </a:cubicBezTo>
                  <a:cubicBezTo>
                    <a:pt x="188" y="5571"/>
                    <a:pt x="121" y="6926"/>
                    <a:pt x="92" y="8320"/>
                  </a:cubicBezTo>
                  <a:cubicBezTo>
                    <a:pt x="0" y="12975"/>
                    <a:pt x="345" y="18057"/>
                    <a:pt x="2169" y="19144"/>
                  </a:cubicBezTo>
                  <a:cubicBezTo>
                    <a:pt x="2843" y="19545"/>
                    <a:pt x="4627" y="19760"/>
                    <a:pt x="6848" y="19760"/>
                  </a:cubicBezTo>
                  <a:cubicBezTo>
                    <a:pt x="13283" y="19760"/>
                    <a:pt x="23382" y="17957"/>
                    <a:pt x="20720" y="13657"/>
                  </a:cubicBezTo>
                  <a:cubicBezTo>
                    <a:pt x="18330" y="9799"/>
                    <a:pt x="18172" y="4015"/>
                    <a:pt x="18169" y="2670"/>
                  </a:cubicBezTo>
                  <a:cubicBezTo>
                    <a:pt x="18169" y="2507"/>
                    <a:pt x="18171" y="2409"/>
                    <a:pt x="18171" y="2387"/>
                  </a:cubicBezTo>
                  <a:lnTo>
                    <a:pt x="18171" y="2383"/>
                  </a:lnTo>
                  <a:lnTo>
                    <a:pt x="64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29"/>
            <p:cNvSpPr/>
            <p:nvPr/>
          </p:nvSpPr>
          <p:spPr>
            <a:xfrm>
              <a:off x="1677475" y="3465800"/>
              <a:ext cx="117350" cy="257775"/>
            </a:xfrm>
            <a:custGeom>
              <a:rect b="b" l="l" r="r" t="t"/>
              <a:pathLst>
                <a:path extrusionOk="0" h="10311" w="4694">
                  <a:moveTo>
                    <a:pt x="2179" y="1"/>
                  </a:moveTo>
                  <a:cubicBezTo>
                    <a:pt x="2143" y="39"/>
                    <a:pt x="2107" y="75"/>
                    <a:pt x="2073" y="114"/>
                  </a:cubicBezTo>
                  <a:cubicBezTo>
                    <a:pt x="3293" y="893"/>
                    <a:pt x="4092" y="2186"/>
                    <a:pt x="4343" y="3614"/>
                  </a:cubicBezTo>
                  <a:cubicBezTo>
                    <a:pt x="4613" y="5152"/>
                    <a:pt x="4222" y="6733"/>
                    <a:pt x="3268" y="7968"/>
                  </a:cubicBezTo>
                  <a:cubicBezTo>
                    <a:pt x="3055" y="8244"/>
                    <a:pt x="2818" y="8502"/>
                    <a:pt x="2559" y="8737"/>
                  </a:cubicBezTo>
                  <a:cubicBezTo>
                    <a:pt x="1927" y="9317"/>
                    <a:pt x="1173" y="9768"/>
                    <a:pt x="361" y="10043"/>
                  </a:cubicBezTo>
                  <a:cubicBezTo>
                    <a:pt x="245" y="10083"/>
                    <a:pt x="127" y="10119"/>
                    <a:pt x="10" y="10150"/>
                  </a:cubicBezTo>
                  <a:cubicBezTo>
                    <a:pt x="7" y="10204"/>
                    <a:pt x="4" y="10257"/>
                    <a:pt x="0" y="10310"/>
                  </a:cubicBezTo>
                  <a:cubicBezTo>
                    <a:pt x="116" y="10280"/>
                    <a:pt x="232" y="10246"/>
                    <a:pt x="345" y="10210"/>
                  </a:cubicBezTo>
                  <a:cubicBezTo>
                    <a:pt x="1242" y="9916"/>
                    <a:pt x="2073" y="9411"/>
                    <a:pt x="2753" y="8764"/>
                  </a:cubicBezTo>
                  <a:cubicBezTo>
                    <a:pt x="2839" y="8683"/>
                    <a:pt x="2921" y="8598"/>
                    <a:pt x="3002" y="8513"/>
                  </a:cubicBezTo>
                  <a:cubicBezTo>
                    <a:pt x="4115" y="7329"/>
                    <a:pt x="4693" y="5740"/>
                    <a:pt x="4558" y="4116"/>
                  </a:cubicBezTo>
                  <a:cubicBezTo>
                    <a:pt x="4427" y="2534"/>
                    <a:pt x="3648" y="1014"/>
                    <a:pt x="2330" y="102"/>
                  </a:cubicBezTo>
                  <a:cubicBezTo>
                    <a:pt x="2281" y="68"/>
                    <a:pt x="2231" y="34"/>
                    <a:pt x="217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29"/>
            <p:cNvSpPr/>
            <p:nvPr/>
          </p:nvSpPr>
          <p:spPr>
            <a:xfrm>
              <a:off x="2065800" y="3508750"/>
              <a:ext cx="91550" cy="266175"/>
            </a:xfrm>
            <a:custGeom>
              <a:rect b="b" l="l" r="r" t="t"/>
              <a:pathLst>
                <a:path extrusionOk="0" h="10647" w="3662">
                  <a:moveTo>
                    <a:pt x="3662" y="1"/>
                  </a:moveTo>
                  <a:lnTo>
                    <a:pt x="3662" y="1"/>
                  </a:lnTo>
                  <a:cubicBezTo>
                    <a:pt x="1987" y="873"/>
                    <a:pt x="721" y="2524"/>
                    <a:pt x="397" y="4415"/>
                  </a:cubicBezTo>
                  <a:cubicBezTo>
                    <a:pt x="126" y="6001"/>
                    <a:pt x="452" y="7594"/>
                    <a:pt x="1219" y="8948"/>
                  </a:cubicBezTo>
                  <a:cubicBezTo>
                    <a:pt x="1538" y="9513"/>
                    <a:pt x="1932" y="10034"/>
                    <a:pt x="2392" y="10497"/>
                  </a:cubicBezTo>
                  <a:cubicBezTo>
                    <a:pt x="2442" y="10548"/>
                    <a:pt x="2493" y="10598"/>
                    <a:pt x="2546" y="10646"/>
                  </a:cubicBezTo>
                  <a:cubicBezTo>
                    <a:pt x="2541" y="10576"/>
                    <a:pt x="2539" y="10507"/>
                    <a:pt x="2536" y="10442"/>
                  </a:cubicBezTo>
                  <a:cubicBezTo>
                    <a:pt x="2492" y="10400"/>
                    <a:pt x="2449" y="10357"/>
                    <a:pt x="2408" y="10313"/>
                  </a:cubicBezTo>
                  <a:cubicBezTo>
                    <a:pt x="2046" y="9945"/>
                    <a:pt x="1725" y="9534"/>
                    <a:pt x="1453" y="9082"/>
                  </a:cubicBezTo>
                  <a:cubicBezTo>
                    <a:pt x="1432" y="9045"/>
                    <a:pt x="1410" y="9009"/>
                    <a:pt x="1389" y="8971"/>
                  </a:cubicBezTo>
                  <a:lnTo>
                    <a:pt x="1388" y="8971"/>
                  </a:lnTo>
                  <a:cubicBezTo>
                    <a:pt x="1" y="6564"/>
                    <a:pt x="143" y="3431"/>
                    <a:pt x="2096" y="1368"/>
                  </a:cubicBezTo>
                  <a:cubicBezTo>
                    <a:pt x="2545" y="895"/>
                    <a:pt x="3065" y="494"/>
                    <a:pt x="3633" y="185"/>
                  </a:cubicBezTo>
                  <a:cubicBezTo>
                    <a:pt x="3643" y="121"/>
                    <a:pt x="3652" y="60"/>
                    <a:pt x="36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29"/>
            <p:cNvSpPr/>
            <p:nvPr/>
          </p:nvSpPr>
          <p:spPr>
            <a:xfrm>
              <a:off x="1675200" y="3769650"/>
              <a:ext cx="244600" cy="361975"/>
            </a:xfrm>
            <a:custGeom>
              <a:rect b="b" l="l" r="r" t="t"/>
              <a:pathLst>
                <a:path extrusionOk="0" h="14479" w="9784">
                  <a:moveTo>
                    <a:pt x="3579" y="0"/>
                  </a:moveTo>
                  <a:cubicBezTo>
                    <a:pt x="2386" y="0"/>
                    <a:pt x="1228" y="357"/>
                    <a:pt x="214" y="965"/>
                  </a:cubicBezTo>
                  <a:cubicBezTo>
                    <a:pt x="142" y="1008"/>
                    <a:pt x="71" y="1052"/>
                    <a:pt x="1" y="1097"/>
                  </a:cubicBezTo>
                  <a:cubicBezTo>
                    <a:pt x="1" y="1157"/>
                    <a:pt x="0" y="1217"/>
                    <a:pt x="0" y="1276"/>
                  </a:cubicBezTo>
                  <a:cubicBezTo>
                    <a:pt x="66" y="1231"/>
                    <a:pt x="134" y="1189"/>
                    <a:pt x="203" y="1147"/>
                  </a:cubicBezTo>
                  <a:cubicBezTo>
                    <a:pt x="1029" y="635"/>
                    <a:pt x="1959" y="296"/>
                    <a:pt x="2933" y="188"/>
                  </a:cubicBezTo>
                  <a:cubicBezTo>
                    <a:pt x="3136" y="166"/>
                    <a:pt x="3339" y="155"/>
                    <a:pt x="3541" y="155"/>
                  </a:cubicBezTo>
                  <a:cubicBezTo>
                    <a:pt x="5588" y="155"/>
                    <a:pt x="7567" y="1281"/>
                    <a:pt x="8618" y="3053"/>
                  </a:cubicBezTo>
                  <a:cubicBezTo>
                    <a:pt x="9224" y="4072"/>
                    <a:pt x="9451" y="5253"/>
                    <a:pt x="9283" y="6426"/>
                  </a:cubicBezTo>
                  <a:cubicBezTo>
                    <a:pt x="9175" y="7182"/>
                    <a:pt x="8918" y="7906"/>
                    <a:pt x="8567" y="8583"/>
                  </a:cubicBezTo>
                  <a:cubicBezTo>
                    <a:pt x="8343" y="9014"/>
                    <a:pt x="8082" y="9424"/>
                    <a:pt x="7794" y="9813"/>
                  </a:cubicBezTo>
                  <a:cubicBezTo>
                    <a:pt x="6276" y="11869"/>
                    <a:pt x="3992" y="13504"/>
                    <a:pt x="1545" y="14244"/>
                  </a:cubicBezTo>
                  <a:cubicBezTo>
                    <a:pt x="1432" y="14279"/>
                    <a:pt x="1318" y="14311"/>
                    <a:pt x="1203" y="14341"/>
                  </a:cubicBezTo>
                  <a:cubicBezTo>
                    <a:pt x="1227" y="14388"/>
                    <a:pt x="1251" y="14434"/>
                    <a:pt x="1277" y="14479"/>
                  </a:cubicBezTo>
                  <a:cubicBezTo>
                    <a:pt x="3650" y="13843"/>
                    <a:pt x="5837" y="12369"/>
                    <a:pt x="7425" y="10518"/>
                  </a:cubicBezTo>
                  <a:cubicBezTo>
                    <a:pt x="7929" y="9928"/>
                    <a:pt x="8383" y="9268"/>
                    <a:pt x="8733" y="8563"/>
                  </a:cubicBezTo>
                  <a:cubicBezTo>
                    <a:pt x="9499" y="7027"/>
                    <a:pt x="9784" y="5286"/>
                    <a:pt x="9081" y="3632"/>
                  </a:cubicBezTo>
                  <a:cubicBezTo>
                    <a:pt x="8204" y="1567"/>
                    <a:pt x="6063" y="95"/>
                    <a:pt x="3825" y="6"/>
                  </a:cubicBezTo>
                  <a:cubicBezTo>
                    <a:pt x="3743" y="2"/>
                    <a:pt x="3661" y="0"/>
                    <a:pt x="35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29"/>
            <p:cNvSpPr/>
            <p:nvPr/>
          </p:nvSpPr>
          <p:spPr>
            <a:xfrm>
              <a:off x="2052000" y="3830575"/>
              <a:ext cx="150225" cy="235875"/>
            </a:xfrm>
            <a:custGeom>
              <a:rect b="b" l="l" r="r" t="t"/>
              <a:pathLst>
                <a:path extrusionOk="0" h="9435" w="6009">
                  <a:moveTo>
                    <a:pt x="2933" y="1"/>
                  </a:moveTo>
                  <a:cubicBezTo>
                    <a:pt x="2886" y="1"/>
                    <a:pt x="2838" y="2"/>
                    <a:pt x="2791" y="5"/>
                  </a:cubicBezTo>
                  <a:cubicBezTo>
                    <a:pt x="2239" y="38"/>
                    <a:pt x="1690" y="255"/>
                    <a:pt x="1251" y="599"/>
                  </a:cubicBezTo>
                  <a:cubicBezTo>
                    <a:pt x="309" y="1336"/>
                    <a:pt x="1" y="2602"/>
                    <a:pt x="100" y="3748"/>
                  </a:cubicBezTo>
                  <a:cubicBezTo>
                    <a:pt x="148" y="4294"/>
                    <a:pt x="277" y="4825"/>
                    <a:pt x="474" y="5332"/>
                  </a:cubicBezTo>
                  <a:cubicBezTo>
                    <a:pt x="1139" y="7044"/>
                    <a:pt x="2584" y="8459"/>
                    <a:pt x="4311" y="9077"/>
                  </a:cubicBezTo>
                  <a:cubicBezTo>
                    <a:pt x="4846" y="9269"/>
                    <a:pt x="5405" y="9387"/>
                    <a:pt x="5969" y="9435"/>
                  </a:cubicBezTo>
                  <a:cubicBezTo>
                    <a:pt x="5984" y="9383"/>
                    <a:pt x="5997" y="9331"/>
                    <a:pt x="6008" y="9278"/>
                  </a:cubicBezTo>
                  <a:cubicBezTo>
                    <a:pt x="4529" y="9157"/>
                    <a:pt x="3105" y="8528"/>
                    <a:pt x="2031" y="7442"/>
                  </a:cubicBezTo>
                  <a:cubicBezTo>
                    <a:pt x="1431" y="6836"/>
                    <a:pt x="948" y="6108"/>
                    <a:pt x="633" y="5313"/>
                  </a:cubicBezTo>
                  <a:cubicBezTo>
                    <a:pt x="530" y="5054"/>
                    <a:pt x="444" y="4789"/>
                    <a:pt x="379" y="4518"/>
                  </a:cubicBezTo>
                  <a:cubicBezTo>
                    <a:pt x="107" y="3394"/>
                    <a:pt x="173" y="2072"/>
                    <a:pt x="920" y="1134"/>
                  </a:cubicBezTo>
                  <a:cubicBezTo>
                    <a:pt x="1366" y="574"/>
                    <a:pt x="2072" y="200"/>
                    <a:pt x="2784" y="155"/>
                  </a:cubicBezTo>
                  <a:cubicBezTo>
                    <a:pt x="2832" y="152"/>
                    <a:pt x="2880" y="150"/>
                    <a:pt x="2928" y="150"/>
                  </a:cubicBezTo>
                  <a:cubicBezTo>
                    <a:pt x="3057" y="150"/>
                    <a:pt x="3185" y="161"/>
                    <a:pt x="3311" y="184"/>
                  </a:cubicBezTo>
                  <a:cubicBezTo>
                    <a:pt x="3305" y="132"/>
                    <a:pt x="3298" y="80"/>
                    <a:pt x="3293" y="28"/>
                  </a:cubicBezTo>
                  <a:cubicBezTo>
                    <a:pt x="3174" y="10"/>
                    <a:pt x="3054" y="1"/>
                    <a:pt x="293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9"/>
            <p:cNvSpPr/>
            <p:nvPr/>
          </p:nvSpPr>
          <p:spPr>
            <a:xfrm>
              <a:off x="1867725" y="4053325"/>
              <a:ext cx="252750" cy="117650"/>
            </a:xfrm>
            <a:custGeom>
              <a:rect b="b" l="l" r="r" t="t"/>
              <a:pathLst>
                <a:path extrusionOk="0" h="4706" w="10110">
                  <a:moveTo>
                    <a:pt x="4497" y="1"/>
                  </a:moveTo>
                  <a:cubicBezTo>
                    <a:pt x="2756" y="1"/>
                    <a:pt x="1021" y="694"/>
                    <a:pt x="347" y="2424"/>
                  </a:cubicBezTo>
                  <a:cubicBezTo>
                    <a:pt x="60" y="3162"/>
                    <a:pt x="0" y="3935"/>
                    <a:pt x="67" y="4706"/>
                  </a:cubicBezTo>
                  <a:cubicBezTo>
                    <a:pt x="117" y="4705"/>
                    <a:pt x="167" y="4704"/>
                    <a:pt x="216" y="4702"/>
                  </a:cubicBezTo>
                  <a:cubicBezTo>
                    <a:pt x="167" y="4125"/>
                    <a:pt x="190" y="3546"/>
                    <a:pt x="332" y="2974"/>
                  </a:cubicBezTo>
                  <a:cubicBezTo>
                    <a:pt x="636" y="1753"/>
                    <a:pt x="1485" y="851"/>
                    <a:pt x="2669" y="438"/>
                  </a:cubicBezTo>
                  <a:cubicBezTo>
                    <a:pt x="3260" y="232"/>
                    <a:pt x="3879" y="136"/>
                    <a:pt x="4500" y="136"/>
                  </a:cubicBezTo>
                  <a:cubicBezTo>
                    <a:pt x="6242" y="136"/>
                    <a:pt x="8002" y="896"/>
                    <a:pt x="9201" y="2136"/>
                  </a:cubicBezTo>
                  <a:cubicBezTo>
                    <a:pt x="9489" y="2434"/>
                    <a:pt x="9747" y="2757"/>
                    <a:pt x="9972" y="3102"/>
                  </a:cubicBezTo>
                  <a:cubicBezTo>
                    <a:pt x="10018" y="3085"/>
                    <a:pt x="10064" y="3068"/>
                    <a:pt x="10109" y="3051"/>
                  </a:cubicBezTo>
                  <a:lnTo>
                    <a:pt x="10109" y="3050"/>
                  </a:lnTo>
                  <a:cubicBezTo>
                    <a:pt x="9270" y="1767"/>
                    <a:pt x="8005" y="778"/>
                    <a:pt x="6504" y="307"/>
                  </a:cubicBezTo>
                  <a:cubicBezTo>
                    <a:pt x="5878" y="110"/>
                    <a:pt x="5187" y="1"/>
                    <a:pt x="449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29"/>
            <p:cNvSpPr/>
            <p:nvPr/>
          </p:nvSpPr>
          <p:spPr>
            <a:xfrm>
              <a:off x="1771675" y="3421625"/>
              <a:ext cx="307675" cy="200300"/>
            </a:xfrm>
            <a:custGeom>
              <a:rect b="b" l="l" r="r" t="t"/>
              <a:pathLst>
                <a:path extrusionOk="0" h="8012" w="12307">
                  <a:moveTo>
                    <a:pt x="11925" y="1"/>
                  </a:moveTo>
                  <a:lnTo>
                    <a:pt x="11925" y="1"/>
                  </a:lnTo>
                  <a:cubicBezTo>
                    <a:pt x="12089" y="1254"/>
                    <a:pt x="12149" y="2524"/>
                    <a:pt x="11874" y="3760"/>
                  </a:cubicBezTo>
                  <a:cubicBezTo>
                    <a:pt x="11553" y="5198"/>
                    <a:pt x="10757" y="6615"/>
                    <a:pt x="9437" y="7347"/>
                  </a:cubicBezTo>
                  <a:cubicBezTo>
                    <a:pt x="8799" y="7701"/>
                    <a:pt x="8089" y="7859"/>
                    <a:pt x="7374" y="7859"/>
                  </a:cubicBezTo>
                  <a:cubicBezTo>
                    <a:pt x="6433" y="7859"/>
                    <a:pt x="5482" y="7585"/>
                    <a:pt x="4672" y="7124"/>
                  </a:cubicBezTo>
                  <a:cubicBezTo>
                    <a:pt x="3269" y="6324"/>
                    <a:pt x="2227" y="5022"/>
                    <a:pt x="1448" y="3631"/>
                  </a:cubicBezTo>
                  <a:cubicBezTo>
                    <a:pt x="875" y="2608"/>
                    <a:pt x="434" y="1516"/>
                    <a:pt x="132" y="386"/>
                  </a:cubicBezTo>
                  <a:cubicBezTo>
                    <a:pt x="88" y="415"/>
                    <a:pt x="44" y="445"/>
                    <a:pt x="1" y="474"/>
                  </a:cubicBezTo>
                  <a:cubicBezTo>
                    <a:pt x="258" y="1425"/>
                    <a:pt x="613" y="2351"/>
                    <a:pt x="1062" y="3230"/>
                  </a:cubicBezTo>
                  <a:cubicBezTo>
                    <a:pt x="1812" y="4699"/>
                    <a:pt x="2828" y="6097"/>
                    <a:pt x="4217" y="7021"/>
                  </a:cubicBezTo>
                  <a:cubicBezTo>
                    <a:pt x="5140" y="7634"/>
                    <a:pt x="6260" y="8012"/>
                    <a:pt x="7374" y="8012"/>
                  </a:cubicBezTo>
                  <a:cubicBezTo>
                    <a:pt x="7921" y="8012"/>
                    <a:pt x="8466" y="7921"/>
                    <a:pt x="8987" y="7722"/>
                  </a:cubicBezTo>
                  <a:cubicBezTo>
                    <a:pt x="10414" y="7176"/>
                    <a:pt x="11374" y="5872"/>
                    <a:pt x="11839" y="4456"/>
                  </a:cubicBezTo>
                  <a:cubicBezTo>
                    <a:pt x="12307" y="3034"/>
                    <a:pt x="12269" y="1538"/>
                    <a:pt x="12082" y="63"/>
                  </a:cubicBezTo>
                  <a:cubicBezTo>
                    <a:pt x="12030" y="43"/>
                    <a:pt x="11977" y="22"/>
                    <a:pt x="1192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29"/>
            <p:cNvSpPr/>
            <p:nvPr/>
          </p:nvSpPr>
          <p:spPr>
            <a:xfrm>
              <a:off x="1903425" y="3446175"/>
              <a:ext cx="17100" cy="362325"/>
            </a:xfrm>
            <a:custGeom>
              <a:rect b="b" l="l" r="r" t="t"/>
              <a:pathLst>
                <a:path extrusionOk="0" h="14493" w="684">
                  <a:moveTo>
                    <a:pt x="74" y="0"/>
                  </a:moveTo>
                  <a:cubicBezTo>
                    <a:pt x="36" y="0"/>
                    <a:pt x="0" y="24"/>
                    <a:pt x="4" y="73"/>
                  </a:cubicBezTo>
                  <a:cubicBezTo>
                    <a:pt x="283" y="3888"/>
                    <a:pt x="495" y="7718"/>
                    <a:pt x="496" y="11543"/>
                  </a:cubicBezTo>
                  <a:cubicBezTo>
                    <a:pt x="496" y="12503"/>
                    <a:pt x="482" y="13462"/>
                    <a:pt x="425" y="14419"/>
                  </a:cubicBezTo>
                  <a:cubicBezTo>
                    <a:pt x="422" y="14468"/>
                    <a:pt x="458" y="14492"/>
                    <a:pt x="495" y="14492"/>
                  </a:cubicBezTo>
                  <a:cubicBezTo>
                    <a:pt x="533" y="14492"/>
                    <a:pt x="573" y="14468"/>
                    <a:pt x="576" y="14419"/>
                  </a:cubicBezTo>
                  <a:cubicBezTo>
                    <a:pt x="683" y="12604"/>
                    <a:pt x="657" y="10779"/>
                    <a:pt x="610" y="8961"/>
                  </a:cubicBezTo>
                  <a:cubicBezTo>
                    <a:pt x="558" y="6956"/>
                    <a:pt x="464" y="4950"/>
                    <a:pt x="345" y="2946"/>
                  </a:cubicBezTo>
                  <a:cubicBezTo>
                    <a:pt x="288" y="1989"/>
                    <a:pt x="225" y="1030"/>
                    <a:pt x="155" y="73"/>
                  </a:cubicBezTo>
                  <a:cubicBezTo>
                    <a:pt x="151" y="24"/>
                    <a:pt x="112" y="0"/>
                    <a:pt x="7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29"/>
            <p:cNvSpPr/>
            <p:nvPr/>
          </p:nvSpPr>
          <p:spPr>
            <a:xfrm>
              <a:off x="1986025" y="3454925"/>
              <a:ext cx="33250" cy="338100"/>
            </a:xfrm>
            <a:custGeom>
              <a:rect b="b" l="l" r="r" t="t"/>
              <a:pathLst>
                <a:path extrusionOk="0" h="13524" w="1330">
                  <a:moveTo>
                    <a:pt x="94" y="1"/>
                  </a:moveTo>
                  <a:cubicBezTo>
                    <a:pt x="50" y="1"/>
                    <a:pt x="1" y="38"/>
                    <a:pt x="10" y="95"/>
                  </a:cubicBezTo>
                  <a:lnTo>
                    <a:pt x="8" y="95"/>
                  </a:lnTo>
                  <a:cubicBezTo>
                    <a:pt x="513" y="3669"/>
                    <a:pt x="947" y="7278"/>
                    <a:pt x="1071" y="10887"/>
                  </a:cubicBezTo>
                  <a:cubicBezTo>
                    <a:pt x="1101" y="11740"/>
                    <a:pt x="1113" y="12599"/>
                    <a:pt x="1045" y="13451"/>
                  </a:cubicBezTo>
                  <a:cubicBezTo>
                    <a:pt x="1041" y="13500"/>
                    <a:pt x="1077" y="13524"/>
                    <a:pt x="1114" y="13524"/>
                  </a:cubicBezTo>
                  <a:cubicBezTo>
                    <a:pt x="1152" y="13524"/>
                    <a:pt x="1192" y="13500"/>
                    <a:pt x="1196" y="13451"/>
                  </a:cubicBezTo>
                  <a:cubicBezTo>
                    <a:pt x="1330" y="11778"/>
                    <a:pt x="1207" y="10078"/>
                    <a:pt x="1081" y="8409"/>
                  </a:cubicBezTo>
                  <a:cubicBezTo>
                    <a:pt x="934" y="6468"/>
                    <a:pt x="727" y="4531"/>
                    <a:pt x="489" y="2598"/>
                  </a:cubicBezTo>
                  <a:cubicBezTo>
                    <a:pt x="385" y="1749"/>
                    <a:pt x="275" y="902"/>
                    <a:pt x="155" y="56"/>
                  </a:cubicBezTo>
                  <a:cubicBezTo>
                    <a:pt x="150" y="17"/>
                    <a:pt x="123" y="1"/>
                    <a:pt x="9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29"/>
            <p:cNvSpPr/>
            <p:nvPr/>
          </p:nvSpPr>
          <p:spPr>
            <a:xfrm>
              <a:off x="2052900" y="3200650"/>
              <a:ext cx="60075" cy="68000"/>
            </a:xfrm>
            <a:custGeom>
              <a:rect b="b" l="l" r="r" t="t"/>
              <a:pathLst>
                <a:path extrusionOk="0" h="2720" w="2403">
                  <a:moveTo>
                    <a:pt x="1452" y="0"/>
                  </a:moveTo>
                  <a:cubicBezTo>
                    <a:pt x="0" y="0"/>
                    <a:pt x="7" y="2425"/>
                    <a:pt x="198" y="2574"/>
                  </a:cubicBezTo>
                  <a:cubicBezTo>
                    <a:pt x="290" y="2646"/>
                    <a:pt x="414" y="2720"/>
                    <a:pt x="539" y="2720"/>
                  </a:cubicBezTo>
                  <a:cubicBezTo>
                    <a:pt x="682" y="2720"/>
                    <a:pt x="826" y="2624"/>
                    <a:pt x="924" y="2320"/>
                  </a:cubicBezTo>
                  <a:cubicBezTo>
                    <a:pt x="1108" y="1748"/>
                    <a:pt x="1260" y="1849"/>
                    <a:pt x="1830" y="1323"/>
                  </a:cubicBezTo>
                  <a:cubicBezTo>
                    <a:pt x="2402" y="796"/>
                    <a:pt x="1612" y="9"/>
                    <a:pt x="1612" y="9"/>
                  </a:cubicBezTo>
                  <a:cubicBezTo>
                    <a:pt x="1557" y="3"/>
                    <a:pt x="1503" y="0"/>
                    <a:pt x="145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29"/>
            <p:cNvSpPr/>
            <p:nvPr/>
          </p:nvSpPr>
          <p:spPr>
            <a:xfrm>
              <a:off x="1890950" y="3074600"/>
              <a:ext cx="256900" cy="161825"/>
            </a:xfrm>
            <a:custGeom>
              <a:rect b="b" l="l" r="r" t="t"/>
              <a:pathLst>
                <a:path extrusionOk="0" h="6473" w="10276">
                  <a:moveTo>
                    <a:pt x="3319" y="0"/>
                  </a:moveTo>
                  <a:cubicBezTo>
                    <a:pt x="3192" y="0"/>
                    <a:pt x="3051" y="17"/>
                    <a:pt x="2893" y="56"/>
                  </a:cubicBezTo>
                  <a:cubicBezTo>
                    <a:pt x="1766" y="333"/>
                    <a:pt x="2111" y="1539"/>
                    <a:pt x="1055" y="1996"/>
                  </a:cubicBezTo>
                  <a:cubicBezTo>
                    <a:pt x="0" y="2454"/>
                    <a:pt x="293" y="4178"/>
                    <a:pt x="723" y="4780"/>
                  </a:cubicBezTo>
                  <a:cubicBezTo>
                    <a:pt x="767" y="4841"/>
                    <a:pt x="1177" y="5018"/>
                    <a:pt x="1189" y="5060"/>
                  </a:cubicBezTo>
                  <a:cubicBezTo>
                    <a:pt x="1663" y="5443"/>
                    <a:pt x="1761" y="5693"/>
                    <a:pt x="2303" y="5960"/>
                  </a:cubicBezTo>
                  <a:cubicBezTo>
                    <a:pt x="2972" y="6288"/>
                    <a:pt x="3701" y="6395"/>
                    <a:pt x="4430" y="6446"/>
                  </a:cubicBezTo>
                  <a:cubicBezTo>
                    <a:pt x="4670" y="6463"/>
                    <a:pt x="4911" y="6472"/>
                    <a:pt x="5151" y="6472"/>
                  </a:cubicBezTo>
                  <a:cubicBezTo>
                    <a:pt x="6013" y="6472"/>
                    <a:pt x="6876" y="6356"/>
                    <a:pt x="7693" y="6086"/>
                  </a:cubicBezTo>
                  <a:cubicBezTo>
                    <a:pt x="7703" y="5378"/>
                    <a:pt x="8450" y="5957"/>
                    <a:pt x="9331" y="5024"/>
                  </a:cubicBezTo>
                  <a:cubicBezTo>
                    <a:pt x="10276" y="4023"/>
                    <a:pt x="9634" y="2801"/>
                    <a:pt x="8613" y="2566"/>
                  </a:cubicBezTo>
                  <a:cubicBezTo>
                    <a:pt x="7593" y="2330"/>
                    <a:pt x="8796" y="996"/>
                    <a:pt x="7551" y="493"/>
                  </a:cubicBezTo>
                  <a:cubicBezTo>
                    <a:pt x="7334" y="405"/>
                    <a:pt x="7151" y="370"/>
                    <a:pt x="6989" y="370"/>
                  </a:cubicBezTo>
                  <a:cubicBezTo>
                    <a:pt x="6357" y="370"/>
                    <a:pt x="6064" y="907"/>
                    <a:pt x="5442" y="907"/>
                  </a:cubicBezTo>
                  <a:cubicBezTo>
                    <a:pt x="5377" y="907"/>
                    <a:pt x="5309" y="902"/>
                    <a:pt x="5237" y="889"/>
                  </a:cubicBezTo>
                  <a:cubicBezTo>
                    <a:pt x="4414" y="742"/>
                    <a:pt x="4157" y="0"/>
                    <a:pt x="331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29"/>
            <p:cNvSpPr/>
            <p:nvPr/>
          </p:nvSpPr>
          <p:spPr>
            <a:xfrm>
              <a:off x="1873862" y="3281875"/>
              <a:ext cx="125175" cy="161900"/>
            </a:xfrm>
            <a:custGeom>
              <a:rect b="b" l="l" r="r" t="t"/>
              <a:pathLst>
                <a:path extrusionOk="0" h="6476" w="5007">
                  <a:moveTo>
                    <a:pt x="1718" y="1"/>
                  </a:moveTo>
                  <a:cubicBezTo>
                    <a:pt x="1330" y="1664"/>
                    <a:pt x="742" y="3023"/>
                    <a:pt x="1" y="4153"/>
                  </a:cubicBezTo>
                  <a:lnTo>
                    <a:pt x="1" y="4153"/>
                  </a:lnTo>
                  <a:cubicBezTo>
                    <a:pt x="0" y="4153"/>
                    <a:pt x="0" y="4153"/>
                    <a:pt x="0" y="4153"/>
                  </a:cubicBezTo>
                  <a:lnTo>
                    <a:pt x="0" y="4154"/>
                  </a:lnTo>
                  <a:cubicBezTo>
                    <a:pt x="0" y="4154"/>
                    <a:pt x="0" y="4153"/>
                    <a:pt x="1" y="4153"/>
                  </a:cubicBezTo>
                  <a:lnTo>
                    <a:pt x="1" y="4153"/>
                  </a:lnTo>
                  <a:cubicBezTo>
                    <a:pt x="23" y="4196"/>
                    <a:pt x="1225" y="6476"/>
                    <a:pt x="3379" y="6476"/>
                  </a:cubicBezTo>
                  <a:cubicBezTo>
                    <a:pt x="3807" y="6476"/>
                    <a:pt x="4273" y="6386"/>
                    <a:pt x="4774" y="6170"/>
                  </a:cubicBezTo>
                  <a:lnTo>
                    <a:pt x="4884" y="4114"/>
                  </a:lnTo>
                  <a:lnTo>
                    <a:pt x="4956" y="2757"/>
                  </a:lnTo>
                  <a:lnTo>
                    <a:pt x="5007" y="1806"/>
                  </a:lnTo>
                  <a:lnTo>
                    <a:pt x="1718" y="1"/>
                  </a:lnTo>
                  <a:close/>
                </a:path>
              </a:pathLst>
            </a:custGeom>
            <a:solidFill>
              <a:srgbClr val="8D68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29"/>
            <p:cNvSpPr/>
            <p:nvPr/>
          </p:nvSpPr>
          <p:spPr>
            <a:xfrm>
              <a:off x="1927500" y="3321300"/>
              <a:ext cx="71575" cy="76400"/>
            </a:xfrm>
            <a:custGeom>
              <a:rect b="b" l="l" r="r" t="t"/>
              <a:pathLst>
                <a:path extrusionOk="0" h="3056" w="2863">
                  <a:moveTo>
                    <a:pt x="1" y="0"/>
                  </a:moveTo>
                  <a:lnTo>
                    <a:pt x="1" y="0"/>
                  </a:lnTo>
                  <a:cubicBezTo>
                    <a:pt x="905" y="2344"/>
                    <a:pt x="2187" y="3055"/>
                    <a:pt x="2729" y="3055"/>
                  </a:cubicBezTo>
                  <a:cubicBezTo>
                    <a:pt x="2740" y="3055"/>
                    <a:pt x="2752" y="3055"/>
                    <a:pt x="2762" y="3054"/>
                  </a:cubicBezTo>
                  <a:lnTo>
                    <a:pt x="2862" y="1179"/>
                  </a:ln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9"/>
            <p:cNvSpPr/>
            <p:nvPr/>
          </p:nvSpPr>
          <p:spPr>
            <a:xfrm>
              <a:off x="1912587" y="3156050"/>
              <a:ext cx="175200" cy="210600"/>
            </a:xfrm>
            <a:custGeom>
              <a:rect b="b" l="l" r="r" t="t"/>
              <a:pathLst>
                <a:path extrusionOk="0" h="8424" w="7008">
                  <a:moveTo>
                    <a:pt x="3079" y="0"/>
                  </a:moveTo>
                  <a:cubicBezTo>
                    <a:pt x="1542" y="0"/>
                    <a:pt x="884" y="923"/>
                    <a:pt x="552" y="1919"/>
                  </a:cubicBezTo>
                  <a:cubicBezTo>
                    <a:pt x="299" y="2675"/>
                    <a:pt x="236" y="3474"/>
                    <a:pt x="117" y="3945"/>
                  </a:cubicBezTo>
                  <a:cubicBezTo>
                    <a:pt x="80" y="4091"/>
                    <a:pt x="54" y="4226"/>
                    <a:pt x="39" y="4358"/>
                  </a:cubicBezTo>
                  <a:cubicBezTo>
                    <a:pt x="0" y="4661"/>
                    <a:pt x="16" y="4939"/>
                    <a:pt x="76" y="5235"/>
                  </a:cubicBezTo>
                  <a:cubicBezTo>
                    <a:pt x="156" y="5628"/>
                    <a:pt x="316" y="6054"/>
                    <a:pt x="542" y="6620"/>
                  </a:cubicBezTo>
                  <a:cubicBezTo>
                    <a:pt x="899" y="7510"/>
                    <a:pt x="1738" y="8038"/>
                    <a:pt x="2623" y="8279"/>
                  </a:cubicBezTo>
                  <a:cubicBezTo>
                    <a:pt x="2982" y="8377"/>
                    <a:pt x="3302" y="8423"/>
                    <a:pt x="3587" y="8423"/>
                  </a:cubicBezTo>
                  <a:cubicBezTo>
                    <a:pt x="5165" y="8423"/>
                    <a:pt x="5687" y="6994"/>
                    <a:pt x="6075" y="4900"/>
                  </a:cubicBezTo>
                  <a:cubicBezTo>
                    <a:pt x="6359" y="3365"/>
                    <a:pt x="7008" y="2646"/>
                    <a:pt x="6790" y="1961"/>
                  </a:cubicBezTo>
                  <a:lnTo>
                    <a:pt x="6789" y="1961"/>
                  </a:lnTo>
                  <a:cubicBezTo>
                    <a:pt x="6771" y="1927"/>
                    <a:pt x="6753" y="1894"/>
                    <a:pt x="6734" y="1861"/>
                  </a:cubicBezTo>
                  <a:cubicBezTo>
                    <a:pt x="6285" y="1078"/>
                    <a:pt x="5535" y="512"/>
                    <a:pt x="4668" y="259"/>
                  </a:cubicBezTo>
                  <a:cubicBezTo>
                    <a:pt x="4501" y="209"/>
                    <a:pt x="4340" y="169"/>
                    <a:pt x="4184" y="135"/>
                  </a:cubicBezTo>
                  <a:cubicBezTo>
                    <a:pt x="4149" y="126"/>
                    <a:pt x="4114" y="119"/>
                    <a:pt x="4079" y="112"/>
                  </a:cubicBezTo>
                  <a:cubicBezTo>
                    <a:pt x="4064" y="109"/>
                    <a:pt x="4050" y="105"/>
                    <a:pt x="4036" y="103"/>
                  </a:cubicBezTo>
                  <a:cubicBezTo>
                    <a:pt x="3995" y="94"/>
                    <a:pt x="3957" y="87"/>
                    <a:pt x="3918" y="81"/>
                  </a:cubicBezTo>
                  <a:cubicBezTo>
                    <a:pt x="3889" y="76"/>
                    <a:pt x="3862" y="70"/>
                    <a:pt x="3834" y="67"/>
                  </a:cubicBezTo>
                  <a:cubicBezTo>
                    <a:pt x="3770" y="56"/>
                    <a:pt x="3708" y="46"/>
                    <a:pt x="3647" y="39"/>
                  </a:cubicBezTo>
                  <a:cubicBezTo>
                    <a:pt x="3446" y="13"/>
                    <a:pt x="3257" y="0"/>
                    <a:pt x="3079" y="0"/>
                  </a:cubicBezTo>
                  <a:close/>
                </a:path>
              </a:pathLst>
            </a:custGeom>
            <a:solidFill>
              <a:srgbClr val="8D68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29"/>
            <p:cNvSpPr/>
            <p:nvPr/>
          </p:nvSpPr>
          <p:spPr>
            <a:xfrm>
              <a:off x="1913875" y="3264975"/>
              <a:ext cx="19925" cy="21975"/>
            </a:xfrm>
            <a:custGeom>
              <a:rect b="b" l="l" r="r" t="t"/>
              <a:pathLst>
                <a:path extrusionOk="0" h="879" w="797">
                  <a:moveTo>
                    <a:pt x="39" y="1"/>
                  </a:moveTo>
                  <a:cubicBezTo>
                    <a:pt x="0" y="304"/>
                    <a:pt x="14" y="582"/>
                    <a:pt x="76" y="878"/>
                  </a:cubicBezTo>
                  <a:cubicBezTo>
                    <a:pt x="340" y="823"/>
                    <a:pt x="585" y="693"/>
                    <a:pt x="797" y="465"/>
                  </a:cubicBezTo>
                  <a:cubicBezTo>
                    <a:pt x="463" y="387"/>
                    <a:pt x="213" y="219"/>
                    <a:pt x="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29"/>
            <p:cNvSpPr/>
            <p:nvPr/>
          </p:nvSpPr>
          <p:spPr>
            <a:xfrm>
              <a:off x="1927675" y="3156050"/>
              <a:ext cx="155925" cy="100275"/>
            </a:xfrm>
            <a:custGeom>
              <a:rect b="b" l="l" r="r" t="t"/>
              <a:pathLst>
                <a:path extrusionOk="0" h="4011" w="6237">
                  <a:moveTo>
                    <a:pt x="2527" y="0"/>
                  </a:moveTo>
                  <a:cubicBezTo>
                    <a:pt x="990" y="0"/>
                    <a:pt x="332" y="923"/>
                    <a:pt x="0" y="1919"/>
                  </a:cubicBezTo>
                  <a:cubicBezTo>
                    <a:pt x="34" y="1914"/>
                    <a:pt x="69" y="1911"/>
                    <a:pt x="105" y="1911"/>
                  </a:cubicBezTo>
                  <a:cubicBezTo>
                    <a:pt x="239" y="1911"/>
                    <a:pt x="382" y="1950"/>
                    <a:pt x="534" y="2036"/>
                  </a:cubicBezTo>
                  <a:cubicBezTo>
                    <a:pt x="1369" y="2505"/>
                    <a:pt x="1125" y="4010"/>
                    <a:pt x="1581" y="4010"/>
                  </a:cubicBezTo>
                  <a:cubicBezTo>
                    <a:pt x="1602" y="4010"/>
                    <a:pt x="1625" y="4007"/>
                    <a:pt x="1650" y="4000"/>
                  </a:cubicBezTo>
                  <a:cubicBezTo>
                    <a:pt x="2167" y="3855"/>
                    <a:pt x="1991" y="1350"/>
                    <a:pt x="2973" y="1350"/>
                  </a:cubicBezTo>
                  <a:cubicBezTo>
                    <a:pt x="3039" y="1350"/>
                    <a:pt x="3109" y="1361"/>
                    <a:pt x="3186" y="1385"/>
                  </a:cubicBezTo>
                  <a:cubicBezTo>
                    <a:pt x="4407" y="1765"/>
                    <a:pt x="4195" y="1961"/>
                    <a:pt x="4751" y="2144"/>
                  </a:cubicBezTo>
                  <a:cubicBezTo>
                    <a:pt x="4982" y="2220"/>
                    <a:pt x="5163" y="2248"/>
                    <a:pt x="5312" y="2248"/>
                  </a:cubicBezTo>
                  <a:cubicBezTo>
                    <a:pt x="5775" y="2248"/>
                    <a:pt x="5921" y="1970"/>
                    <a:pt x="6237" y="1961"/>
                  </a:cubicBezTo>
                  <a:cubicBezTo>
                    <a:pt x="6219" y="1927"/>
                    <a:pt x="6201" y="1893"/>
                    <a:pt x="6182" y="1861"/>
                  </a:cubicBezTo>
                  <a:cubicBezTo>
                    <a:pt x="5733" y="1078"/>
                    <a:pt x="4983" y="512"/>
                    <a:pt x="4116" y="259"/>
                  </a:cubicBezTo>
                  <a:cubicBezTo>
                    <a:pt x="3949" y="209"/>
                    <a:pt x="3788" y="169"/>
                    <a:pt x="3632" y="135"/>
                  </a:cubicBezTo>
                  <a:cubicBezTo>
                    <a:pt x="3597" y="126"/>
                    <a:pt x="3562" y="119"/>
                    <a:pt x="3527" y="112"/>
                  </a:cubicBezTo>
                  <a:cubicBezTo>
                    <a:pt x="3512" y="109"/>
                    <a:pt x="3497" y="105"/>
                    <a:pt x="3483" y="103"/>
                  </a:cubicBezTo>
                  <a:cubicBezTo>
                    <a:pt x="3443" y="94"/>
                    <a:pt x="3405" y="87"/>
                    <a:pt x="3366" y="81"/>
                  </a:cubicBezTo>
                  <a:cubicBezTo>
                    <a:pt x="3337" y="76"/>
                    <a:pt x="3310" y="70"/>
                    <a:pt x="3282" y="67"/>
                  </a:cubicBezTo>
                  <a:cubicBezTo>
                    <a:pt x="3219" y="55"/>
                    <a:pt x="3156" y="46"/>
                    <a:pt x="3095" y="39"/>
                  </a:cubicBezTo>
                  <a:cubicBezTo>
                    <a:pt x="2894" y="13"/>
                    <a:pt x="2705" y="0"/>
                    <a:pt x="252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29"/>
            <p:cNvSpPr/>
            <p:nvPr/>
          </p:nvSpPr>
          <p:spPr>
            <a:xfrm>
              <a:off x="1909100" y="3178925"/>
              <a:ext cx="84825" cy="85800"/>
            </a:xfrm>
            <a:custGeom>
              <a:rect b="b" l="l" r="r" t="t"/>
              <a:pathLst>
                <a:path extrusionOk="0" h="3432" w="3393">
                  <a:moveTo>
                    <a:pt x="1249" y="1"/>
                  </a:moveTo>
                  <a:cubicBezTo>
                    <a:pt x="1014" y="1"/>
                    <a:pt x="782" y="28"/>
                    <a:pt x="564" y="93"/>
                  </a:cubicBezTo>
                  <a:cubicBezTo>
                    <a:pt x="426" y="135"/>
                    <a:pt x="294" y="189"/>
                    <a:pt x="168" y="264"/>
                  </a:cubicBezTo>
                  <a:cubicBezTo>
                    <a:pt x="140" y="280"/>
                    <a:pt x="111" y="298"/>
                    <a:pt x="83" y="316"/>
                  </a:cubicBezTo>
                  <a:cubicBezTo>
                    <a:pt x="62" y="404"/>
                    <a:pt x="47" y="498"/>
                    <a:pt x="39" y="601"/>
                  </a:cubicBezTo>
                  <a:cubicBezTo>
                    <a:pt x="1" y="1109"/>
                    <a:pt x="115" y="2364"/>
                    <a:pt x="231" y="3432"/>
                  </a:cubicBezTo>
                  <a:cubicBezTo>
                    <a:pt x="247" y="3304"/>
                    <a:pt x="272" y="3171"/>
                    <a:pt x="308" y="3030"/>
                  </a:cubicBezTo>
                  <a:cubicBezTo>
                    <a:pt x="427" y="2558"/>
                    <a:pt x="491" y="1759"/>
                    <a:pt x="743" y="1003"/>
                  </a:cubicBezTo>
                  <a:cubicBezTo>
                    <a:pt x="776" y="998"/>
                    <a:pt x="810" y="996"/>
                    <a:pt x="845" y="996"/>
                  </a:cubicBezTo>
                  <a:cubicBezTo>
                    <a:pt x="979" y="996"/>
                    <a:pt x="1124" y="1034"/>
                    <a:pt x="1277" y="1121"/>
                  </a:cubicBezTo>
                  <a:cubicBezTo>
                    <a:pt x="2112" y="1590"/>
                    <a:pt x="1868" y="3095"/>
                    <a:pt x="2324" y="3095"/>
                  </a:cubicBezTo>
                  <a:cubicBezTo>
                    <a:pt x="2345" y="3095"/>
                    <a:pt x="2368" y="3092"/>
                    <a:pt x="2393" y="3085"/>
                  </a:cubicBezTo>
                  <a:cubicBezTo>
                    <a:pt x="2843" y="2958"/>
                    <a:pt x="2768" y="1036"/>
                    <a:pt x="3392" y="548"/>
                  </a:cubicBezTo>
                  <a:cubicBezTo>
                    <a:pt x="2829" y="293"/>
                    <a:pt x="2015" y="2"/>
                    <a:pt x="124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29"/>
            <p:cNvSpPr/>
            <p:nvPr/>
          </p:nvSpPr>
          <p:spPr>
            <a:xfrm>
              <a:off x="1901462" y="3203275"/>
              <a:ext cx="59875" cy="75475"/>
            </a:xfrm>
            <a:custGeom>
              <a:rect b="b" l="l" r="r" t="t"/>
              <a:pathLst>
                <a:path extrusionOk="0" h="3019" w="2395">
                  <a:moveTo>
                    <a:pt x="1078" y="0"/>
                  </a:moveTo>
                  <a:cubicBezTo>
                    <a:pt x="416" y="0"/>
                    <a:pt x="187" y="601"/>
                    <a:pt x="97" y="1248"/>
                  </a:cubicBezTo>
                  <a:cubicBezTo>
                    <a:pt x="0" y="1937"/>
                    <a:pt x="220" y="2924"/>
                    <a:pt x="1176" y="3013"/>
                  </a:cubicBezTo>
                  <a:cubicBezTo>
                    <a:pt x="1215" y="3017"/>
                    <a:pt x="1254" y="3019"/>
                    <a:pt x="1291" y="3019"/>
                  </a:cubicBezTo>
                  <a:cubicBezTo>
                    <a:pt x="1703" y="3019"/>
                    <a:pt x="1971" y="2798"/>
                    <a:pt x="2138" y="2538"/>
                  </a:cubicBezTo>
                  <a:cubicBezTo>
                    <a:pt x="2360" y="2191"/>
                    <a:pt x="2394" y="1756"/>
                    <a:pt x="2259" y="1367"/>
                  </a:cubicBezTo>
                  <a:cubicBezTo>
                    <a:pt x="2085" y="862"/>
                    <a:pt x="1728" y="63"/>
                    <a:pt x="1209" y="7"/>
                  </a:cubicBezTo>
                  <a:cubicBezTo>
                    <a:pt x="1163" y="2"/>
                    <a:pt x="1120" y="0"/>
                    <a:pt x="1078" y="0"/>
                  </a:cubicBezTo>
                  <a:close/>
                </a:path>
              </a:pathLst>
            </a:custGeom>
            <a:solidFill>
              <a:srgbClr val="8D68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29"/>
            <p:cNvSpPr/>
            <p:nvPr/>
          </p:nvSpPr>
          <p:spPr>
            <a:xfrm>
              <a:off x="1921800" y="3216050"/>
              <a:ext cx="23825" cy="45100"/>
            </a:xfrm>
            <a:custGeom>
              <a:rect b="b" l="l" r="r" t="t"/>
              <a:pathLst>
                <a:path extrusionOk="0" h="1804" w="953">
                  <a:moveTo>
                    <a:pt x="150" y="0"/>
                  </a:moveTo>
                  <a:cubicBezTo>
                    <a:pt x="137" y="0"/>
                    <a:pt x="124" y="1"/>
                    <a:pt x="110" y="1"/>
                  </a:cubicBezTo>
                  <a:cubicBezTo>
                    <a:pt x="0" y="10"/>
                    <a:pt x="28" y="175"/>
                    <a:pt x="133" y="175"/>
                  </a:cubicBezTo>
                  <a:cubicBezTo>
                    <a:pt x="136" y="175"/>
                    <a:pt x="138" y="175"/>
                    <a:pt x="141" y="175"/>
                  </a:cubicBezTo>
                  <a:cubicBezTo>
                    <a:pt x="150" y="174"/>
                    <a:pt x="159" y="174"/>
                    <a:pt x="167" y="174"/>
                  </a:cubicBezTo>
                  <a:cubicBezTo>
                    <a:pt x="484" y="174"/>
                    <a:pt x="657" y="575"/>
                    <a:pt x="689" y="832"/>
                  </a:cubicBezTo>
                  <a:cubicBezTo>
                    <a:pt x="726" y="1126"/>
                    <a:pt x="634" y="1416"/>
                    <a:pt x="527" y="1687"/>
                  </a:cubicBezTo>
                  <a:cubicBezTo>
                    <a:pt x="500" y="1754"/>
                    <a:pt x="557" y="1803"/>
                    <a:pt x="613" y="1803"/>
                  </a:cubicBezTo>
                  <a:cubicBezTo>
                    <a:pt x="645" y="1803"/>
                    <a:pt x="676" y="1787"/>
                    <a:pt x="691" y="1749"/>
                  </a:cubicBezTo>
                  <a:cubicBezTo>
                    <a:pt x="847" y="1355"/>
                    <a:pt x="953" y="917"/>
                    <a:pt x="786" y="509"/>
                  </a:cubicBezTo>
                  <a:cubicBezTo>
                    <a:pt x="675" y="237"/>
                    <a:pt x="451" y="0"/>
                    <a:pt x="15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9"/>
            <p:cNvSpPr/>
            <p:nvPr/>
          </p:nvSpPr>
          <p:spPr>
            <a:xfrm>
              <a:off x="1665800" y="3431500"/>
              <a:ext cx="445500" cy="379850"/>
            </a:xfrm>
            <a:custGeom>
              <a:rect b="b" l="l" r="r" t="t"/>
              <a:pathLst>
                <a:path extrusionOk="0" h="15194" w="17820">
                  <a:moveTo>
                    <a:pt x="17258" y="0"/>
                  </a:moveTo>
                  <a:cubicBezTo>
                    <a:pt x="17222" y="0"/>
                    <a:pt x="17189" y="6"/>
                    <a:pt x="17161" y="17"/>
                  </a:cubicBezTo>
                  <a:cubicBezTo>
                    <a:pt x="17158" y="309"/>
                    <a:pt x="17120" y="2935"/>
                    <a:pt x="16477" y="5678"/>
                  </a:cubicBezTo>
                  <a:cubicBezTo>
                    <a:pt x="15854" y="8329"/>
                    <a:pt x="14529" y="11797"/>
                    <a:pt x="11747" y="13262"/>
                  </a:cubicBezTo>
                  <a:cubicBezTo>
                    <a:pt x="9894" y="14237"/>
                    <a:pt x="8009" y="14538"/>
                    <a:pt x="6387" y="14538"/>
                  </a:cubicBezTo>
                  <a:cubicBezTo>
                    <a:pt x="5539" y="14538"/>
                    <a:pt x="4763" y="14456"/>
                    <a:pt x="4100" y="14344"/>
                  </a:cubicBezTo>
                  <a:cubicBezTo>
                    <a:pt x="1991" y="13988"/>
                    <a:pt x="536" y="13266"/>
                    <a:pt x="522" y="13259"/>
                  </a:cubicBezTo>
                  <a:cubicBezTo>
                    <a:pt x="475" y="13235"/>
                    <a:pt x="424" y="13224"/>
                    <a:pt x="375" y="13224"/>
                  </a:cubicBezTo>
                  <a:cubicBezTo>
                    <a:pt x="255" y="13224"/>
                    <a:pt x="140" y="13290"/>
                    <a:pt x="82" y="13404"/>
                  </a:cubicBezTo>
                  <a:cubicBezTo>
                    <a:pt x="1" y="13565"/>
                    <a:pt x="65" y="13763"/>
                    <a:pt x="227" y="13844"/>
                  </a:cubicBezTo>
                  <a:cubicBezTo>
                    <a:pt x="289" y="13875"/>
                    <a:pt x="1770" y="14612"/>
                    <a:pt x="3969" y="14986"/>
                  </a:cubicBezTo>
                  <a:cubicBezTo>
                    <a:pt x="4670" y="15106"/>
                    <a:pt x="5491" y="15193"/>
                    <a:pt x="6389" y="15193"/>
                  </a:cubicBezTo>
                  <a:cubicBezTo>
                    <a:pt x="8100" y="15193"/>
                    <a:pt x="10090" y="14873"/>
                    <a:pt x="12052" y="13842"/>
                  </a:cubicBezTo>
                  <a:cubicBezTo>
                    <a:pt x="13385" y="13139"/>
                    <a:pt x="14518" y="11975"/>
                    <a:pt x="15419" y="10378"/>
                  </a:cubicBezTo>
                  <a:cubicBezTo>
                    <a:pt x="16131" y="9118"/>
                    <a:pt x="16701" y="7588"/>
                    <a:pt x="17114" y="5827"/>
                  </a:cubicBezTo>
                  <a:cubicBezTo>
                    <a:pt x="17705" y="3309"/>
                    <a:pt x="17804" y="1007"/>
                    <a:pt x="17819" y="310"/>
                  </a:cubicBezTo>
                  <a:cubicBezTo>
                    <a:pt x="17666" y="120"/>
                    <a:pt x="17427" y="0"/>
                    <a:pt x="1725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29"/>
            <p:cNvSpPr/>
            <p:nvPr/>
          </p:nvSpPr>
          <p:spPr>
            <a:xfrm>
              <a:off x="1879075" y="3635000"/>
              <a:ext cx="243300" cy="211850"/>
            </a:xfrm>
            <a:custGeom>
              <a:rect b="b" l="l" r="r" t="t"/>
              <a:pathLst>
                <a:path extrusionOk="0" h="8474" w="9732">
                  <a:moveTo>
                    <a:pt x="6785" y="1"/>
                  </a:moveTo>
                  <a:cubicBezTo>
                    <a:pt x="6785" y="1"/>
                    <a:pt x="5453" y="5727"/>
                    <a:pt x="1200" y="5727"/>
                  </a:cubicBezTo>
                  <a:cubicBezTo>
                    <a:pt x="823" y="5727"/>
                    <a:pt x="424" y="5682"/>
                    <a:pt x="1" y="5584"/>
                  </a:cubicBezTo>
                  <a:lnTo>
                    <a:pt x="1" y="5584"/>
                  </a:lnTo>
                  <a:cubicBezTo>
                    <a:pt x="1" y="5584"/>
                    <a:pt x="774" y="8473"/>
                    <a:pt x="3557" y="8473"/>
                  </a:cubicBezTo>
                  <a:cubicBezTo>
                    <a:pt x="3971" y="8473"/>
                    <a:pt x="4429" y="8410"/>
                    <a:pt x="4936" y="8263"/>
                  </a:cubicBezTo>
                  <a:cubicBezTo>
                    <a:pt x="8851" y="7129"/>
                    <a:pt x="9732" y="1688"/>
                    <a:pt x="678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29"/>
            <p:cNvSpPr/>
            <p:nvPr/>
          </p:nvSpPr>
          <p:spPr>
            <a:xfrm>
              <a:off x="1998825" y="3768550"/>
              <a:ext cx="52000" cy="45350"/>
            </a:xfrm>
            <a:custGeom>
              <a:rect b="b" l="l" r="r" t="t"/>
              <a:pathLst>
                <a:path extrusionOk="0" h="1814" w="2080">
                  <a:moveTo>
                    <a:pt x="1674" y="0"/>
                  </a:moveTo>
                  <a:cubicBezTo>
                    <a:pt x="1101" y="595"/>
                    <a:pt x="694" y="906"/>
                    <a:pt x="0" y="1381"/>
                  </a:cubicBezTo>
                  <a:lnTo>
                    <a:pt x="454" y="1813"/>
                  </a:lnTo>
                  <a:cubicBezTo>
                    <a:pt x="454" y="1813"/>
                    <a:pt x="1502" y="1262"/>
                    <a:pt x="2080" y="401"/>
                  </a:cubicBezTo>
                  <a:lnTo>
                    <a:pt x="167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29"/>
            <p:cNvSpPr/>
            <p:nvPr/>
          </p:nvSpPr>
          <p:spPr>
            <a:xfrm>
              <a:off x="1879075" y="3635000"/>
              <a:ext cx="197350" cy="170875"/>
            </a:xfrm>
            <a:custGeom>
              <a:rect b="b" l="l" r="r" t="t"/>
              <a:pathLst>
                <a:path extrusionOk="0" h="6835" w="7894">
                  <a:moveTo>
                    <a:pt x="6785" y="1"/>
                  </a:moveTo>
                  <a:cubicBezTo>
                    <a:pt x="6572" y="529"/>
                    <a:pt x="6265" y="1026"/>
                    <a:pt x="5897" y="1489"/>
                  </a:cubicBezTo>
                  <a:cubicBezTo>
                    <a:pt x="5865" y="1531"/>
                    <a:pt x="5831" y="1573"/>
                    <a:pt x="5798" y="1612"/>
                  </a:cubicBezTo>
                  <a:cubicBezTo>
                    <a:pt x="4641" y="3014"/>
                    <a:pt x="2950" y="4097"/>
                    <a:pt x="1692" y="4774"/>
                  </a:cubicBezTo>
                  <a:cubicBezTo>
                    <a:pt x="1649" y="4798"/>
                    <a:pt x="1605" y="4822"/>
                    <a:pt x="1561" y="4845"/>
                  </a:cubicBezTo>
                  <a:cubicBezTo>
                    <a:pt x="653" y="5326"/>
                    <a:pt x="1" y="5584"/>
                    <a:pt x="1" y="5584"/>
                  </a:cubicBezTo>
                  <a:cubicBezTo>
                    <a:pt x="1" y="5584"/>
                    <a:pt x="1" y="6835"/>
                    <a:pt x="1652" y="6835"/>
                  </a:cubicBezTo>
                  <a:cubicBezTo>
                    <a:pt x="1806" y="6835"/>
                    <a:pt x="1974" y="6824"/>
                    <a:pt x="2158" y="6800"/>
                  </a:cubicBezTo>
                  <a:cubicBezTo>
                    <a:pt x="2595" y="6744"/>
                    <a:pt x="3016" y="6638"/>
                    <a:pt x="3414" y="6492"/>
                  </a:cubicBezTo>
                  <a:cubicBezTo>
                    <a:pt x="3488" y="6466"/>
                    <a:pt x="3560" y="6439"/>
                    <a:pt x="3630" y="6409"/>
                  </a:cubicBezTo>
                  <a:cubicBezTo>
                    <a:pt x="4903" y="5892"/>
                    <a:pt x="5944" y="4976"/>
                    <a:pt x="6634" y="3994"/>
                  </a:cubicBezTo>
                  <a:cubicBezTo>
                    <a:pt x="6687" y="3918"/>
                    <a:pt x="6738" y="3843"/>
                    <a:pt x="6786" y="3767"/>
                  </a:cubicBezTo>
                  <a:cubicBezTo>
                    <a:pt x="6786" y="3767"/>
                    <a:pt x="6786" y="3767"/>
                    <a:pt x="6786" y="3766"/>
                  </a:cubicBezTo>
                  <a:cubicBezTo>
                    <a:pt x="7138" y="3219"/>
                    <a:pt x="7379" y="2661"/>
                    <a:pt x="7491" y="2146"/>
                  </a:cubicBezTo>
                  <a:cubicBezTo>
                    <a:pt x="7894" y="286"/>
                    <a:pt x="6785" y="1"/>
                    <a:pt x="678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29"/>
            <p:cNvSpPr/>
            <p:nvPr/>
          </p:nvSpPr>
          <p:spPr>
            <a:xfrm>
              <a:off x="1918075" y="3754325"/>
              <a:ext cx="58475" cy="45800"/>
            </a:xfrm>
            <a:custGeom>
              <a:rect b="b" l="l" r="r" t="t"/>
              <a:pathLst>
                <a:path extrusionOk="0" h="1832" w="2339">
                  <a:moveTo>
                    <a:pt x="132" y="1"/>
                  </a:moveTo>
                  <a:cubicBezTo>
                    <a:pt x="89" y="25"/>
                    <a:pt x="45" y="49"/>
                    <a:pt x="1" y="71"/>
                  </a:cubicBezTo>
                  <a:cubicBezTo>
                    <a:pt x="202" y="438"/>
                    <a:pt x="502" y="757"/>
                    <a:pt x="807" y="1028"/>
                  </a:cubicBezTo>
                  <a:cubicBezTo>
                    <a:pt x="1114" y="1300"/>
                    <a:pt x="1467" y="1563"/>
                    <a:pt x="1854" y="1719"/>
                  </a:cubicBezTo>
                  <a:cubicBezTo>
                    <a:pt x="1969" y="1767"/>
                    <a:pt x="2088" y="1804"/>
                    <a:pt x="2209" y="1829"/>
                  </a:cubicBezTo>
                  <a:cubicBezTo>
                    <a:pt x="2216" y="1830"/>
                    <a:pt x="2222" y="1831"/>
                    <a:pt x="2228" y="1831"/>
                  </a:cubicBezTo>
                  <a:cubicBezTo>
                    <a:pt x="2309" y="1831"/>
                    <a:pt x="2339" y="1703"/>
                    <a:pt x="2250" y="1683"/>
                  </a:cubicBezTo>
                  <a:cubicBezTo>
                    <a:pt x="2190" y="1671"/>
                    <a:pt x="2129" y="1655"/>
                    <a:pt x="2070" y="1636"/>
                  </a:cubicBezTo>
                  <a:cubicBezTo>
                    <a:pt x="1639" y="1500"/>
                    <a:pt x="1248" y="1217"/>
                    <a:pt x="915" y="921"/>
                  </a:cubicBezTo>
                  <a:cubicBezTo>
                    <a:pt x="620" y="660"/>
                    <a:pt x="326" y="353"/>
                    <a:pt x="1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29"/>
            <p:cNvSpPr/>
            <p:nvPr/>
          </p:nvSpPr>
          <p:spPr>
            <a:xfrm>
              <a:off x="2024025" y="3672225"/>
              <a:ext cx="24775" cy="64050"/>
            </a:xfrm>
            <a:custGeom>
              <a:rect b="b" l="l" r="r" t="t"/>
              <a:pathLst>
                <a:path extrusionOk="0" h="2562" w="991">
                  <a:moveTo>
                    <a:pt x="99" y="0"/>
                  </a:moveTo>
                  <a:cubicBezTo>
                    <a:pt x="67" y="42"/>
                    <a:pt x="33" y="83"/>
                    <a:pt x="0" y="123"/>
                  </a:cubicBezTo>
                  <a:cubicBezTo>
                    <a:pt x="472" y="817"/>
                    <a:pt x="881" y="1649"/>
                    <a:pt x="835" y="2489"/>
                  </a:cubicBezTo>
                  <a:cubicBezTo>
                    <a:pt x="834" y="2495"/>
                    <a:pt x="835" y="2499"/>
                    <a:pt x="836" y="2505"/>
                  </a:cubicBezTo>
                  <a:cubicBezTo>
                    <a:pt x="841" y="2543"/>
                    <a:pt x="873" y="2562"/>
                    <a:pt x="907" y="2562"/>
                  </a:cubicBezTo>
                  <a:cubicBezTo>
                    <a:pt x="944" y="2562"/>
                    <a:pt x="984" y="2538"/>
                    <a:pt x="986" y="2489"/>
                  </a:cubicBezTo>
                  <a:cubicBezTo>
                    <a:pt x="990" y="2418"/>
                    <a:pt x="990" y="2348"/>
                    <a:pt x="988" y="2278"/>
                  </a:cubicBezTo>
                  <a:cubicBezTo>
                    <a:pt x="988" y="2278"/>
                    <a:pt x="988" y="2278"/>
                    <a:pt x="988" y="2277"/>
                  </a:cubicBezTo>
                  <a:cubicBezTo>
                    <a:pt x="964" y="1465"/>
                    <a:pt x="558" y="667"/>
                    <a:pt x="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29"/>
            <p:cNvSpPr/>
            <p:nvPr/>
          </p:nvSpPr>
          <p:spPr>
            <a:xfrm>
              <a:off x="2132825" y="3569225"/>
              <a:ext cx="49725" cy="435950"/>
            </a:xfrm>
            <a:custGeom>
              <a:rect b="b" l="l" r="r" t="t"/>
              <a:pathLst>
                <a:path extrusionOk="0" h="17438" w="1989">
                  <a:moveTo>
                    <a:pt x="692" y="0"/>
                  </a:moveTo>
                  <a:cubicBezTo>
                    <a:pt x="663" y="0"/>
                    <a:pt x="637" y="17"/>
                    <a:pt x="631" y="55"/>
                  </a:cubicBezTo>
                  <a:lnTo>
                    <a:pt x="630" y="55"/>
                  </a:lnTo>
                  <a:cubicBezTo>
                    <a:pt x="360" y="2018"/>
                    <a:pt x="100" y="3970"/>
                    <a:pt x="56" y="5954"/>
                  </a:cubicBezTo>
                  <a:cubicBezTo>
                    <a:pt x="0" y="8428"/>
                    <a:pt x="79" y="10901"/>
                    <a:pt x="573" y="13333"/>
                  </a:cubicBezTo>
                  <a:cubicBezTo>
                    <a:pt x="856" y="14727"/>
                    <a:pt x="1271" y="16091"/>
                    <a:pt x="1832" y="17397"/>
                  </a:cubicBezTo>
                  <a:cubicBezTo>
                    <a:pt x="1844" y="17426"/>
                    <a:pt x="1865" y="17438"/>
                    <a:pt x="1888" y="17438"/>
                  </a:cubicBezTo>
                  <a:cubicBezTo>
                    <a:pt x="1936" y="17438"/>
                    <a:pt x="1989" y="17383"/>
                    <a:pt x="1962" y="17322"/>
                  </a:cubicBezTo>
                  <a:cubicBezTo>
                    <a:pt x="963" y="14994"/>
                    <a:pt x="454" y="12487"/>
                    <a:pt x="272" y="9967"/>
                  </a:cubicBezTo>
                  <a:cubicBezTo>
                    <a:pt x="119" y="7842"/>
                    <a:pt x="141" y="5669"/>
                    <a:pt x="341" y="3548"/>
                  </a:cubicBezTo>
                  <a:cubicBezTo>
                    <a:pt x="451" y="2393"/>
                    <a:pt x="618" y="1244"/>
                    <a:pt x="777" y="96"/>
                  </a:cubicBezTo>
                  <a:cubicBezTo>
                    <a:pt x="785" y="38"/>
                    <a:pt x="735" y="0"/>
                    <a:pt x="69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29"/>
            <p:cNvSpPr/>
            <p:nvPr/>
          </p:nvSpPr>
          <p:spPr>
            <a:xfrm>
              <a:off x="1394350" y="3479925"/>
              <a:ext cx="371000" cy="701500"/>
            </a:xfrm>
            <a:custGeom>
              <a:rect b="b" l="l" r="r" t="t"/>
              <a:pathLst>
                <a:path extrusionOk="0" h="28060" w="14840">
                  <a:moveTo>
                    <a:pt x="13025" y="0"/>
                  </a:moveTo>
                  <a:cubicBezTo>
                    <a:pt x="13025" y="0"/>
                    <a:pt x="1791" y="9096"/>
                    <a:pt x="884" y="14615"/>
                  </a:cubicBezTo>
                  <a:cubicBezTo>
                    <a:pt x="0" y="19994"/>
                    <a:pt x="4770" y="28059"/>
                    <a:pt x="9237" y="28059"/>
                  </a:cubicBezTo>
                  <a:cubicBezTo>
                    <a:pt x="9353" y="28059"/>
                    <a:pt x="9469" y="28054"/>
                    <a:pt x="9585" y="28043"/>
                  </a:cubicBezTo>
                  <a:cubicBezTo>
                    <a:pt x="14146" y="27606"/>
                    <a:pt x="13538" y="22248"/>
                    <a:pt x="12558" y="21120"/>
                  </a:cubicBezTo>
                  <a:cubicBezTo>
                    <a:pt x="11578" y="19991"/>
                    <a:pt x="8478" y="17570"/>
                    <a:pt x="8894" y="16051"/>
                  </a:cubicBezTo>
                  <a:cubicBezTo>
                    <a:pt x="9311" y="14531"/>
                    <a:pt x="12558" y="10254"/>
                    <a:pt x="12558" y="10254"/>
                  </a:cubicBezTo>
                  <a:cubicBezTo>
                    <a:pt x="12558" y="10254"/>
                    <a:pt x="14839" y="3092"/>
                    <a:pt x="130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29"/>
            <p:cNvSpPr/>
            <p:nvPr/>
          </p:nvSpPr>
          <p:spPr>
            <a:xfrm>
              <a:off x="1607862" y="4070900"/>
              <a:ext cx="204225" cy="132000"/>
            </a:xfrm>
            <a:custGeom>
              <a:rect b="b" l="l" r="r" t="t"/>
              <a:pathLst>
                <a:path extrusionOk="0" h="5280" w="8169">
                  <a:moveTo>
                    <a:pt x="3671" y="1"/>
                  </a:moveTo>
                  <a:cubicBezTo>
                    <a:pt x="3080" y="1"/>
                    <a:pt x="1512" y="1079"/>
                    <a:pt x="1512" y="1079"/>
                  </a:cubicBezTo>
                  <a:lnTo>
                    <a:pt x="1511" y="1079"/>
                  </a:lnTo>
                  <a:cubicBezTo>
                    <a:pt x="1511" y="1079"/>
                    <a:pt x="0" y="3195"/>
                    <a:pt x="2135" y="4062"/>
                  </a:cubicBezTo>
                  <a:cubicBezTo>
                    <a:pt x="2669" y="4279"/>
                    <a:pt x="3920" y="4602"/>
                    <a:pt x="3849" y="4681"/>
                  </a:cubicBezTo>
                  <a:cubicBezTo>
                    <a:pt x="3784" y="4753"/>
                    <a:pt x="3164" y="4630"/>
                    <a:pt x="3164" y="5041"/>
                  </a:cubicBezTo>
                  <a:cubicBezTo>
                    <a:pt x="3164" y="5207"/>
                    <a:pt x="3562" y="5280"/>
                    <a:pt x="4001" y="5280"/>
                  </a:cubicBezTo>
                  <a:cubicBezTo>
                    <a:pt x="4501" y="5280"/>
                    <a:pt x="5055" y="5185"/>
                    <a:pt x="5130" y="5027"/>
                  </a:cubicBezTo>
                  <a:cubicBezTo>
                    <a:pt x="5271" y="4731"/>
                    <a:pt x="4180" y="3508"/>
                    <a:pt x="4180" y="3508"/>
                  </a:cubicBezTo>
                  <a:lnTo>
                    <a:pt x="4180" y="3508"/>
                  </a:lnTo>
                  <a:cubicBezTo>
                    <a:pt x="4180" y="3508"/>
                    <a:pt x="5739" y="4010"/>
                    <a:pt x="6401" y="4010"/>
                  </a:cubicBezTo>
                  <a:cubicBezTo>
                    <a:pt x="6616" y="4010"/>
                    <a:pt x="6737" y="3957"/>
                    <a:pt x="6679" y="3817"/>
                  </a:cubicBezTo>
                  <a:cubicBezTo>
                    <a:pt x="6534" y="3468"/>
                    <a:pt x="4913" y="2640"/>
                    <a:pt x="4913" y="2640"/>
                  </a:cubicBezTo>
                  <a:lnTo>
                    <a:pt x="4913" y="2640"/>
                  </a:lnTo>
                  <a:cubicBezTo>
                    <a:pt x="4913" y="2640"/>
                    <a:pt x="6486" y="3026"/>
                    <a:pt x="7332" y="3026"/>
                  </a:cubicBezTo>
                  <a:cubicBezTo>
                    <a:pt x="7588" y="3026"/>
                    <a:pt x="7778" y="2990"/>
                    <a:pt x="7837" y="2898"/>
                  </a:cubicBezTo>
                  <a:cubicBezTo>
                    <a:pt x="8090" y="2501"/>
                    <a:pt x="5607" y="1601"/>
                    <a:pt x="5607" y="1601"/>
                  </a:cubicBezTo>
                  <a:lnTo>
                    <a:pt x="5607" y="1601"/>
                  </a:lnTo>
                  <a:cubicBezTo>
                    <a:pt x="5607" y="1601"/>
                    <a:pt x="6393" y="1680"/>
                    <a:pt x="7070" y="1680"/>
                  </a:cubicBezTo>
                  <a:cubicBezTo>
                    <a:pt x="7661" y="1680"/>
                    <a:pt x="8169" y="1620"/>
                    <a:pt x="8002" y="1395"/>
                  </a:cubicBezTo>
                  <a:cubicBezTo>
                    <a:pt x="7645" y="913"/>
                    <a:pt x="4261" y="133"/>
                    <a:pt x="3754" y="10"/>
                  </a:cubicBezTo>
                  <a:cubicBezTo>
                    <a:pt x="3729" y="4"/>
                    <a:pt x="3701" y="1"/>
                    <a:pt x="3671" y="1"/>
                  </a:cubicBezTo>
                  <a:close/>
                </a:path>
              </a:pathLst>
            </a:custGeom>
            <a:solidFill>
              <a:srgbClr val="8D68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29"/>
            <p:cNvSpPr/>
            <p:nvPr/>
          </p:nvSpPr>
          <p:spPr>
            <a:xfrm>
              <a:off x="1555575" y="3836825"/>
              <a:ext cx="60650" cy="47975"/>
            </a:xfrm>
            <a:custGeom>
              <a:rect b="b" l="l" r="r" t="t"/>
              <a:pathLst>
                <a:path extrusionOk="0" h="1919" w="2426">
                  <a:moveTo>
                    <a:pt x="108" y="1"/>
                  </a:moveTo>
                  <a:cubicBezTo>
                    <a:pt x="29" y="1"/>
                    <a:pt x="1" y="127"/>
                    <a:pt x="88" y="149"/>
                  </a:cubicBezTo>
                  <a:cubicBezTo>
                    <a:pt x="1029" y="388"/>
                    <a:pt x="1819" y="1018"/>
                    <a:pt x="2265" y="1880"/>
                  </a:cubicBezTo>
                  <a:cubicBezTo>
                    <a:pt x="2279" y="1907"/>
                    <a:pt x="2301" y="1918"/>
                    <a:pt x="2324" y="1918"/>
                  </a:cubicBezTo>
                  <a:cubicBezTo>
                    <a:pt x="2374" y="1918"/>
                    <a:pt x="2426" y="1864"/>
                    <a:pt x="2395" y="1804"/>
                  </a:cubicBezTo>
                  <a:cubicBezTo>
                    <a:pt x="1933" y="909"/>
                    <a:pt x="1105" y="252"/>
                    <a:pt x="128" y="3"/>
                  </a:cubicBezTo>
                  <a:cubicBezTo>
                    <a:pt x="121" y="2"/>
                    <a:pt x="114"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29"/>
            <p:cNvSpPr/>
            <p:nvPr/>
          </p:nvSpPr>
          <p:spPr>
            <a:xfrm>
              <a:off x="1578475" y="3826375"/>
              <a:ext cx="21650" cy="34850"/>
            </a:xfrm>
            <a:custGeom>
              <a:rect b="b" l="l" r="r" t="t"/>
              <a:pathLst>
                <a:path extrusionOk="0" h="1394" w="866">
                  <a:moveTo>
                    <a:pt x="105" y="0"/>
                  </a:moveTo>
                  <a:cubicBezTo>
                    <a:pt x="51" y="0"/>
                    <a:pt x="1" y="76"/>
                    <a:pt x="47" y="132"/>
                  </a:cubicBezTo>
                  <a:cubicBezTo>
                    <a:pt x="347" y="492"/>
                    <a:pt x="564" y="895"/>
                    <a:pt x="702" y="1341"/>
                  </a:cubicBezTo>
                  <a:cubicBezTo>
                    <a:pt x="714" y="1378"/>
                    <a:pt x="743" y="1394"/>
                    <a:pt x="774" y="1394"/>
                  </a:cubicBezTo>
                  <a:cubicBezTo>
                    <a:pt x="819" y="1394"/>
                    <a:pt x="865" y="1357"/>
                    <a:pt x="848" y="1300"/>
                  </a:cubicBezTo>
                  <a:cubicBezTo>
                    <a:pt x="702" y="829"/>
                    <a:pt x="470" y="404"/>
                    <a:pt x="155" y="26"/>
                  </a:cubicBezTo>
                  <a:cubicBezTo>
                    <a:pt x="140" y="8"/>
                    <a:pt x="122" y="0"/>
                    <a:pt x="10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29"/>
            <p:cNvSpPr/>
            <p:nvPr/>
          </p:nvSpPr>
          <p:spPr>
            <a:xfrm>
              <a:off x="1411475" y="3746175"/>
              <a:ext cx="75000" cy="139250"/>
            </a:xfrm>
            <a:custGeom>
              <a:rect b="b" l="l" r="r" t="t"/>
              <a:pathLst>
                <a:path extrusionOk="0" h="5570" w="3000">
                  <a:moveTo>
                    <a:pt x="2121" y="1"/>
                  </a:moveTo>
                  <a:cubicBezTo>
                    <a:pt x="2074" y="1"/>
                    <a:pt x="2030" y="36"/>
                    <a:pt x="2051" y="91"/>
                  </a:cubicBezTo>
                  <a:cubicBezTo>
                    <a:pt x="2830" y="2114"/>
                    <a:pt x="1984" y="4407"/>
                    <a:pt x="73" y="5429"/>
                  </a:cubicBezTo>
                  <a:cubicBezTo>
                    <a:pt x="0" y="5469"/>
                    <a:pt x="45" y="5569"/>
                    <a:pt x="113" y="5569"/>
                  </a:cubicBezTo>
                  <a:cubicBezTo>
                    <a:pt x="125" y="5569"/>
                    <a:pt x="137" y="5566"/>
                    <a:pt x="150" y="5560"/>
                  </a:cubicBezTo>
                  <a:cubicBezTo>
                    <a:pt x="2115" y="4509"/>
                    <a:pt x="2999" y="2134"/>
                    <a:pt x="2196" y="52"/>
                  </a:cubicBezTo>
                  <a:cubicBezTo>
                    <a:pt x="2182" y="16"/>
                    <a:pt x="2151" y="1"/>
                    <a:pt x="21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29"/>
            <p:cNvSpPr/>
            <p:nvPr/>
          </p:nvSpPr>
          <p:spPr>
            <a:xfrm>
              <a:off x="1979100" y="3262200"/>
              <a:ext cx="24150" cy="13050"/>
            </a:xfrm>
            <a:custGeom>
              <a:rect b="b" l="l" r="r" t="t"/>
              <a:pathLst>
                <a:path extrusionOk="0" h="522" w="966">
                  <a:moveTo>
                    <a:pt x="340" y="0"/>
                  </a:moveTo>
                  <a:cubicBezTo>
                    <a:pt x="180" y="0"/>
                    <a:pt x="56" y="55"/>
                    <a:pt x="33" y="148"/>
                  </a:cubicBezTo>
                  <a:cubicBezTo>
                    <a:pt x="1" y="277"/>
                    <a:pt x="176" y="433"/>
                    <a:pt x="425" y="495"/>
                  </a:cubicBezTo>
                  <a:cubicBezTo>
                    <a:pt x="494" y="513"/>
                    <a:pt x="563" y="521"/>
                    <a:pt x="625" y="521"/>
                  </a:cubicBezTo>
                  <a:cubicBezTo>
                    <a:pt x="786" y="521"/>
                    <a:pt x="910" y="467"/>
                    <a:pt x="933" y="374"/>
                  </a:cubicBezTo>
                  <a:cubicBezTo>
                    <a:pt x="966" y="244"/>
                    <a:pt x="790" y="89"/>
                    <a:pt x="542" y="26"/>
                  </a:cubicBezTo>
                  <a:cubicBezTo>
                    <a:pt x="472" y="9"/>
                    <a:pt x="403" y="0"/>
                    <a:pt x="340" y="0"/>
                  </a:cubicBezTo>
                  <a:close/>
                </a:path>
              </a:pathLst>
            </a:custGeom>
            <a:solidFill>
              <a:srgbClr val="D8524A">
                <a:alpha val="5062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29"/>
            <p:cNvSpPr/>
            <p:nvPr/>
          </p:nvSpPr>
          <p:spPr>
            <a:xfrm>
              <a:off x="2042650" y="3281700"/>
              <a:ext cx="21575" cy="13050"/>
            </a:xfrm>
            <a:custGeom>
              <a:rect b="b" l="l" r="r" t="t"/>
              <a:pathLst>
                <a:path extrusionOk="0" h="522" w="863">
                  <a:moveTo>
                    <a:pt x="339" y="0"/>
                  </a:moveTo>
                  <a:cubicBezTo>
                    <a:pt x="179" y="0"/>
                    <a:pt x="55" y="55"/>
                    <a:pt x="32" y="148"/>
                  </a:cubicBezTo>
                  <a:cubicBezTo>
                    <a:pt x="0" y="277"/>
                    <a:pt x="175" y="433"/>
                    <a:pt x="423" y="495"/>
                  </a:cubicBezTo>
                  <a:cubicBezTo>
                    <a:pt x="492" y="513"/>
                    <a:pt x="560" y="521"/>
                    <a:pt x="623" y="521"/>
                  </a:cubicBezTo>
                  <a:cubicBezTo>
                    <a:pt x="690" y="521"/>
                    <a:pt x="750" y="512"/>
                    <a:pt x="800" y="494"/>
                  </a:cubicBezTo>
                  <a:lnTo>
                    <a:pt x="862" y="195"/>
                  </a:lnTo>
                  <a:cubicBezTo>
                    <a:pt x="792" y="124"/>
                    <a:pt x="677" y="60"/>
                    <a:pt x="541" y="26"/>
                  </a:cubicBezTo>
                  <a:cubicBezTo>
                    <a:pt x="471" y="9"/>
                    <a:pt x="402" y="0"/>
                    <a:pt x="339" y="0"/>
                  </a:cubicBezTo>
                  <a:close/>
                </a:path>
              </a:pathLst>
            </a:custGeom>
            <a:solidFill>
              <a:srgbClr val="D8524A">
                <a:alpha val="5062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30"/>
          <p:cNvSpPr txBox="1"/>
          <p:nvPr>
            <p:ph idx="1" type="body"/>
          </p:nvPr>
        </p:nvSpPr>
        <p:spPr>
          <a:xfrm>
            <a:off x="620950" y="595750"/>
            <a:ext cx="7610700" cy="3799200"/>
          </a:xfrm>
          <a:prstGeom prst="rect">
            <a:avLst/>
          </a:prstGeom>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SzPts val="2000"/>
              <a:buChar char="●"/>
            </a:pPr>
            <a:r>
              <a:rPr b="1" lang="en" sz="2000"/>
              <a:t>Team size: 7 developers</a:t>
            </a:r>
            <a:endParaRPr b="1" sz="2000"/>
          </a:p>
          <a:p>
            <a:pPr indent="-355600" lvl="0" marL="457200" rtl="0" algn="l">
              <a:lnSpc>
                <a:spcPct val="115000"/>
              </a:lnSpc>
              <a:spcBef>
                <a:spcPts val="0"/>
              </a:spcBef>
              <a:spcAft>
                <a:spcPts val="0"/>
              </a:spcAft>
              <a:buSzPts val="2000"/>
              <a:buChar char="●"/>
            </a:pPr>
            <a:r>
              <a:rPr b="1" lang="en" sz="2000"/>
              <a:t>Focus: </a:t>
            </a:r>
            <a:endParaRPr b="1" sz="2000"/>
          </a:p>
          <a:p>
            <a:pPr indent="-355600" lvl="1" marL="914400" rtl="0" algn="l">
              <a:lnSpc>
                <a:spcPct val="115000"/>
              </a:lnSpc>
              <a:spcBef>
                <a:spcPts val="0"/>
              </a:spcBef>
              <a:spcAft>
                <a:spcPts val="0"/>
              </a:spcAft>
              <a:buSzPts val="2000"/>
              <a:buChar char="○"/>
            </a:pPr>
            <a:r>
              <a:rPr b="1" lang="en" sz="2000"/>
              <a:t>Centralized ebook storage</a:t>
            </a:r>
            <a:endParaRPr b="1" sz="2000"/>
          </a:p>
          <a:p>
            <a:pPr indent="-355600" lvl="1" marL="914400" rtl="0" algn="l">
              <a:lnSpc>
                <a:spcPct val="115000"/>
              </a:lnSpc>
              <a:spcBef>
                <a:spcPts val="0"/>
              </a:spcBef>
              <a:spcAft>
                <a:spcPts val="0"/>
              </a:spcAft>
              <a:buSzPts val="2000"/>
              <a:buChar char="○"/>
            </a:pPr>
            <a:r>
              <a:rPr b="1" lang="en" sz="2000"/>
              <a:t>Reading + search + annotation features</a:t>
            </a:r>
            <a:endParaRPr b="1" sz="2000"/>
          </a:p>
          <a:p>
            <a:pPr indent="-355600" lvl="1" marL="914400" rtl="0" algn="l">
              <a:lnSpc>
                <a:spcPct val="115000"/>
              </a:lnSpc>
              <a:spcBef>
                <a:spcPts val="0"/>
              </a:spcBef>
              <a:spcAft>
                <a:spcPts val="0"/>
              </a:spcAft>
              <a:buSzPts val="2000"/>
              <a:buChar char="○"/>
            </a:pPr>
            <a:r>
              <a:rPr b="1" lang="en" sz="2000"/>
              <a:t>Student- and researcher-friendly workflow</a:t>
            </a:r>
            <a:endParaRPr b="1" sz="2000"/>
          </a:p>
          <a:p>
            <a:pPr indent="-355600" lvl="0" marL="457200" rtl="0" algn="l">
              <a:lnSpc>
                <a:spcPct val="115000"/>
              </a:lnSpc>
              <a:spcBef>
                <a:spcPts val="0"/>
              </a:spcBef>
              <a:spcAft>
                <a:spcPts val="0"/>
              </a:spcAft>
              <a:buSzPts val="2000"/>
              <a:buChar char="●"/>
            </a:pPr>
            <a:r>
              <a:rPr b="1" lang="en" sz="2000"/>
              <a:t>This section covers:</a:t>
            </a:r>
            <a:endParaRPr b="1" sz="2000"/>
          </a:p>
          <a:p>
            <a:pPr indent="-355600" lvl="1" marL="914400" rtl="0" algn="l">
              <a:lnSpc>
                <a:spcPct val="115000"/>
              </a:lnSpc>
              <a:spcBef>
                <a:spcPts val="0"/>
              </a:spcBef>
              <a:spcAft>
                <a:spcPts val="0"/>
              </a:spcAft>
              <a:buSzPts val="2000"/>
              <a:buChar char="○"/>
            </a:pPr>
            <a:r>
              <a:rPr b="1" lang="en" sz="2000"/>
              <a:t>Assumptions</a:t>
            </a:r>
            <a:endParaRPr b="1" sz="2000"/>
          </a:p>
          <a:p>
            <a:pPr indent="-355600" lvl="1" marL="914400" rtl="0" algn="l">
              <a:lnSpc>
                <a:spcPct val="115000"/>
              </a:lnSpc>
              <a:spcBef>
                <a:spcPts val="0"/>
              </a:spcBef>
              <a:spcAft>
                <a:spcPts val="0"/>
              </a:spcAft>
              <a:buSzPts val="2000"/>
              <a:buChar char="○"/>
            </a:pPr>
            <a:r>
              <a:rPr b="1" lang="en" sz="2000"/>
              <a:t>Effort breakdown</a:t>
            </a:r>
            <a:endParaRPr b="1" sz="2000"/>
          </a:p>
          <a:p>
            <a:pPr indent="-355600" lvl="1" marL="914400" rtl="0" algn="l">
              <a:lnSpc>
                <a:spcPct val="115000"/>
              </a:lnSpc>
              <a:spcBef>
                <a:spcPts val="0"/>
              </a:spcBef>
              <a:spcAft>
                <a:spcPts val="0"/>
              </a:spcAft>
              <a:buSzPts val="2000"/>
              <a:buChar char="○"/>
            </a:pPr>
            <a:r>
              <a:rPr b="1" lang="en" sz="2000"/>
              <a:t>Cost estimate</a:t>
            </a:r>
            <a:endParaRPr b="1" sz="2000"/>
          </a:p>
          <a:p>
            <a:pPr indent="-355600" lvl="1" marL="914400" rtl="0" algn="l">
              <a:lnSpc>
                <a:spcPct val="115000"/>
              </a:lnSpc>
              <a:spcBef>
                <a:spcPts val="0"/>
              </a:spcBef>
              <a:spcAft>
                <a:spcPts val="0"/>
              </a:spcAft>
              <a:buSzPts val="2000"/>
              <a:buChar char="○"/>
            </a:pPr>
            <a:r>
              <a:rPr b="1" lang="en" sz="2000"/>
              <a:t>Proposed price</a:t>
            </a:r>
            <a:endParaRPr b="1" sz="2000"/>
          </a:p>
          <a:p>
            <a:pPr indent="0" lvl="0" marL="0" rtl="0" algn="l">
              <a:lnSpc>
                <a:spcPct val="115000"/>
              </a:lnSpc>
              <a:spcBef>
                <a:spcPts val="0"/>
              </a:spcBef>
              <a:spcAft>
                <a:spcPts val="0"/>
              </a:spcAft>
              <a:buNone/>
            </a:pPr>
            <a:r>
              <a:rPr lang="en" sz="2000"/>
              <a:t> </a:t>
            </a:r>
            <a:endParaRPr sz="2000"/>
          </a:p>
          <a:p>
            <a:pPr indent="0" lvl="0" marL="0" rtl="0" algn="l">
              <a:lnSpc>
                <a:spcPct val="115000"/>
              </a:lnSpc>
              <a:spcBef>
                <a:spcPts val="1000"/>
              </a:spcBef>
              <a:spcAft>
                <a:spcPts val="1000"/>
              </a:spcAft>
              <a:buNone/>
            </a:pPr>
            <a:r>
              <a:t/>
            </a:r>
            <a:endParaRPr sz="2000"/>
          </a:p>
        </p:txBody>
      </p:sp>
      <p:sp>
        <p:nvSpPr>
          <p:cNvPr id="651" name="Google Shape;651;p30">
            <a:hlinkClick action="ppaction://hlinkshowjump?jump=nextslide"/>
          </p:cNvPr>
          <p:cNvSpPr/>
          <p:nvPr/>
        </p:nvSpPr>
        <p:spPr>
          <a:xfrm rot="10800000">
            <a:off x="8795200" y="4467625"/>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30">
            <a:hlinkClick action="ppaction://hlinksldjump" r:id="rId3"/>
          </p:cNvPr>
          <p:cNvSpPr/>
          <p:nvPr/>
        </p:nvSpPr>
        <p:spPr>
          <a:xfrm>
            <a:off x="8777675" y="2488988"/>
            <a:ext cx="163200" cy="163200"/>
          </a:xfrm>
          <a:prstGeom prst="rect">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30">
            <a:hlinkClick action="ppaction://hlinkshowjump?jump=previousslide"/>
          </p:cNvPr>
          <p:cNvSpPr/>
          <p:nvPr/>
        </p:nvSpPr>
        <p:spPr>
          <a:xfrm flipH="1">
            <a:off x="8795200" y="539500"/>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31"/>
          <p:cNvSpPr txBox="1"/>
          <p:nvPr>
            <p:ph type="title"/>
          </p:nvPr>
        </p:nvSpPr>
        <p:spPr>
          <a:xfrm>
            <a:off x="713225" y="383000"/>
            <a:ext cx="7562100" cy="674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Key Assumptions</a:t>
            </a:r>
            <a:endParaRPr/>
          </a:p>
        </p:txBody>
      </p:sp>
      <p:sp>
        <p:nvSpPr>
          <p:cNvPr id="659" name="Google Shape;659;p31"/>
          <p:cNvSpPr txBox="1"/>
          <p:nvPr>
            <p:ph idx="1" type="body"/>
          </p:nvPr>
        </p:nvSpPr>
        <p:spPr>
          <a:xfrm>
            <a:off x="664625" y="1098100"/>
            <a:ext cx="7610700" cy="1852500"/>
          </a:xfrm>
          <a:prstGeom prst="rect">
            <a:avLst/>
          </a:prstGeom>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SzPts val="2000"/>
              <a:buChar char="●"/>
            </a:pPr>
            <a:r>
              <a:rPr b="1" lang="en" sz="2000"/>
              <a:t>Team size: 7 Developers</a:t>
            </a:r>
            <a:endParaRPr b="1" sz="2000"/>
          </a:p>
          <a:p>
            <a:pPr indent="-355600" lvl="0" marL="457200" rtl="0" algn="l">
              <a:lnSpc>
                <a:spcPct val="115000"/>
              </a:lnSpc>
              <a:spcBef>
                <a:spcPts val="0"/>
              </a:spcBef>
              <a:spcAft>
                <a:spcPts val="0"/>
              </a:spcAft>
              <a:buSzPts val="2000"/>
              <a:buChar char="●"/>
            </a:pPr>
            <a:r>
              <a:rPr b="1" lang="en" sz="2000"/>
              <a:t>Workload: 5 hours/person/week (no weekends)</a:t>
            </a:r>
            <a:endParaRPr b="1" sz="2000"/>
          </a:p>
          <a:p>
            <a:pPr indent="-355600" lvl="0" marL="457200" rtl="0" algn="l">
              <a:lnSpc>
                <a:spcPct val="115000"/>
              </a:lnSpc>
              <a:spcBef>
                <a:spcPts val="0"/>
              </a:spcBef>
              <a:spcAft>
                <a:spcPts val="0"/>
              </a:spcAft>
              <a:buSzPts val="2000"/>
              <a:buChar char="●"/>
            </a:pPr>
            <a:r>
              <a:rPr b="1" lang="en" sz="2000"/>
              <a:t>Hourly rate (hypothetical): $35/hour</a:t>
            </a:r>
            <a:endParaRPr b="1" sz="2000"/>
          </a:p>
          <a:p>
            <a:pPr indent="0" lvl="0" marL="0" rtl="0" algn="l">
              <a:lnSpc>
                <a:spcPct val="115000"/>
              </a:lnSpc>
              <a:spcBef>
                <a:spcPts val="1000"/>
              </a:spcBef>
              <a:spcAft>
                <a:spcPts val="1000"/>
              </a:spcAft>
              <a:buNone/>
            </a:pPr>
            <a:r>
              <a:t/>
            </a:r>
            <a:endParaRPr sz="2000"/>
          </a:p>
        </p:txBody>
      </p:sp>
      <p:sp>
        <p:nvSpPr>
          <p:cNvPr id="660" name="Google Shape;660;p31">
            <a:hlinkClick action="ppaction://hlinkshowjump?jump=nextslide"/>
          </p:cNvPr>
          <p:cNvSpPr/>
          <p:nvPr/>
        </p:nvSpPr>
        <p:spPr>
          <a:xfrm rot="10800000">
            <a:off x="8795200" y="4467625"/>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31">
            <a:hlinkClick action="ppaction://hlinksldjump" r:id="rId3"/>
          </p:cNvPr>
          <p:cNvSpPr/>
          <p:nvPr/>
        </p:nvSpPr>
        <p:spPr>
          <a:xfrm>
            <a:off x="8777675" y="2488988"/>
            <a:ext cx="163200" cy="163200"/>
          </a:xfrm>
          <a:prstGeom prst="rect">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31">
            <a:hlinkClick action="ppaction://hlinkshowjump?jump=previousslide"/>
          </p:cNvPr>
          <p:cNvSpPr/>
          <p:nvPr/>
        </p:nvSpPr>
        <p:spPr>
          <a:xfrm flipH="1">
            <a:off x="8795200" y="539500"/>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32"/>
          <p:cNvSpPr txBox="1"/>
          <p:nvPr>
            <p:ph type="title"/>
          </p:nvPr>
        </p:nvSpPr>
        <p:spPr>
          <a:xfrm>
            <a:off x="713225" y="383000"/>
            <a:ext cx="7562100" cy="674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Scope Included in Estimate</a:t>
            </a:r>
            <a:endParaRPr/>
          </a:p>
        </p:txBody>
      </p:sp>
      <p:sp>
        <p:nvSpPr>
          <p:cNvPr id="668" name="Google Shape;668;p32"/>
          <p:cNvSpPr txBox="1"/>
          <p:nvPr>
            <p:ph idx="1" type="body"/>
          </p:nvPr>
        </p:nvSpPr>
        <p:spPr>
          <a:xfrm>
            <a:off x="664625" y="1098100"/>
            <a:ext cx="7610700" cy="3799200"/>
          </a:xfrm>
          <a:prstGeom prst="rect">
            <a:avLst/>
          </a:prstGeom>
        </p:spPr>
        <p:txBody>
          <a:bodyPr anchorCtr="0" anchor="t" bIns="91425" lIns="91425" spcFirstLastPara="1" rIns="91425" wrap="square" tIns="91425">
            <a:noAutofit/>
          </a:bodyPr>
          <a:lstStyle/>
          <a:p>
            <a:pPr indent="-336550" lvl="0" marL="457200" rtl="0" algn="l">
              <a:lnSpc>
                <a:spcPct val="115000"/>
              </a:lnSpc>
              <a:spcBef>
                <a:spcPts val="0"/>
              </a:spcBef>
              <a:spcAft>
                <a:spcPts val="0"/>
              </a:spcAft>
              <a:buSzPts val="1700"/>
              <a:buChar char="●"/>
            </a:pPr>
            <a:r>
              <a:rPr b="1" lang="en" sz="1700"/>
              <a:t>Management:</a:t>
            </a:r>
            <a:endParaRPr b="1" sz="1700"/>
          </a:p>
          <a:p>
            <a:pPr indent="-336550" lvl="1" marL="914400" rtl="0" algn="l">
              <a:lnSpc>
                <a:spcPct val="115000"/>
              </a:lnSpc>
              <a:spcBef>
                <a:spcPts val="0"/>
              </a:spcBef>
              <a:spcAft>
                <a:spcPts val="0"/>
              </a:spcAft>
              <a:buSzPts val="1700"/>
              <a:buChar char="○"/>
            </a:pPr>
            <a:r>
              <a:rPr b="1" lang="en" sz="1700"/>
              <a:t>Load books from folder (.txt, .pdf)</a:t>
            </a:r>
            <a:endParaRPr b="1" sz="1700"/>
          </a:p>
          <a:p>
            <a:pPr indent="-336550" lvl="1" marL="914400" rtl="0" algn="l">
              <a:lnSpc>
                <a:spcPct val="115000"/>
              </a:lnSpc>
              <a:spcBef>
                <a:spcPts val="0"/>
              </a:spcBef>
              <a:spcAft>
                <a:spcPts val="0"/>
              </a:spcAft>
              <a:buSzPts val="1700"/>
              <a:buChar char="○"/>
            </a:pPr>
            <a:r>
              <a:rPr b="1" lang="en" sz="1700"/>
              <a:t>Delete books</a:t>
            </a:r>
            <a:endParaRPr b="1" sz="1700"/>
          </a:p>
          <a:p>
            <a:pPr indent="-336550" lvl="1" marL="914400" rtl="0" algn="l">
              <a:lnSpc>
                <a:spcPct val="115000"/>
              </a:lnSpc>
              <a:spcBef>
                <a:spcPts val="0"/>
              </a:spcBef>
              <a:spcAft>
                <a:spcPts val="0"/>
              </a:spcAft>
              <a:buSzPts val="1700"/>
              <a:buChar char="○"/>
            </a:pPr>
            <a:r>
              <a:rPr b="1" lang="en" sz="1700"/>
              <a:t>Create/manage categories</a:t>
            </a:r>
            <a:endParaRPr b="1" sz="1700"/>
          </a:p>
          <a:p>
            <a:pPr indent="-336550" lvl="1" marL="914400" rtl="0" algn="l">
              <a:lnSpc>
                <a:spcPct val="115000"/>
              </a:lnSpc>
              <a:spcBef>
                <a:spcPts val="0"/>
              </a:spcBef>
              <a:spcAft>
                <a:spcPts val="0"/>
              </a:spcAft>
              <a:buSzPts val="1700"/>
              <a:buChar char="○"/>
            </a:pPr>
            <a:r>
              <a:rPr b="1" lang="en" sz="1700"/>
              <a:t>Search books by text</a:t>
            </a:r>
            <a:endParaRPr b="1" sz="1700"/>
          </a:p>
          <a:p>
            <a:pPr indent="-336550" lvl="0" marL="457200" rtl="0" algn="l">
              <a:lnSpc>
                <a:spcPct val="115000"/>
              </a:lnSpc>
              <a:spcBef>
                <a:spcPts val="0"/>
              </a:spcBef>
              <a:spcAft>
                <a:spcPts val="0"/>
              </a:spcAft>
              <a:buSzPts val="1700"/>
              <a:buChar char="●"/>
            </a:pPr>
            <a:r>
              <a:rPr b="1" lang="en" sz="1700"/>
              <a:t>Reading:</a:t>
            </a:r>
            <a:endParaRPr b="1" sz="1700"/>
          </a:p>
          <a:p>
            <a:pPr indent="-336550" lvl="1" marL="914400" rtl="0" algn="l">
              <a:lnSpc>
                <a:spcPct val="115000"/>
              </a:lnSpc>
              <a:spcBef>
                <a:spcPts val="0"/>
              </a:spcBef>
              <a:spcAft>
                <a:spcPts val="0"/>
              </a:spcAft>
              <a:buSzPts val="1700"/>
              <a:buChar char="○"/>
            </a:pPr>
            <a:r>
              <a:rPr b="1" lang="en" sz="1700"/>
              <a:t>Page navigation (swipe / next–previous)</a:t>
            </a:r>
            <a:endParaRPr b="1" sz="1700"/>
          </a:p>
          <a:p>
            <a:pPr indent="-336550" lvl="1" marL="914400" rtl="0" algn="l">
              <a:lnSpc>
                <a:spcPct val="115000"/>
              </a:lnSpc>
              <a:spcBef>
                <a:spcPts val="0"/>
              </a:spcBef>
              <a:spcAft>
                <a:spcPts val="0"/>
              </a:spcAft>
              <a:buSzPts val="1700"/>
              <a:buChar char="○"/>
            </a:pPr>
            <a:r>
              <a:rPr b="1" lang="en" sz="1700"/>
              <a:t>Bookmark pages</a:t>
            </a:r>
            <a:endParaRPr b="1" sz="1700"/>
          </a:p>
          <a:p>
            <a:pPr indent="-336550" lvl="1" marL="914400" rtl="0" algn="l">
              <a:lnSpc>
                <a:spcPct val="115000"/>
              </a:lnSpc>
              <a:spcBef>
                <a:spcPts val="0"/>
              </a:spcBef>
              <a:spcAft>
                <a:spcPts val="0"/>
              </a:spcAft>
              <a:buSzPts val="1700"/>
              <a:buChar char="○"/>
            </a:pPr>
            <a:r>
              <a:rPr b="1" lang="en" sz="1700"/>
              <a:t>Day/night mode</a:t>
            </a:r>
            <a:endParaRPr b="1" sz="1700"/>
          </a:p>
          <a:p>
            <a:pPr indent="-336550" lvl="1" marL="914400" rtl="0" algn="l">
              <a:lnSpc>
                <a:spcPct val="115000"/>
              </a:lnSpc>
              <a:spcBef>
                <a:spcPts val="0"/>
              </a:spcBef>
              <a:spcAft>
                <a:spcPts val="0"/>
              </a:spcAft>
              <a:buSzPts val="1700"/>
              <a:buChar char="○"/>
            </a:pPr>
            <a:r>
              <a:rPr b="1" lang="en" sz="1700"/>
              <a:t>Word search within book</a:t>
            </a:r>
            <a:endParaRPr b="1" sz="1700"/>
          </a:p>
          <a:p>
            <a:pPr indent="-336550" lvl="1" marL="914400" rtl="0" algn="l">
              <a:lnSpc>
                <a:spcPct val="115000"/>
              </a:lnSpc>
              <a:spcBef>
                <a:spcPts val="0"/>
              </a:spcBef>
              <a:spcAft>
                <a:spcPts val="0"/>
              </a:spcAft>
              <a:buSzPts val="1700"/>
              <a:buChar char="○"/>
            </a:pPr>
            <a:r>
              <a:rPr b="1" lang="en" sz="1700"/>
              <a:t>Basic chapter navigation</a:t>
            </a:r>
            <a:endParaRPr b="1" sz="1700"/>
          </a:p>
        </p:txBody>
      </p:sp>
      <p:sp>
        <p:nvSpPr>
          <p:cNvPr id="669" name="Google Shape;669;p32">
            <a:hlinkClick action="ppaction://hlinkshowjump?jump=nextslide"/>
          </p:cNvPr>
          <p:cNvSpPr/>
          <p:nvPr/>
        </p:nvSpPr>
        <p:spPr>
          <a:xfrm rot="10800000">
            <a:off x="8795200" y="4467625"/>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32">
            <a:hlinkClick action="ppaction://hlinksldjump" r:id="rId3"/>
          </p:cNvPr>
          <p:cNvSpPr/>
          <p:nvPr/>
        </p:nvSpPr>
        <p:spPr>
          <a:xfrm>
            <a:off x="8777675" y="2488988"/>
            <a:ext cx="163200" cy="163200"/>
          </a:xfrm>
          <a:prstGeom prst="rect">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32">
            <a:hlinkClick action="ppaction://hlinkshowjump?jump=previousslide"/>
          </p:cNvPr>
          <p:cNvSpPr/>
          <p:nvPr/>
        </p:nvSpPr>
        <p:spPr>
          <a:xfrm flipH="1">
            <a:off x="8795200" y="539500"/>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33"/>
          <p:cNvSpPr txBox="1"/>
          <p:nvPr>
            <p:ph type="title"/>
          </p:nvPr>
        </p:nvSpPr>
        <p:spPr>
          <a:xfrm>
            <a:off x="713225" y="383000"/>
            <a:ext cx="7562100" cy="674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Scope Included in Estimate</a:t>
            </a:r>
            <a:endParaRPr/>
          </a:p>
        </p:txBody>
      </p:sp>
      <p:sp>
        <p:nvSpPr>
          <p:cNvPr id="677" name="Google Shape;677;p33"/>
          <p:cNvSpPr txBox="1"/>
          <p:nvPr>
            <p:ph idx="1" type="body"/>
          </p:nvPr>
        </p:nvSpPr>
        <p:spPr>
          <a:xfrm>
            <a:off x="664625" y="1098100"/>
            <a:ext cx="7610700" cy="3799200"/>
          </a:xfrm>
          <a:prstGeom prst="rect">
            <a:avLst/>
          </a:prstGeom>
        </p:spPr>
        <p:txBody>
          <a:bodyPr anchorCtr="0" anchor="t" bIns="91425" lIns="91425" spcFirstLastPara="1" rIns="91425" wrap="square" tIns="91425">
            <a:noAutofit/>
          </a:bodyPr>
          <a:lstStyle/>
          <a:p>
            <a:pPr indent="-336550" lvl="0" marL="457200" rtl="0" algn="l">
              <a:lnSpc>
                <a:spcPct val="115000"/>
              </a:lnSpc>
              <a:spcBef>
                <a:spcPts val="0"/>
              </a:spcBef>
              <a:spcAft>
                <a:spcPts val="0"/>
              </a:spcAft>
              <a:buSzPts val="1700"/>
              <a:buChar char="●"/>
            </a:pPr>
            <a:r>
              <a:rPr b="1" lang="en" sz="1700"/>
              <a:t>Notation:</a:t>
            </a:r>
            <a:endParaRPr b="1" sz="1700"/>
          </a:p>
          <a:p>
            <a:pPr indent="-336550" lvl="1" marL="914400" rtl="0" algn="l">
              <a:lnSpc>
                <a:spcPct val="115000"/>
              </a:lnSpc>
              <a:spcBef>
                <a:spcPts val="0"/>
              </a:spcBef>
              <a:spcAft>
                <a:spcPts val="0"/>
              </a:spcAft>
              <a:buSzPts val="1700"/>
              <a:buChar char="○"/>
            </a:pPr>
            <a:r>
              <a:rPr b="1" lang="en" sz="1700"/>
              <a:t>Add, view, edit, delete page notes</a:t>
            </a:r>
            <a:endParaRPr b="1" sz="1700"/>
          </a:p>
          <a:p>
            <a:pPr indent="-336550" lvl="1" marL="914400" rtl="0" algn="l">
              <a:lnSpc>
                <a:spcPct val="115000"/>
              </a:lnSpc>
              <a:spcBef>
                <a:spcPts val="0"/>
              </a:spcBef>
              <a:spcAft>
                <a:spcPts val="0"/>
              </a:spcAft>
              <a:buSzPts val="1700"/>
              <a:buChar char="○"/>
            </a:pPr>
            <a:r>
              <a:rPr b="1" lang="en" sz="1700"/>
              <a:t>View all notes in a book</a:t>
            </a:r>
            <a:endParaRPr b="1" sz="1700"/>
          </a:p>
          <a:p>
            <a:pPr indent="-336550" lvl="0" marL="457200" rtl="0" algn="l">
              <a:lnSpc>
                <a:spcPct val="115000"/>
              </a:lnSpc>
              <a:spcBef>
                <a:spcPts val="0"/>
              </a:spcBef>
              <a:spcAft>
                <a:spcPts val="0"/>
              </a:spcAft>
              <a:buSzPts val="1700"/>
              <a:buChar char="●"/>
            </a:pPr>
            <a:r>
              <a:rPr b="1" lang="en" sz="1700"/>
              <a:t>Quality of Life:</a:t>
            </a:r>
            <a:endParaRPr b="1" sz="1700"/>
          </a:p>
          <a:p>
            <a:pPr indent="-336550" lvl="1" marL="914400" rtl="0" algn="l">
              <a:lnSpc>
                <a:spcPct val="115000"/>
              </a:lnSpc>
              <a:spcBef>
                <a:spcPts val="0"/>
              </a:spcBef>
              <a:spcAft>
                <a:spcPts val="0"/>
              </a:spcAft>
              <a:buSzPts val="1700"/>
              <a:buChar char="○"/>
            </a:pPr>
            <a:r>
              <a:rPr b="1" lang="en" sz="1700"/>
              <a:t>Zoom in/out</a:t>
            </a:r>
            <a:endParaRPr b="1" sz="1700"/>
          </a:p>
          <a:p>
            <a:pPr indent="-336550" lvl="1" marL="914400" rtl="0" algn="l">
              <a:lnSpc>
                <a:spcPct val="115000"/>
              </a:lnSpc>
              <a:spcBef>
                <a:spcPts val="0"/>
              </a:spcBef>
              <a:spcAft>
                <a:spcPts val="0"/>
              </a:spcAft>
              <a:buSzPts val="1700"/>
              <a:buChar char="○"/>
            </a:pPr>
            <a:r>
              <a:rPr b="1" lang="en" sz="1700"/>
              <a:t>Optional scrolling mode</a:t>
            </a:r>
            <a:endParaRPr b="1" sz="1700"/>
          </a:p>
        </p:txBody>
      </p:sp>
      <p:sp>
        <p:nvSpPr>
          <p:cNvPr id="678" name="Google Shape;678;p33">
            <a:hlinkClick action="ppaction://hlinkshowjump?jump=nextslide"/>
          </p:cNvPr>
          <p:cNvSpPr/>
          <p:nvPr/>
        </p:nvSpPr>
        <p:spPr>
          <a:xfrm rot="10800000">
            <a:off x="8795200" y="4467625"/>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33">
            <a:hlinkClick action="ppaction://hlinksldjump" r:id="rId3"/>
          </p:cNvPr>
          <p:cNvSpPr/>
          <p:nvPr/>
        </p:nvSpPr>
        <p:spPr>
          <a:xfrm>
            <a:off x="8777675" y="2488988"/>
            <a:ext cx="163200" cy="163200"/>
          </a:xfrm>
          <a:prstGeom prst="rect">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33">
            <a:hlinkClick action="ppaction://hlinkshowjump?jump=previousslide"/>
          </p:cNvPr>
          <p:cNvSpPr/>
          <p:nvPr/>
        </p:nvSpPr>
        <p:spPr>
          <a:xfrm flipH="1">
            <a:off x="8795200" y="539500"/>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34"/>
          <p:cNvSpPr txBox="1"/>
          <p:nvPr>
            <p:ph type="title"/>
          </p:nvPr>
        </p:nvSpPr>
        <p:spPr>
          <a:xfrm>
            <a:off x="713225" y="383000"/>
            <a:ext cx="7562100" cy="674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Effort Breakdown</a:t>
            </a:r>
            <a:endParaRPr/>
          </a:p>
        </p:txBody>
      </p:sp>
      <p:sp>
        <p:nvSpPr>
          <p:cNvPr id="686" name="Google Shape;686;p34">
            <a:hlinkClick action="ppaction://hlinkshowjump?jump=nextslide"/>
          </p:cNvPr>
          <p:cNvSpPr/>
          <p:nvPr/>
        </p:nvSpPr>
        <p:spPr>
          <a:xfrm rot="10800000">
            <a:off x="8795200" y="4467625"/>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34">
            <a:hlinkClick action="ppaction://hlinksldjump" r:id="rId3"/>
          </p:cNvPr>
          <p:cNvSpPr/>
          <p:nvPr/>
        </p:nvSpPr>
        <p:spPr>
          <a:xfrm>
            <a:off x="8777675" y="2488988"/>
            <a:ext cx="163200" cy="163200"/>
          </a:xfrm>
          <a:prstGeom prst="rect">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34">
            <a:hlinkClick action="ppaction://hlinkshowjump?jump=previousslide"/>
          </p:cNvPr>
          <p:cNvSpPr/>
          <p:nvPr/>
        </p:nvSpPr>
        <p:spPr>
          <a:xfrm flipH="1">
            <a:off x="8795200" y="539500"/>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34"/>
          <p:cNvSpPr txBox="1"/>
          <p:nvPr/>
        </p:nvSpPr>
        <p:spPr>
          <a:xfrm>
            <a:off x="294875" y="4125025"/>
            <a:ext cx="82098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700"/>
              </a:spcBef>
              <a:spcAft>
                <a:spcPts val="1700"/>
              </a:spcAft>
              <a:buNone/>
            </a:pPr>
            <a:r>
              <a:rPr b="1" lang="en" sz="1700"/>
              <a:t>Note: </a:t>
            </a:r>
            <a:r>
              <a:rPr b="1" lang="en" sz="1700"/>
              <a:t>Effort includes design, coding, testing, and preparing final deliverables.</a:t>
            </a:r>
            <a:endParaRPr b="1" sz="1700"/>
          </a:p>
        </p:txBody>
      </p:sp>
      <p:pic>
        <p:nvPicPr>
          <p:cNvPr id="690" name="Google Shape;690;p34"/>
          <p:cNvPicPr preferRelativeResize="0"/>
          <p:nvPr/>
        </p:nvPicPr>
        <p:blipFill>
          <a:blip r:embed="rId4">
            <a:alphaModFix/>
          </a:blip>
          <a:stretch>
            <a:fillRect/>
          </a:stretch>
        </p:blipFill>
        <p:spPr>
          <a:xfrm>
            <a:off x="763950" y="1057100"/>
            <a:ext cx="7077175" cy="28633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p35"/>
          <p:cNvSpPr txBox="1"/>
          <p:nvPr>
            <p:ph type="title"/>
          </p:nvPr>
        </p:nvSpPr>
        <p:spPr>
          <a:xfrm>
            <a:off x="713225" y="383000"/>
            <a:ext cx="7562100" cy="674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Cost Estimation</a:t>
            </a:r>
            <a:endParaRPr/>
          </a:p>
        </p:txBody>
      </p:sp>
      <p:sp>
        <p:nvSpPr>
          <p:cNvPr id="696" name="Google Shape;696;p35"/>
          <p:cNvSpPr txBox="1"/>
          <p:nvPr>
            <p:ph idx="1" type="body"/>
          </p:nvPr>
        </p:nvSpPr>
        <p:spPr>
          <a:xfrm>
            <a:off x="664625" y="1098100"/>
            <a:ext cx="7610700" cy="3799200"/>
          </a:xfrm>
          <a:prstGeom prst="rect">
            <a:avLst/>
          </a:prstGeom>
        </p:spPr>
        <p:txBody>
          <a:bodyPr anchorCtr="0" anchor="t" bIns="91425" lIns="91425" spcFirstLastPara="1" rIns="91425" wrap="square" tIns="91425">
            <a:noAutofit/>
          </a:bodyPr>
          <a:lstStyle/>
          <a:p>
            <a:pPr indent="-336550" lvl="0" marL="457200" rtl="0" algn="l">
              <a:lnSpc>
                <a:spcPct val="150000"/>
              </a:lnSpc>
              <a:spcBef>
                <a:spcPts val="0"/>
              </a:spcBef>
              <a:spcAft>
                <a:spcPts val="0"/>
              </a:spcAft>
              <a:buSzPts val="1700"/>
              <a:buChar char="●"/>
            </a:pPr>
            <a:r>
              <a:rPr b="1" lang="en" sz="1700"/>
              <a:t>Total effort: 250 person-hours</a:t>
            </a:r>
            <a:endParaRPr b="1" sz="1700"/>
          </a:p>
          <a:p>
            <a:pPr indent="-336550" lvl="0" marL="457200" rtl="0" algn="l">
              <a:lnSpc>
                <a:spcPct val="150000"/>
              </a:lnSpc>
              <a:spcBef>
                <a:spcPts val="0"/>
              </a:spcBef>
              <a:spcAft>
                <a:spcPts val="0"/>
              </a:spcAft>
              <a:buSzPts val="1700"/>
              <a:buChar char="●"/>
            </a:pPr>
            <a:r>
              <a:rPr b="1" lang="en" sz="1700"/>
              <a:t>Hourly rate: $35/hour (blended “company” rate)</a:t>
            </a:r>
            <a:endParaRPr b="1" sz="1700"/>
          </a:p>
          <a:p>
            <a:pPr indent="-336550" lvl="0" marL="457200" rtl="0" algn="l">
              <a:lnSpc>
                <a:spcPct val="150000"/>
              </a:lnSpc>
              <a:spcBef>
                <a:spcPts val="0"/>
              </a:spcBef>
              <a:spcAft>
                <a:spcPts val="0"/>
              </a:spcAft>
              <a:buSzPts val="1700"/>
              <a:buChar char="●"/>
            </a:pPr>
            <a:r>
              <a:rPr b="1" lang="en" sz="1700"/>
              <a:t>Development cost calculation:</a:t>
            </a:r>
            <a:endParaRPr b="1" sz="1700"/>
          </a:p>
          <a:p>
            <a:pPr indent="-336550" lvl="1" marL="914400" rtl="0" algn="l">
              <a:lnSpc>
                <a:spcPct val="150000"/>
              </a:lnSpc>
              <a:spcBef>
                <a:spcPts val="0"/>
              </a:spcBef>
              <a:spcAft>
                <a:spcPts val="0"/>
              </a:spcAft>
              <a:buSzPts val="1700"/>
              <a:buChar char="○"/>
            </a:pPr>
            <a:r>
              <a:rPr b="1" lang="en" sz="1700"/>
              <a:t>250 × $35 = $8,750 </a:t>
            </a:r>
            <a:endParaRPr b="1" sz="1700"/>
          </a:p>
          <a:p>
            <a:pPr indent="-336550" lvl="0" marL="457200" rtl="0" algn="l">
              <a:lnSpc>
                <a:spcPct val="150000"/>
              </a:lnSpc>
              <a:spcBef>
                <a:spcPts val="0"/>
              </a:spcBef>
              <a:spcAft>
                <a:spcPts val="0"/>
              </a:spcAft>
              <a:buSzPts val="1700"/>
              <a:buChar char="●"/>
            </a:pPr>
            <a:r>
              <a:rPr b="1" lang="en" sz="1700"/>
              <a:t>Optional additional costs:</a:t>
            </a:r>
            <a:endParaRPr b="1" sz="1700"/>
          </a:p>
          <a:p>
            <a:pPr indent="-336550" lvl="1" marL="914400" rtl="0" algn="l">
              <a:lnSpc>
                <a:spcPct val="150000"/>
              </a:lnSpc>
              <a:spcBef>
                <a:spcPts val="0"/>
              </a:spcBef>
              <a:spcAft>
                <a:spcPts val="0"/>
              </a:spcAft>
              <a:buSzPts val="1700"/>
              <a:buChar char="○"/>
            </a:pPr>
            <a:r>
              <a:rPr b="1" lang="en" sz="1700"/>
              <a:t>Libraries / tools (PDF, UI, etc.): ≈ $500–$1,000</a:t>
            </a:r>
            <a:endParaRPr b="1" sz="1700"/>
          </a:p>
          <a:p>
            <a:pPr indent="-336550" lvl="0" marL="457200" rtl="0" algn="l">
              <a:lnSpc>
                <a:spcPct val="150000"/>
              </a:lnSpc>
              <a:spcBef>
                <a:spcPts val="0"/>
              </a:spcBef>
              <a:spcAft>
                <a:spcPts val="0"/>
              </a:spcAft>
              <a:buSzPts val="1700"/>
              <a:buChar char="●"/>
            </a:pPr>
            <a:r>
              <a:rPr b="1" lang="en" sz="1700"/>
              <a:t>Estimated total project cost range:</a:t>
            </a:r>
            <a:endParaRPr b="1" sz="1700"/>
          </a:p>
          <a:p>
            <a:pPr indent="-336550" lvl="1" marL="914400" rtl="0" algn="l">
              <a:lnSpc>
                <a:spcPct val="150000"/>
              </a:lnSpc>
              <a:spcBef>
                <a:spcPts val="0"/>
              </a:spcBef>
              <a:spcAft>
                <a:spcPts val="0"/>
              </a:spcAft>
              <a:buSzPts val="1700"/>
              <a:buChar char="○"/>
            </a:pPr>
            <a:r>
              <a:rPr b="1" lang="en" sz="1700"/>
              <a:t>≈ $10,000 - $12,000</a:t>
            </a:r>
            <a:endParaRPr b="1" sz="1700"/>
          </a:p>
        </p:txBody>
      </p:sp>
      <p:sp>
        <p:nvSpPr>
          <p:cNvPr id="697" name="Google Shape;697;p35">
            <a:hlinkClick action="ppaction://hlinkshowjump?jump=nextslide"/>
          </p:cNvPr>
          <p:cNvSpPr/>
          <p:nvPr/>
        </p:nvSpPr>
        <p:spPr>
          <a:xfrm rot="10800000">
            <a:off x="8795200" y="4467625"/>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35">
            <a:hlinkClick action="ppaction://hlinksldjump" r:id="rId3"/>
          </p:cNvPr>
          <p:cNvSpPr/>
          <p:nvPr/>
        </p:nvSpPr>
        <p:spPr>
          <a:xfrm>
            <a:off x="8777675" y="2488988"/>
            <a:ext cx="163200" cy="163200"/>
          </a:xfrm>
          <a:prstGeom prst="rect">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35">
            <a:hlinkClick action="ppaction://hlinkshowjump?jump=previousslide"/>
          </p:cNvPr>
          <p:cNvSpPr/>
          <p:nvPr/>
        </p:nvSpPr>
        <p:spPr>
          <a:xfrm flipH="1">
            <a:off x="8795200" y="539500"/>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36"/>
          <p:cNvSpPr txBox="1"/>
          <p:nvPr>
            <p:ph type="title"/>
          </p:nvPr>
        </p:nvSpPr>
        <p:spPr>
          <a:xfrm>
            <a:off x="4813075" y="2921463"/>
            <a:ext cx="36177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Project Scheduling</a:t>
            </a:r>
            <a:endParaRPr/>
          </a:p>
        </p:txBody>
      </p:sp>
      <p:sp>
        <p:nvSpPr>
          <p:cNvPr id="705" name="Google Shape;705;p36"/>
          <p:cNvSpPr txBox="1"/>
          <p:nvPr>
            <p:ph idx="2" type="title"/>
          </p:nvPr>
        </p:nvSpPr>
        <p:spPr>
          <a:xfrm>
            <a:off x="5968075" y="1487163"/>
            <a:ext cx="1307700" cy="120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706" name="Google Shape;706;p36">
            <a:hlinkClick action="ppaction://hlinkshowjump?jump=nextslide"/>
          </p:cNvPr>
          <p:cNvSpPr/>
          <p:nvPr/>
        </p:nvSpPr>
        <p:spPr>
          <a:xfrm rot="10800000">
            <a:off x="8795200" y="4467625"/>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36">
            <a:hlinkClick action="ppaction://hlinksldjump" r:id="rId3"/>
          </p:cNvPr>
          <p:cNvSpPr/>
          <p:nvPr/>
        </p:nvSpPr>
        <p:spPr>
          <a:xfrm>
            <a:off x="8777675" y="2488988"/>
            <a:ext cx="163200" cy="163200"/>
          </a:xfrm>
          <a:prstGeom prst="rect">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36">
            <a:hlinkClick action="ppaction://hlinkshowjump?jump=previousslide"/>
          </p:cNvPr>
          <p:cNvSpPr/>
          <p:nvPr/>
        </p:nvSpPr>
        <p:spPr>
          <a:xfrm flipH="1">
            <a:off x="8795200" y="539500"/>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36"/>
          <p:cNvSpPr/>
          <p:nvPr/>
        </p:nvSpPr>
        <p:spPr>
          <a:xfrm flipH="1">
            <a:off x="919330" y="2513701"/>
            <a:ext cx="3119719" cy="1561411"/>
          </a:xfrm>
          <a:custGeom>
            <a:rect b="b" l="l" r="r" t="t"/>
            <a:pathLst>
              <a:path extrusionOk="0" h="32526" w="64984">
                <a:moveTo>
                  <a:pt x="40012" y="1"/>
                </a:moveTo>
                <a:cubicBezTo>
                  <a:pt x="36896" y="1"/>
                  <a:pt x="34164" y="1251"/>
                  <a:pt x="31547" y="2618"/>
                </a:cubicBezTo>
                <a:cubicBezTo>
                  <a:pt x="28443" y="4240"/>
                  <a:pt x="25967" y="6405"/>
                  <a:pt x="21456" y="6405"/>
                </a:cubicBezTo>
                <a:cubicBezTo>
                  <a:pt x="21245" y="6405"/>
                  <a:pt x="21028" y="6401"/>
                  <a:pt x="20808" y="6391"/>
                </a:cubicBezTo>
                <a:cubicBezTo>
                  <a:pt x="17708" y="6253"/>
                  <a:pt x="15532" y="5489"/>
                  <a:pt x="13201" y="5489"/>
                </a:cubicBezTo>
                <a:cubicBezTo>
                  <a:pt x="11827" y="5489"/>
                  <a:pt x="10399" y="5754"/>
                  <a:pt x="8696" y="6570"/>
                </a:cubicBezTo>
                <a:cubicBezTo>
                  <a:pt x="4193" y="8727"/>
                  <a:pt x="1761" y="12773"/>
                  <a:pt x="1198" y="17809"/>
                </a:cubicBezTo>
                <a:cubicBezTo>
                  <a:pt x="0" y="28497"/>
                  <a:pt x="8710" y="32526"/>
                  <a:pt x="15528" y="32526"/>
                </a:cubicBezTo>
                <a:cubicBezTo>
                  <a:pt x="18533" y="32526"/>
                  <a:pt x="21171" y="31743"/>
                  <a:pt x="22431" y="30403"/>
                </a:cubicBezTo>
                <a:cubicBezTo>
                  <a:pt x="28847" y="23583"/>
                  <a:pt x="27231" y="22950"/>
                  <a:pt x="37145" y="22950"/>
                </a:cubicBezTo>
                <a:cubicBezTo>
                  <a:pt x="39165" y="22950"/>
                  <a:pt x="41664" y="22976"/>
                  <a:pt x="44807" y="22981"/>
                </a:cubicBezTo>
                <a:cubicBezTo>
                  <a:pt x="44815" y="22981"/>
                  <a:pt x="44823" y="22981"/>
                  <a:pt x="44832" y="22981"/>
                </a:cubicBezTo>
                <a:cubicBezTo>
                  <a:pt x="56092" y="22981"/>
                  <a:pt x="64983" y="9600"/>
                  <a:pt x="45684" y="1143"/>
                </a:cubicBezTo>
                <a:cubicBezTo>
                  <a:pt x="44411" y="586"/>
                  <a:pt x="42899" y="259"/>
                  <a:pt x="41364" y="80"/>
                </a:cubicBezTo>
                <a:cubicBezTo>
                  <a:pt x="40905" y="26"/>
                  <a:pt x="40455" y="1"/>
                  <a:pt x="4001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10" name="Google Shape;710;p36"/>
          <p:cNvGrpSpPr/>
          <p:nvPr/>
        </p:nvGrpSpPr>
        <p:grpSpPr>
          <a:xfrm flipH="1">
            <a:off x="878700" y="1842519"/>
            <a:ext cx="1888108" cy="2728905"/>
            <a:chOff x="6376455" y="2085365"/>
            <a:chExt cx="1892082" cy="2734648"/>
          </a:xfrm>
        </p:grpSpPr>
        <p:sp>
          <p:nvSpPr>
            <p:cNvPr id="711" name="Google Shape;711;p36"/>
            <p:cNvSpPr/>
            <p:nvPr/>
          </p:nvSpPr>
          <p:spPr>
            <a:xfrm>
              <a:off x="6651327" y="4465291"/>
              <a:ext cx="198084" cy="210992"/>
            </a:xfrm>
            <a:custGeom>
              <a:rect b="b" l="l" r="r" t="t"/>
              <a:pathLst>
                <a:path extrusionOk="0" h="10543" w="9898">
                  <a:moveTo>
                    <a:pt x="2168" y="0"/>
                  </a:moveTo>
                  <a:lnTo>
                    <a:pt x="1" y="10542"/>
                  </a:lnTo>
                  <a:lnTo>
                    <a:pt x="6043" y="9806"/>
                  </a:lnTo>
                  <a:lnTo>
                    <a:pt x="9897" y="636"/>
                  </a:lnTo>
                  <a:lnTo>
                    <a:pt x="216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36"/>
            <p:cNvSpPr/>
            <p:nvPr/>
          </p:nvSpPr>
          <p:spPr>
            <a:xfrm>
              <a:off x="6600355" y="3611278"/>
              <a:ext cx="648245" cy="954156"/>
            </a:xfrm>
            <a:custGeom>
              <a:rect b="b" l="l" r="r" t="t"/>
              <a:pathLst>
                <a:path extrusionOk="0" h="47678" w="32392">
                  <a:moveTo>
                    <a:pt x="13839" y="0"/>
                  </a:moveTo>
                  <a:lnTo>
                    <a:pt x="1" y="47143"/>
                  </a:lnTo>
                  <a:lnTo>
                    <a:pt x="13412" y="47677"/>
                  </a:lnTo>
                  <a:lnTo>
                    <a:pt x="32392" y="7844"/>
                  </a:lnTo>
                  <a:lnTo>
                    <a:pt x="138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36"/>
            <p:cNvSpPr/>
            <p:nvPr/>
          </p:nvSpPr>
          <p:spPr>
            <a:xfrm>
              <a:off x="6838103" y="4156018"/>
              <a:ext cx="160240" cy="341934"/>
            </a:xfrm>
            <a:custGeom>
              <a:rect b="b" l="l" r="r" t="t"/>
              <a:pathLst>
                <a:path extrusionOk="0" h="17086" w="8007">
                  <a:moveTo>
                    <a:pt x="7775" y="1"/>
                  </a:moveTo>
                  <a:cubicBezTo>
                    <a:pt x="7698" y="1"/>
                    <a:pt x="7624" y="44"/>
                    <a:pt x="7590" y="119"/>
                  </a:cubicBezTo>
                  <a:lnTo>
                    <a:pt x="6866" y="1719"/>
                  </a:lnTo>
                  <a:cubicBezTo>
                    <a:pt x="6821" y="1822"/>
                    <a:pt x="6866" y="1942"/>
                    <a:pt x="6967" y="1989"/>
                  </a:cubicBezTo>
                  <a:cubicBezTo>
                    <a:pt x="6995" y="2000"/>
                    <a:pt x="7022" y="2006"/>
                    <a:pt x="7050" y="2006"/>
                  </a:cubicBezTo>
                  <a:cubicBezTo>
                    <a:pt x="7129" y="2006"/>
                    <a:pt x="7202" y="1963"/>
                    <a:pt x="7235" y="1886"/>
                  </a:cubicBezTo>
                  <a:lnTo>
                    <a:pt x="7959" y="287"/>
                  </a:lnTo>
                  <a:cubicBezTo>
                    <a:pt x="8006" y="184"/>
                    <a:pt x="7961" y="64"/>
                    <a:pt x="7858" y="18"/>
                  </a:cubicBezTo>
                  <a:cubicBezTo>
                    <a:pt x="7831" y="6"/>
                    <a:pt x="7803" y="1"/>
                    <a:pt x="7775" y="1"/>
                  </a:cubicBezTo>
                  <a:close/>
                  <a:moveTo>
                    <a:pt x="6326" y="3201"/>
                  </a:moveTo>
                  <a:cubicBezTo>
                    <a:pt x="6250" y="3201"/>
                    <a:pt x="6176" y="3246"/>
                    <a:pt x="6142" y="3321"/>
                  </a:cubicBezTo>
                  <a:lnTo>
                    <a:pt x="5417" y="4921"/>
                  </a:lnTo>
                  <a:cubicBezTo>
                    <a:pt x="5372" y="5023"/>
                    <a:pt x="5417" y="5143"/>
                    <a:pt x="5520" y="5189"/>
                  </a:cubicBezTo>
                  <a:cubicBezTo>
                    <a:pt x="5546" y="5201"/>
                    <a:pt x="5574" y="5208"/>
                    <a:pt x="5602" y="5208"/>
                  </a:cubicBezTo>
                  <a:lnTo>
                    <a:pt x="5604" y="5208"/>
                  </a:lnTo>
                  <a:cubicBezTo>
                    <a:pt x="5680" y="5208"/>
                    <a:pt x="5753" y="5163"/>
                    <a:pt x="5788" y="5088"/>
                  </a:cubicBezTo>
                  <a:lnTo>
                    <a:pt x="6512" y="3488"/>
                  </a:lnTo>
                  <a:cubicBezTo>
                    <a:pt x="6558" y="3385"/>
                    <a:pt x="6512" y="3265"/>
                    <a:pt x="6410" y="3220"/>
                  </a:cubicBezTo>
                  <a:cubicBezTo>
                    <a:pt x="6383" y="3207"/>
                    <a:pt x="6354" y="3201"/>
                    <a:pt x="6326" y="3201"/>
                  </a:cubicBezTo>
                  <a:close/>
                  <a:moveTo>
                    <a:pt x="4879" y="6403"/>
                  </a:moveTo>
                  <a:cubicBezTo>
                    <a:pt x="4802" y="6403"/>
                    <a:pt x="4728" y="6447"/>
                    <a:pt x="4695" y="6522"/>
                  </a:cubicBezTo>
                  <a:lnTo>
                    <a:pt x="3971" y="8124"/>
                  </a:lnTo>
                  <a:cubicBezTo>
                    <a:pt x="3924" y="8225"/>
                    <a:pt x="3969" y="8345"/>
                    <a:pt x="4072" y="8392"/>
                  </a:cubicBezTo>
                  <a:cubicBezTo>
                    <a:pt x="4098" y="8402"/>
                    <a:pt x="4128" y="8409"/>
                    <a:pt x="4155" y="8409"/>
                  </a:cubicBezTo>
                  <a:cubicBezTo>
                    <a:pt x="4232" y="8409"/>
                    <a:pt x="4305" y="8366"/>
                    <a:pt x="4340" y="8291"/>
                  </a:cubicBezTo>
                  <a:lnTo>
                    <a:pt x="5064" y="6689"/>
                  </a:lnTo>
                  <a:cubicBezTo>
                    <a:pt x="5109" y="6587"/>
                    <a:pt x="5064" y="6466"/>
                    <a:pt x="4963" y="6421"/>
                  </a:cubicBezTo>
                  <a:cubicBezTo>
                    <a:pt x="4936" y="6409"/>
                    <a:pt x="4907" y="6403"/>
                    <a:pt x="4879" y="6403"/>
                  </a:cubicBezTo>
                  <a:close/>
                  <a:moveTo>
                    <a:pt x="3431" y="9605"/>
                  </a:moveTo>
                  <a:cubicBezTo>
                    <a:pt x="3353" y="9605"/>
                    <a:pt x="3280" y="9648"/>
                    <a:pt x="3247" y="9723"/>
                  </a:cubicBezTo>
                  <a:lnTo>
                    <a:pt x="2523" y="11325"/>
                  </a:lnTo>
                  <a:cubicBezTo>
                    <a:pt x="2476" y="11426"/>
                    <a:pt x="2521" y="11546"/>
                    <a:pt x="2624" y="11593"/>
                  </a:cubicBezTo>
                  <a:cubicBezTo>
                    <a:pt x="2651" y="11605"/>
                    <a:pt x="2679" y="11610"/>
                    <a:pt x="2707" y="11610"/>
                  </a:cubicBezTo>
                  <a:cubicBezTo>
                    <a:pt x="2784" y="11610"/>
                    <a:pt x="2859" y="11567"/>
                    <a:pt x="2892" y="11492"/>
                  </a:cubicBezTo>
                  <a:lnTo>
                    <a:pt x="3616" y="9891"/>
                  </a:lnTo>
                  <a:cubicBezTo>
                    <a:pt x="3661" y="9788"/>
                    <a:pt x="3616" y="9668"/>
                    <a:pt x="3515" y="9622"/>
                  </a:cubicBezTo>
                  <a:cubicBezTo>
                    <a:pt x="3487" y="9610"/>
                    <a:pt x="3459" y="9605"/>
                    <a:pt x="3431" y="9605"/>
                  </a:cubicBezTo>
                  <a:close/>
                  <a:moveTo>
                    <a:pt x="1983" y="12805"/>
                  </a:moveTo>
                  <a:cubicBezTo>
                    <a:pt x="1906" y="12805"/>
                    <a:pt x="1833" y="12850"/>
                    <a:pt x="1798" y="12925"/>
                  </a:cubicBezTo>
                  <a:lnTo>
                    <a:pt x="1074" y="14526"/>
                  </a:lnTo>
                  <a:cubicBezTo>
                    <a:pt x="1029" y="14627"/>
                    <a:pt x="1074" y="14747"/>
                    <a:pt x="1175" y="14794"/>
                  </a:cubicBezTo>
                  <a:cubicBezTo>
                    <a:pt x="1203" y="14807"/>
                    <a:pt x="1231" y="14812"/>
                    <a:pt x="1259" y="14812"/>
                  </a:cubicBezTo>
                  <a:cubicBezTo>
                    <a:pt x="1335" y="14812"/>
                    <a:pt x="1410" y="14768"/>
                    <a:pt x="1443" y="14692"/>
                  </a:cubicBezTo>
                  <a:lnTo>
                    <a:pt x="2167" y="13092"/>
                  </a:lnTo>
                  <a:cubicBezTo>
                    <a:pt x="2214" y="12989"/>
                    <a:pt x="2169" y="12869"/>
                    <a:pt x="2066" y="12824"/>
                  </a:cubicBezTo>
                  <a:cubicBezTo>
                    <a:pt x="2039" y="12811"/>
                    <a:pt x="2011" y="12805"/>
                    <a:pt x="1983" y="12805"/>
                  </a:cubicBezTo>
                  <a:close/>
                  <a:moveTo>
                    <a:pt x="535" y="16007"/>
                  </a:moveTo>
                  <a:cubicBezTo>
                    <a:pt x="458" y="16007"/>
                    <a:pt x="384" y="16051"/>
                    <a:pt x="350" y="16126"/>
                  </a:cubicBezTo>
                  <a:lnTo>
                    <a:pt x="47" y="16798"/>
                  </a:lnTo>
                  <a:cubicBezTo>
                    <a:pt x="0" y="16901"/>
                    <a:pt x="45" y="17021"/>
                    <a:pt x="148" y="17066"/>
                  </a:cubicBezTo>
                  <a:cubicBezTo>
                    <a:pt x="174" y="17078"/>
                    <a:pt x="202" y="17085"/>
                    <a:pt x="232" y="17085"/>
                  </a:cubicBezTo>
                  <a:cubicBezTo>
                    <a:pt x="308" y="17085"/>
                    <a:pt x="383" y="17040"/>
                    <a:pt x="416" y="16965"/>
                  </a:cubicBezTo>
                  <a:lnTo>
                    <a:pt x="719" y="16293"/>
                  </a:lnTo>
                  <a:cubicBezTo>
                    <a:pt x="766" y="16190"/>
                    <a:pt x="721" y="16070"/>
                    <a:pt x="618" y="16025"/>
                  </a:cubicBezTo>
                  <a:cubicBezTo>
                    <a:pt x="591" y="16013"/>
                    <a:pt x="563" y="16007"/>
                    <a:pt x="535" y="16007"/>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36"/>
            <p:cNvSpPr/>
            <p:nvPr/>
          </p:nvSpPr>
          <p:spPr>
            <a:xfrm>
              <a:off x="6582324" y="4488826"/>
              <a:ext cx="336310" cy="97401"/>
            </a:xfrm>
            <a:custGeom>
              <a:rect b="b" l="l" r="r" t="t"/>
              <a:pathLst>
                <a:path extrusionOk="0" h="4867" w="16805">
                  <a:moveTo>
                    <a:pt x="1335" y="1"/>
                  </a:moveTo>
                  <a:lnTo>
                    <a:pt x="0" y="4370"/>
                  </a:lnTo>
                  <a:lnTo>
                    <a:pt x="14804" y="4866"/>
                  </a:lnTo>
                  <a:lnTo>
                    <a:pt x="16804" y="497"/>
                  </a:lnTo>
                  <a:lnTo>
                    <a:pt x="133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36"/>
            <p:cNvSpPr/>
            <p:nvPr/>
          </p:nvSpPr>
          <p:spPr>
            <a:xfrm>
              <a:off x="6376455" y="4644163"/>
              <a:ext cx="412318" cy="175850"/>
            </a:xfrm>
            <a:custGeom>
              <a:rect b="b" l="l" r="r" t="t"/>
              <a:pathLst>
                <a:path extrusionOk="0" h="8787" w="20603">
                  <a:moveTo>
                    <a:pt x="20262" y="0"/>
                  </a:moveTo>
                  <a:cubicBezTo>
                    <a:pt x="19744" y="0"/>
                    <a:pt x="18761" y="776"/>
                    <a:pt x="18761" y="776"/>
                  </a:cubicBezTo>
                  <a:lnTo>
                    <a:pt x="15821" y="1129"/>
                  </a:lnTo>
                  <a:cubicBezTo>
                    <a:pt x="15821" y="1129"/>
                    <a:pt x="14022" y="306"/>
                    <a:pt x="12811" y="306"/>
                  </a:cubicBezTo>
                  <a:cubicBezTo>
                    <a:pt x="12611" y="306"/>
                    <a:pt x="12427" y="328"/>
                    <a:pt x="12270" y="381"/>
                  </a:cubicBezTo>
                  <a:cubicBezTo>
                    <a:pt x="11161" y="750"/>
                    <a:pt x="11283" y="2602"/>
                    <a:pt x="11283" y="2602"/>
                  </a:cubicBezTo>
                  <a:cubicBezTo>
                    <a:pt x="11283" y="2602"/>
                    <a:pt x="5274" y="4527"/>
                    <a:pt x="3653" y="4628"/>
                  </a:cubicBezTo>
                  <a:cubicBezTo>
                    <a:pt x="2248" y="4717"/>
                    <a:pt x="997" y="5413"/>
                    <a:pt x="290" y="7634"/>
                  </a:cubicBezTo>
                  <a:cubicBezTo>
                    <a:pt x="178" y="7981"/>
                    <a:pt x="83" y="8364"/>
                    <a:pt x="1" y="8787"/>
                  </a:cubicBezTo>
                  <a:lnTo>
                    <a:pt x="19674" y="8787"/>
                  </a:lnTo>
                  <a:cubicBezTo>
                    <a:pt x="19674" y="8787"/>
                    <a:pt x="19724" y="8333"/>
                    <a:pt x="19801" y="7634"/>
                  </a:cubicBezTo>
                  <a:cubicBezTo>
                    <a:pt x="20025" y="5572"/>
                    <a:pt x="20480" y="1380"/>
                    <a:pt x="20568" y="473"/>
                  </a:cubicBezTo>
                  <a:cubicBezTo>
                    <a:pt x="20603" y="124"/>
                    <a:pt x="20470" y="0"/>
                    <a:pt x="2026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36"/>
            <p:cNvSpPr/>
            <p:nvPr/>
          </p:nvSpPr>
          <p:spPr>
            <a:xfrm>
              <a:off x="6376455" y="4796938"/>
              <a:ext cx="396268" cy="23074"/>
            </a:xfrm>
            <a:custGeom>
              <a:rect b="b" l="l" r="r" t="t"/>
              <a:pathLst>
                <a:path extrusionOk="0" h="1153" w="19801">
                  <a:moveTo>
                    <a:pt x="290" y="0"/>
                  </a:moveTo>
                  <a:cubicBezTo>
                    <a:pt x="178" y="347"/>
                    <a:pt x="83" y="730"/>
                    <a:pt x="1" y="1153"/>
                  </a:cubicBezTo>
                  <a:lnTo>
                    <a:pt x="19674" y="1153"/>
                  </a:lnTo>
                  <a:cubicBezTo>
                    <a:pt x="19674" y="1153"/>
                    <a:pt x="19724" y="699"/>
                    <a:pt x="1980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36"/>
            <p:cNvSpPr/>
            <p:nvPr/>
          </p:nvSpPr>
          <p:spPr>
            <a:xfrm>
              <a:off x="6726574" y="4701819"/>
              <a:ext cx="56495" cy="93498"/>
            </a:xfrm>
            <a:custGeom>
              <a:rect b="b" l="l" r="r" t="t"/>
              <a:pathLst>
                <a:path extrusionOk="0" h="4672" w="2823">
                  <a:moveTo>
                    <a:pt x="2601" y="1"/>
                  </a:moveTo>
                  <a:cubicBezTo>
                    <a:pt x="2577" y="1"/>
                    <a:pt x="2551" y="7"/>
                    <a:pt x="2525" y="22"/>
                  </a:cubicBezTo>
                  <a:cubicBezTo>
                    <a:pt x="882" y="950"/>
                    <a:pt x="1" y="2800"/>
                    <a:pt x="816" y="4592"/>
                  </a:cubicBezTo>
                  <a:cubicBezTo>
                    <a:pt x="841" y="4648"/>
                    <a:pt x="884" y="4671"/>
                    <a:pt x="929" y="4671"/>
                  </a:cubicBezTo>
                  <a:cubicBezTo>
                    <a:pt x="1027" y="4671"/>
                    <a:pt x="1133" y="4560"/>
                    <a:pt x="1078" y="4438"/>
                  </a:cubicBezTo>
                  <a:cubicBezTo>
                    <a:pt x="333" y="2799"/>
                    <a:pt x="1193" y="1124"/>
                    <a:pt x="2678" y="285"/>
                  </a:cubicBezTo>
                  <a:cubicBezTo>
                    <a:pt x="2823" y="202"/>
                    <a:pt x="2735" y="1"/>
                    <a:pt x="260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36"/>
            <p:cNvSpPr/>
            <p:nvPr/>
          </p:nvSpPr>
          <p:spPr>
            <a:xfrm>
              <a:off x="6554286" y="4696335"/>
              <a:ext cx="68763" cy="25956"/>
            </a:xfrm>
            <a:custGeom>
              <a:rect b="b" l="l" r="r" t="t"/>
              <a:pathLst>
                <a:path extrusionOk="0" h="1297" w="3436">
                  <a:moveTo>
                    <a:pt x="1439" y="1"/>
                  </a:moveTo>
                  <a:cubicBezTo>
                    <a:pt x="999" y="1"/>
                    <a:pt x="548" y="145"/>
                    <a:pt x="129" y="458"/>
                  </a:cubicBezTo>
                  <a:cubicBezTo>
                    <a:pt x="1" y="554"/>
                    <a:pt x="82" y="750"/>
                    <a:pt x="202" y="750"/>
                  </a:cubicBezTo>
                  <a:cubicBezTo>
                    <a:pt x="227" y="750"/>
                    <a:pt x="255" y="741"/>
                    <a:pt x="282" y="721"/>
                  </a:cubicBezTo>
                  <a:cubicBezTo>
                    <a:pt x="657" y="440"/>
                    <a:pt x="1060" y="309"/>
                    <a:pt x="1453" y="309"/>
                  </a:cubicBezTo>
                  <a:cubicBezTo>
                    <a:pt x="2076" y="309"/>
                    <a:pt x="2674" y="640"/>
                    <a:pt x="3093" y="1229"/>
                  </a:cubicBezTo>
                  <a:cubicBezTo>
                    <a:pt x="3127" y="1276"/>
                    <a:pt x="3174" y="1296"/>
                    <a:pt x="3221" y="1296"/>
                  </a:cubicBezTo>
                  <a:cubicBezTo>
                    <a:pt x="3330" y="1296"/>
                    <a:pt x="3435" y="1188"/>
                    <a:pt x="3356" y="1076"/>
                  </a:cubicBezTo>
                  <a:cubicBezTo>
                    <a:pt x="2873" y="397"/>
                    <a:pt x="2170" y="1"/>
                    <a:pt x="1439"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36"/>
            <p:cNvSpPr/>
            <p:nvPr/>
          </p:nvSpPr>
          <p:spPr>
            <a:xfrm>
              <a:off x="6520365" y="4706582"/>
              <a:ext cx="68743" cy="25936"/>
            </a:xfrm>
            <a:custGeom>
              <a:rect b="b" l="l" r="r" t="t"/>
              <a:pathLst>
                <a:path extrusionOk="0" h="1296" w="3435">
                  <a:moveTo>
                    <a:pt x="1440" y="0"/>
                  </a:moveTo>
                  <a:cubicBezTo>
                    <a:pt x="999" y="0"/>
                    <a:pt x="548" y="144"/>
                    <a:pt x="128" y="458"/>
                  </a:cubicBezTo>
                  <a:cubicBezTo>
                    <a:pt x="0" y="553"/>
                    <a:pt x="82" y="750"/>
                    <a:pt x="203" y="750"/>
                  </a:cubicBezTo>
                  <a:cubicBezTo>
                    <a:pt x="229" y="750"/>
                    <a:pt x="256" y="741"/>
                    <a:pt x="283" y="721"/>
                  </a:cubicBezTo>
                  <a:cubicBezTo>
                    <a:pt x="658" y="440"/>
                    <a:pt x="1061" y="309"/>
                    <a:pt x="1453" y="309"/>
                  </a:cubicBezTo>
                  <a:cubicBezTo>
                    <a:pt x="2076" y="309"/>
                    <a:pt x="2673" y="639"/>
                    <a:pt x="3093" y="1229"/>
                  </a:cubicBezTo>
                  <a:cubicBezTo>
                    <a:pt x="3127" y="1276"/>
                    <a:pt x="3174" y="1296"/>
                    <a:pt x="3220" y="1296"/>
                  </a:cubicBezTo>
                  <a:cubicBezTo>
                    <a:pt x="3330" y="1296"/>
                    <a:pt x="3435" y="1188"/>
                    <a:pt x="3356" y="1076"/>
                  </a:cubicBezTo>
                  <a:cubicBezTo>
                    <a:pt x="2873" y="396"/>
                    <a:pt x="2170" y="0"/>
                    <a:pt x="144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36"/>
            <p:cNvSpPr/>
            <p:nvPr/>
          </p:nvSpPr>
          <p:spPr>
            <a:xfrm>
              <a:off x="6485343" y="4716808"/>
              <a:ext cx="68763" cy="25956"/>
            </a:xfrm>
            <a:custGeom>
              <a:rect b="b" l="l" r="r" t="t"/>
              <a:pathLst>
                <a:path extrusionOk="0" h="1297" w="3436">
                  <a:moveTo>
                    <a:pt x="1440" y="0"/>
                  </a:moveTo>
                  <a:cubicBezTo>
                    <a:pt x="999" y="0"/>
                    <a:pt x="548" y="145"/>
                    <a:pt x="129" y="458"/>
                  </a:cubicBezTo>
                  <a:cubicBezTo>
                    <a:pt x="1" y="553"/>
                    <a:pt x="82" y="750"/>
                    <a:pt x="202" y="750"/>
                  </a:cubicBezTo>
                  <a:cubicBezTo>
                    <a:pt x="228" y="750"/>
                    <a:pt x="255" y="742"/>
                    <a:pt x="282" y="721"/>
                  </a:cubicBezTo>
                  <a:cubicBezTo>
                    <a:pt x="657" y="441"/>
                    <a:pt x="1060" y="309"/>
                    <a:pt x="1453" y="309"/>
                  </a:cubicBezTo>
                  <a:cubicBezTo>
                    <a:pt x="2076" y="309"/>
                    <a:pt x="2674" y="640"/>
                    <a:pt x="3093" y="1230"/>
                  </a:cubicBezTo>
                  <a:cubicBezTo>
                    <a:pt x="3127" y="1277"/>
                    <a:pt x="3174" y="1297"/>
                    <a:pt x="3220" y="1297"/>
                  </a:cubicBezTo>
                  <a:cubicBezTo>
                    <a:pt x="3329" y="1297"/>
                    <a:pt x="3435" y="1189"/>
                    <a:pt x="3356" y="1076"/>
                  </a:cubicBezTo>
                  <a:cubicBezTo>
                    <a:pt x="2872" y="397"/>
                    <a:pt x="2170" y="0"/>
                    <a:pt x="144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36"/>
            <p:cNvSpPr/>
            <p:nvPr/>
          </p:nvSpPr>
          <p:spPr>
            <a:xfrm>
              <a:off x="7387126" y="3034057"/>
              <a:ext cx="881411" cy="928360"/>
            </a:xfrm>
            <a:custGeom>
              <a:rect b="b" l="l" r="r" t="t"/>
              <a:pathLst>
                <a:path extrusionOk="0" h="46389" w="44043">
                  <a:moveTo>
                    <a:pt x="27143" y="0"/>
                  </a:moveTo>
                  <a:cubicBezTo>
                    <a:pt x="15003" y="0"/>
                    <a:pt x="9563" y="20028"/>
                    <a:pt x="9017" y="22166"/>
                  </a:cubicBezTo>
                  <a:cubicBezTo>
                    <a:pt x="7514" y="22166"/>
                    <a:pt x="6174" y="23408"/>
                    <a:pt x="5674" y="25268"/>
                  </a:cubicBezTo>
                  <a:lnTo>
                    <a:pt x="1" y="46389"/>
                  </a:lnTo>
                  <a:lnTo>
                    <a:pt x="38387" y="46389"/>
                  </a:lnTo>
                  <a:lnTo>
                    <a:pt x="43232" y="28351"/>
                  </a:lnTo>
                  <a:cubicBezTo>
                    <a:pt x="44043" y="25330"/>
                    <a:pt x="42334" y="22166"/>
                    <a:pt x="39889" y="22166"/>
                  </a:cubicBezTo>
                  <a:lnTo>
                    <a:pt x="37706" y="22166"/>
                  </a:lnTo>
                  <a:cubicBezTo>
                    <a:pt x="37706" y="22166"/>
                    <a:pt x="40540" y="399"/>
                    <a:pt x="27476" y="5"/>
                  </a:cubicBezTo>
                  <a:cubicBezTo>
                    <a:pt x="27364" y="2"/>
                    <a:pt x="27253" y="0"/>
                    <a:pt x="271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36"/>
            <p:cNvSpPr/>
            <p:nvPr/>
          </p:nvSpPr>
          <p:spPr>
            <a:xfrm>
              <a:off x="7094003" y="3813444"/>
              <a:ext cx="1101968" cy="306031"/>
            </a:xfrm>
            <a:custGeom>
              <a:rect b="b" l="l" r="r" t="t"/>
              <a:pathLst>
                <a:path extrusionOk="0" h="15292" w="55064">
                  <a:moveTo>
                    <a:pt x="12965" y="0"/>
                  </a:moveTo>
                  <a:cubicBezTo>
                    <a:pt x="7546" y="0"/>
                    <a:pt x="2736" y="4542"/>
                    <a:pt x="1023" y="11277"/>
                  </a:cubicBezTo>
                  <a:lnTo>
                    <a:pt x="1" y="15291"/>
                  </a:lnTo>
                  <a:lnTo>
                    <a:pt x="51171" y="15291"/>
                  </a:lnTo>
                  <a:lnTo>
                    <a:pt x="55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36"/>
            <p:cNvSpPr/>
            <p:nvPr/>
          </p:nvSpPr>
          <p:spPr>
            <a:xfrm>
              <a:off x="6996402" y="4117334"/>
              <a:ext cx="184575" cy="679945"/>
            </a:xfrm>
            <a:custGeom>
              <a:rect b="b" l="l" r="r" t="t"/>
              <a:pathLst>
                <a:path extrusionOk="0" h="33976" w="9223">
                  <a:moveTo>
                    <a:pt x="4996" y="0"/>
                  </a:moveTo>
                  <a:lnTo>
                    <a:pt x="3846" y="7752"/>
                  </a:lnTo>
                  <a:lnTo>
                    <a:pt x="3435" y="10542"/>
                  </a:lnTo>
                  <a:lnTo>
                    <a:pt x="0" y="33975"/>
                  </a:lnTo>
                  <a:lnTo>
                    <a:pt x="2067" y="33975"/>
                  </a:lnTo>
                  <a:lnTo>
                    <a:pt x="7002" y="10542"/>
                  </a:lnTo>
                  <a:lnTo>
                    <a:pt x="7590" y="7752"/>
                  </a:lnTo>
                  <a:lnTo>
                    <a:pt x="92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36"/>
            <p:cNvSpPr/>
            <p:nvPr/>
          </p:nvSpPr>
          <p:spPr>
            <a:xfrm>
              <a:off x="7157763" y="4117334"/>
              <a:ext cx="184595" cy="679945"/>
            </a:xfrm>
            <a:custGeom>
              <a:rect b="b" l="l" r="r" t="t"/>
              <a:pathLst>
                <a:path extrusionOk="0" h="33976" w="9224">
                  <a:moveTo>
                    <a:pt x="4997" y="0"/>
                  </a:moveTo>
                  <a:lnTo>
                    <a:pt x="3846" y="7752"/>
                  </a:lnTo>
                  <a:lnTo>
                    <a:pt x="3435" y="10542"/>
                  </a:lnTo>
                  <a:lnTo>
                    <a:pt x="1" y="33975"/>
                  </a:lnTo>
                  <a:lnTo>
                    <a:pt x="2067" y="33975"/>
                  </a:lnTo>
                  <a:lnTo>
                    <a:pt x="7002" y="10542"/>
                  </a:lnTo>
                  <a:lnTo>
                    <a:pt x="7590" y="7752"/>
                  </a:lnTo>
                  <a:lnTo>
                    <a:pt x="92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36"/>
            <p:cNvSpPr/>
            <p:nvPr/>
          </p:nvSpPr>
          <p:spPr>
            <a:xfrm>
              <a:off x="8025505" y="3999540"/>
              <a:ext cx="209451" cy="797738"/>
            </a:xfrm>
            <a:custGeom>
              <a:rect b="b" l="l" r="r" t="t"/>
              <a:pathLst>
                <a:path extrusionOk="0" h="39862" w="10466">
                  <a:moveTo>
                    <a:pt x="0" y="0"/>
                  </a:moveTo>
                  <a:lnTo>
                    <a:pt x="2874" y="13638"/>
                  </a:lnTo>
                  <a:lnTo>
                    <a:pt x="3463" y="16428"/>
                  </a:lnTo>
                  <a:lnTo>
                    <a:pt x="8398" y="39861"/>
                  </a:lnTo>
                  <a:lnTo>
                    <a:pt x="10466" y="39861"/>
                  </a:lnTo>
                  <a:lnTo>
                    <a:pt x="7030" y="16428"/>
                  </a:lnTo>
                  <a:lnTo>
                    <a:pt x="6619" y="13638"/>
                  </a:lnTo>
                  <a:lnTo>
                    <a:pt x="459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36"/>
            <p:cNvSpPr/>
            <p:nvPr/>
          </p:nvSpPr>
          <p:spPr>
            <a:xfrm>
              <a:off x="7864124" y="3999540"/>
              <a:ext cx="209471" cy="797738"/>
            </a:xfrm>
            <a:custGeom>
              <a:rect b="b" l="l" r="r" t="t"/>
              <a:pathLst>
                <a:path extrusionOk="0" h="39862" w="10467">
                  <a:moveTo>
                    <a:pt x="1" y="0"/>
                  </a:moveTo>
                  <a:lnTo>
                    <a:pt x="2875" y="13638"/>
                  </a:lnTo>
                  <a:lnTo>
                    <a:pt x="3463" y="16428"/>
                  </a:lnTo>
                  <a:lnTo>
                    <a:pt x="8398" y="39861"/>
                  </a:lnTo>
                  <a:lnTo>
                    <a:pt x="10466" y="39861"/>
                  </a:lnTo>
                  <a:lnTo>
                    <a:pt x="7030" y="16428"/>
                  </a:lnTo>
                  <a:lnTo>
                    <a:pt x="6619" y="13638"/>
                  </a:lnTo>
                  <a:lnTo>
                    <a:pt x="459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36"/>
            <p:cNvSpPr/>
            <p:nvPr/>
          </p:nvSpPr>
          <p:spPr>
            <a:xfrm>
              <a:off x="7424690" y="2979803"/>
              <a:ext cx="350199" cy="584265"/>
            </a:xfrm>
            <a:custGeom>
              <a:rect b="b" l="l" r="r" t="t"/>
              <a:pathLst>
                <a:path extrusionOk="0" h="29195" w="17499">
                  <a:moveTo>
                    <a:pt x="7526" y="1"/>
                  </a:moveTo>
                  <a:lnTo>
                    <a:pt x="5851" y="12903"/>
                  </a:lnTo>
                  <a:lnTo>
                    <a:pt x="1" y="21287"/>
                  </a:lnTo>
                  <a:cubicBezTo>
                    <a:pt x="1" y="21287"/>
                    <a:pt x="4462" y="29195"/>
                    <a:pt x="8862" y="29195"/>
                  </a:cubicBezTo>
                  <a:cubicBezTo>
                    <a:pt x="10655" y="29195"/>
                    <a:pt x="12438" y="27881"/>
                    <a:pt x="13904" y="24184"/>
                  </a:cubicBezTo>
                  <a:cubicBezTo>
                    <a:pt x="16112" y="18617"/>
                    <a:pt x="17499" y="1219"/>
                    <a:pt x="17499" y="1219"/>
                  </a:cubicBezTo>
                  <a:lnTo>
                    <a:pt x="752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36"/>
            <p:cNvSpPr/>
            <p:nvPr/>
          </p:nvSpPr>
          <p:spPr>
            <a:xfrm>
              <a:off x="7541403" y="3235783"/>
              <a:ext cx="53694" cy="17511"/>
            </a:xfrm>
            <a:custGeom>
              <a:rect b="b" l="l" r="r" t="t"/>
              <a:pathLst>
                <a:path extrusionOk="0" h="875" w="2683">
                  <a:moveTo>
                    <a:pt x="297" y="1"/>
                  </a:moveTo>
                  <a:cubicBezTo>
                    <a:pt x="63" y="1"/>
                    <a:pt x="0" y="375"/>
                    <a:pt x="256" y="429"/>
                  </a:cubicBezTo>
                  <a:cubicBezTo>
                    <a:pt x="949" y="575"/>
                    <a:pt x="1642" y="722"/>
                    <a:pt x="2336" y="870"/>
                  </a:cubicBezTo>
                  <a:cubicBezTo>
                    <a:pt x="2354" y="873"/>
                    <a:pt x="2370" y="875"/>
                    <a:pt x="2386" y="875"/>
                  </a:cubicBezTo>
                  <a:cubicBezTo>
                    <a:pt x="2620" y="875"/>
                    <a:pt x="2683" y="500"/>
                    <a:pt x="2427" y="447"/>
                  </a:cubicBezTo>
                  <a:cubicBezTo>
                    <a:pt x="1734" y="300"/>
                    <a:pt x="1039" y="152"/>
                    <a:pt x="347" y="6"/>
                  </a:cubicBezTo>
                  <a:cubicBezTo>
                    <a:pt x="329" y="3"/>
                    <a:pt x="313" y="1"/>
                    <a:pt x="2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36"/>
            <p:cNvSpPr/>
            <p:nvPr/>
          </p:nvSpPr>
          <p:spPr>
            <a:xfrm>
              <a:off x="7097145" y="2930993"/>
              <a:ext cx="349418" cy="530651"/>
            </a:xfrm>
            <a:custGeom>
              <a:rect b="b" l="l" r="r" t="t"/>
              <a:pathLst>
                <a:path extrusionOk="0" h="26516" w="17460">
                  <a:moveTo>
                    <a:pt x="9385" y="1"/>
                  </a:moveTo>
                  <a:cubicBezTo>
                    <a:pt x="9385" y="1"/>
                    <a:pt x="3674" y="16671"/>
                    <a:pt x="1647" y="20861"/>
                  </a:cubicBezTo>
                  <a:cubicBezTo>
                    <a:pt x="1" y="24261"/>
                    <a:pt x="4996" y="26515"/>
                    <a:pt x="9554" y="26515"/>
                  </a:cubicBezTo>
                  <a:cubicBezTo>
                    <a:pt x="10609" y="26515"/>
                    <a:pt x="11641" y="26394"/>
                    <a:pt x="12562" y="26139"/>
                  </a:cubicBezTo>
                  <a:cubicBezTo>
                    <a:pt x="17459" y="24779"/>
                    <a:pt x="16686" y="4175"/>
                    <a:pt x="16686" y="4175"/>
                  </a:cubicBezTo>
                  <a:lnTo>
                    <a:pt x="938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36"/>
            <p:cNvSpPr/>
            <p:nvPr/>
          </p:nvSpPr>
          <p:spPr>
            <a:xfrm>
              <a:off x="7240955" y="2624201"/>
              <a:ext cx="397828" cy="460027"/>
            </a:xfrm>
            <a:custGeom>
              <a:rect b="b" l="l" r="r" t="t"/>
              <a:pathLst>
                <a:path extrusionOk="0" h="22987" w="19879">
                  <a:moveTo>
                    <a:pt x="8890" y="0"/>
                  </a:moveTo>
                  <a:cubicBezTo>
                    <a:pt x="6291" y="0"/>
                    <a:pt x="3477" y="1138"/>
                    <a:pt x="2011" y="5377"/>
                  </a:cubicBezTo>
                  <a:cubicBezTo>
                    <a:pt x="1" y="11193"/>
                    <a:pt x="79" y="18527"/>
                    <a:pt x="79" y="18527"/>
                  </a:cubicBezTo>
                  <a:lnTo>
                    <a:pt x="16434" y="22987"/>
                  </a:lnTo>
                  <a:cubicBezTo>
                    <a:pt x="19879" y="13024"/>
                    <a:pt x="14628" y="1530"/>
                    <a:pt x="14628" y="1530"/>
                  </a:cubicBezTo>
                  <a:cubicBezTo>
                    <a:pt x="14628" y="1530"/>
                    <a:pt x="11904" y="0"/>
                    <a:pt x="88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36"/>
            <p:cNvSpPr/>
            <p:nvPr/>
          </p:nvSpPr>
          <p:spPr>
            <a:xfrm>
              <a:off x="7317283" y="2473927"/>
              <a:ext cx="757993" cy="960780"/>
            </a:xfrm>
            <a:custGeom>
              <a:rect b="b" l="l" r="r" t="t"/>
              <a:pathLst>
                <a:path extrusionOk="0" h="48009" w="37876">
                  <a:moveTo>
                    <a:pt x="18401" y="1"/>
                  </a:moveTo>
                  <a:cubicBezTo>
                    <a:pt x="18401" y="1"/>
                    <a:pt x="14129" y="1491"/>
                    <a:pt x="9598" y="3365"/>
                  </a:cubicBezTo>
                  <a:cubicBezTo>
                    <a:pt x="4327" y="5548"/>
                    <a:pt x="1" y="8207"/>
                    <a:pt x="351" y="9697"/>
                  </a:cubicBezTo>
                  <a:cubicBezTo>
                    <a:pt x="542" y="10510"/>
                    <a:pt x="366" y="14869"/>
                    <a:pt x="1359" y="20189"/>
                  </a:cubicBezTo>
                  <a:cubicBezTo>
                    <a:pt x="1893" y="23050"/>
                    <a:pt x="2245" y="26152"/>
                    <a:pt x="2718" y="29265"/>
                  </a:cubicBezTo>
                  <a:cubicBezTo>
                    <a:pt x="2718" y="29265"/>
                    <a:pt x="2718" y="29268"/>
                    <a:pt x="2718" y="29274"/>
                  </a:cubicBezTo>
                  <a:cubicBezTo>
                    <a:pt x="2748" y="29460"/>
                    <a:pt x="2776" y="29645"/>
                    <a:pt x="2803" y="29831"/>
                  </a:cubicBezTo>
                  <a:cubicBezTo>
                    <a:pt x="4005" y="37866"/>
                    <a:pt x="4624" y="45360"/>
                    <a:pt x="2897" y="45937"/>
                  </a:cubicBezTo>
                  <a:lnTo>
                    <a:pt x="37590" y="48008"/>
                  </a:lnTo>
                  <a:cubicBezTo>
                    <a:pt x="37590" y="48008"/>
                    <a:pt x="37875" y="44269"/>
                    <a:pt x="37788" y="38627"/>
                  </a:cubicBezTo>
                  <a:cubicBezTo>
                    <a:pt x="37753" y="36373"/>
                    <a:pt x="37659" y="33817"/>
                    <a:pt x="37462" y="31074"/>
                  </a:cubicBezTo>
                  <a:cubicBezTo>
                    <a:pt x="37269" y="28351"/>
                    <a:pt x="36973" y="25446"/>
                    <a:pt x="36536" y="22469"/>
                  </a:cubicBezTo>
                  <a:lnTo>
                    <a:pt x="36536" y="22464"/>
                  </a:lnTo>
                  <a:cubicBezTo>
                    <a:pt x="35908" y="18174"/>
                    <a:pt x="34984" y="13742"/>
                    <a:pt x="33643" y="9509"/>
                  </a:cubicBezTo>
                  <a:cubicBezTo>
                    <a:pt x="32768" y="6746"/>
                    <a:pt x="28073" y="4090"/>
                    <a:pt x="24121" y="2290"/>
                  </a:cubicBezTo>
                  <a:cubicBezTo>
                    <a:pt x="21035" y="885"/>
                    <a:pt x="18401" y="1"/>
                    <a:pt x="1840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36"/>
            <p:cNvSpPr/>
            <p:nvPr/>
          </p:nvSpPr>
          <p:spPr>
            <a:xfrm>
              <a:off x="7500557" y="2578012"/>
              <a:ext cx="278494" cy="102204"/>
            </a:xfrm>
            <a:custGeom>
              <a:rect b="b" l="l" r="r" t="t"/>
              <a:pathLst>
                <a:path extrusionOk="0" h="5107" w="13916">
                  <a:moveTo>
                    <a:pt x="13692" y="0"/>
                  </a:moveTo>
                  <a:cubicBezTo>
                    <a:pt x="13657" y="0"/>
                    <a:pt x="13622" y="12"/>
                    <a:pt x="13591" y="39"/>
                  </a:cubicBezTo>
                  <a:cubicBezTo>
                    <a:pt x="11666" y="1747"/>
                    <a:pt x="9612" y="3469"/>
                    <a:pt x="7142" y="4315"/>
                  </a:cubicBezTo>
                  <a:cubicBezTo>
                    <a:pt x="6199" y="4638"/>
                    <a:pt x="5187" y="4821"/>
                    <a:pt x="4183" y="4821"/>
                  </a:cubicBezTo>
                  <a:cubicBezTo>
                    <a:pt x="2816" y="4821"/>
                    <a:pt x="1463" y="4481"/>
                    <a:pt x="316" y="3688"/>
                  </a:cubicBezTo>
                  <a:cubicBezTo>
                    <a:pt x="288" y="3668"/>
                    <a:pt x="258" y="3660"/>
                    <a:pt x="229" y="3660"/>
                  </a:cubicBezTo>
                  <a:cubicBezTo>
                    <a:pt x="104" y="3660"/>
                    <a:pt x="0" y="3818"/>
                    <a:pt x="125" y="3904"/>
                  </a:cubicBezTo>
                  <a:cubicBezTo>
                    <a:pt x="1337" y="4742"/>
                    <a:pt x="2759" y="5107"/>
                    <a:pt x="4198" y="5107"/>
                  </a:cubicBezTo>
                  <a:cubicBezTo>
                    <a:pt x="5126" y="5107"/>
                    <a:pt x="6061" y="4955"/>
                    <a:pt x="6950" y="4680"/>
                  </a:cubicBezTo>
                  <a:cubicBezTo>
                    <a:pt x="9593" y="3866"/>
                    <a:pt x="11774" y="2034"/>
                    <a:pt x="13807" y="231"/>
                  </a:cubicBezTo>
                  <a:cubicBezTo>
                    <a:pt x="13915" y="136"/>
                    <a:pt x="13809" y="0"/>
                    <a:pt x="136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36"/>
            <p:cNvSpPr/>
            <p:nvPr/>
          </p:nvSpPr>
          <p:spPr>
            <a:xfrm>
              <a:off x="7504820" y="2473927"/>
              <a:ext cx="295204" cy="169466"/>
            </a:xfrm>
            <a:custGeom>
              <a:rect b="b" l="l" r="r" t="t"/>
              <a:pathLst>
                <a:path extrusionOk="0" h="8468" w="14751">
                  <a:moveTo>
                    <a:pt x="9030" y="1"/>
                  </a:moveTo>
                  <a:cubicBezTo>
                    <a:pt x="9030" y="1"/>
                    <a:pt x="4758" y="1491"/>
                    <a:pt x="227" y="3365"/>
                  </a:cubicBezTo>
                  <a:cubicBezTo>
                    <a:pt x="1" y="5763"/>
                    <a:pt x="825" y="8467"/>
                    <a:pt x="3943" y="8467"/>
                  </a:cubicBezTo>
                  <a:cubicBezTo>
                    <a:pt x="4258" y="8467"/>
                    <a:pt x="4598" y="8439"/>
                    <a:pt x="4962" y="8381"/>
                  </a:cubicBezTo>
                  <a:cubicBezTo>
                    <a:pt x="9298" y="7681"/>
                    <a:pt x="12943" y="4281"/>
                    <a:pt x="14750" y="2290"/>
                  </a:cubicBezTo>
                  <a:cubicBezTo>
                    <a:pt x="11664" y="885"/>
                    <a:pt x="9030" y="1"/>
                    <a:pt x="9030" y="1"/>
                  </a:cubicBezTo>
                  <a:close/>
                </a:path>
              </a:pathLst>
            </a:custGeom>
            <a:solidFill>
              <a:srgbClr val="3C363C">
                <a:alpha val="456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36"/>
            <p:cNvSpPr/>
            <p:nvPr/>
          </p:nvSpPr>
          <p:spPr>
            <a:xfrm>
              <a:off x="7216560" y="2930993"/>
              <a:ext cx="870524" cy="768820"/>
            </a:xfrm>
            <a:custGeom>
              <a:rect b="b" l="l" r="r" t="t"/>
              <a:pathLst>
                <a:path extrusionOk="0" h="38417" w="43499">
                  <a:moveTo>
                    <a:pt x="40870" y="1"/>
                  </a:moveTo>
                  <a:lnTo>
                    <a:pt x="7751" y="6426"/>
                  </a:lnTo>
                  <a:cubicBezTo>
                    <a:pt x="7751" y="6426"/>
                    <a:pt x="7751" y="6429"/>
                    <a:pt x="7751" y="6433"/>
                  </a:cubicBezTo>
                  <a:cubicBezTo>
                    <a:pt x="7755" y="6475"/>
                    <a:pt x="7770" y="6661"/>
                    <a:pt x="7786" y="6971"/>
                  </a:cubicBezTo>
                  <a:cubicBezTo>
                    <a:pt x="7925" y="9533"/>
                    <a:pt x="8247" y="20566"/>
                    <a:pt x="4111" y="28174"/>
                  </a:cubicBezTo>
                  <a:cubicBezTo>
                    <a:pt x="0" y="35732"/>
                    <a:pt x="15012" y="38417"/>
                    <a:pt x="27001" y="38417"/>
                  </a:cubicBezTo>
                  <a:cubicBezTo>
                    <a:pt x="33092" y="38417"/>
                    <a:pt x="38403" y="37724"/>
                    <a:pt x="40031" y="36625"/>
                  </a:cubicBezTo>
                  <a:lnTo>
                    <a:pt x="40031" y="36627"/>
                  </a:lnTo>
                  <a:cubicBezTo>
                    <a:pt x="43389" y="34359"/>
                    <a:pt x="43498" y="24643"/>
                    <a:pt x="42821" y="15788"/>
                  </a:cubicBezTo>
                  <a:cubicBezTo>
                    <a:pt x="42619" y="13135"/>
                    <a:pt x="42346" y="10560"/>
                    <a:pt x="42067" y="8285"/>
                  </a:cubicBezTo>
                  <a:cubicBezTo>
                    <a:pt x="41479" y="3468"/>
                    <a:pt x="40870" y="1"/>
                    <a:pt x="4087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36"/>
            <p:cNvSpPr/>
            <p:nvPr/>
          </p:nvSpPr>
          <p:spPr>
            <a:xfrm>
              <a:off x="7333493" y="2562943"/>
              <a:ext cx="133764" cy="247995"/>
            </a:xfrm>
            <a:custGeom>
              <a:rect b="b" l="l" r="r" t="t"/>
              <a:pathLst>
                <a:path extrusionOk="0" h="12392" w="6684">
                  <a:moveTo>
                    <a:pt x="6333" y="0"/>
                  </a:moveTo>
                  <a:cubicBezTo>
                    <a:pt x="6203" y="61"/>
                    <a:pt x="6074" y="122"/>
                    <a:pt x="5947" y="183"/>
                  </a:cubicBezTo>
                  <a:cubicBezTo>
                    <a:pt x="6467" y="2961"/>
                    <a:pt x="5945" y="5929"/>
                    <a:pt x="4338" y="8304"/>
                  </a:cubicBezTo>
                  <a:cubicBezTo>
                    <a:pt x="3257" y="9902"/>
                    <a:pt x="1732" y="11154"/>
                    <a:pt x="0" y="11968"/>
                  </a:cubicBezTo>
                  <a:cubicBezTo>
                    <a:pt x="14" y="12109"/>
                    <a:pt x="30" y="12248"/>
                    <a:pt x="45" y="12391"/>
                  </a:cubicBezTo>
                  <a:cubicBezTo>
                    <a:pt x="1005" y="11951"/>
                    <a:pt x="1908" y="11383"/>
                    <a:pt x="2723" y="10692"/>
                  </a:cubicBezTo>
                  <a:cubicBezTo>
                    <a:pt x="5325" y="8488"/>
                    <a:pt x="6683" y="5143"/>
                    <a:pt x="6540" y="1751"/>
                  </a:cubicBezTo>
                  <a:cubicBezTo>
                    <a:pt x="6516" y="1161"/>
                    <a:pt x="6446" y="575"/>
                    <a:pt x="63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36"/>
            <p:cNvSpPr/>
            <p:nvPr/>
          </p:nvSpPr>
          <p:spPr>
            <a:xfrm>
              <a:off x="7783974" y="2521857"/>
              <a:ext cx="263004" cy="393746"/>
            </a:xfrm>
            <a:custGeom>
              <a:rect b="b" l="l" r="r" t="t"/>
              <a:pathLst>
                <a:path extrusionOk="0" h="19675" w="13142">
                  <a:moveTo>
                    <a:pt x="1029" y="1"/>
                  </a:moveTo>
                  <a:cubicBezTo>
                    <a:pt x="308" y="2340"/>
                    <a:pt x="110" y="4880"/>
                    <a:pt x="315" y="7232"/>
                  </a:cubicBezTo>
                  <a:cubicBezTo>
                    <a:pt x="761" y="12373"/>
                    <a:pt x="3463" y="17442"/>
                    <a:pt x="8596" y="19141"/>
                  </a:cubicBezTo>
                  <a:cubicBezTo>
                    <a:pt x="9649" y="19490"/>
                    <a:pt x="10750" y="19675"/>
                    <a:pt x="11846" y="19675"/>
                  </a:cubicBezTo>
                  <a:cubicBezTo>
                    <a:pt x="12280" y="19675"/>
                    <a:pt x="12713" y="19646"/>
                    <a:pt x="13142" y="19587"/>
                  </a:cubicBezTo>
                  <a:cubicBezTo>
                    <a:pt x="13124" y="19458"/>
                    <a:pt x="13103" y="19327"/>
                    <a:pt x="13082" y="19197"/>
                  </a:cubicBezTo>
                  <a:cubicBezTo>
                    <a:pt x="12684" y="19252"/>
                    <a:pt x="12282" y="19278"/>
                    <a:pt x="11880" y="19278"/>
                  </a:cubicBezTo>
                  <a:cubicBezTo>
                    <a:pt x="8663" y="19278"/>
                    <a:pt x="5421" y="17565"/>
                    <a:pt x="3484" y="14965"/>
                  </a:cubicBezTo>
                  <a:cubicBezTo>
                    <a:pt x="502" y="10963"/>
                    <a:pt x="0" y="5307"/>
                    <a:pt x="1294" y="589"/>
                  </a:cubicBezTo>
                  <a:cubicBezTo>
                    <a:pt x="1332" y="452"/>
                    <a:pt x="1372" y="314"/>
                    <a:pt x="1414" y="178"/>
                  </a:cubicBezTo>
                  <a:cubicBezTo>
                    <a:pt x="1285" y="117"/>
                    <a:pt x="1156" y="58"/>
                    <a:pt x="10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36"/>
            <p:cNvSpPr/>
            <p:nvPr/>
          </p:nvSpPr>
          <p:spPr>
            <a:xfrm>
              <a:off x="7350103" y="2804013"/>
              <a:ext cx="594571" cy="296345"/>
            </a:xfrm>
            <a:custGeom>
              <a:rect b="b" l="l" r="r" t="t"/>
              <a:pathLst>
                <a:path extrusionOk="0" h="14808" w="29710">
                  <a:moveTo>
                    <a:pt x="11241" y="1"/>
                  </a:moveTo>
                  <a:cubicBezTo>
                    <a:pt x="10818" y="1"/>
                    <a:pt x="10394" y="23"/>
                    <a:pt x="9970" y="70"/>
                  </a:cubicBezTo>
                  <a:cubicBezTo>
                    <a:pt x="7192" y="377"/>
                    <a:pt x="4598" y="1626"/>
                    <a:pt x="2377" y="3285"/>
                  </a:cubicBezTo>
                  <a:cubicBezTo>
                    <a:pt x="1538" y="3912"/>
                    <a:pt x="753" y="4596"/>
                    <a:pt x="1" y="5317"/>
                  </a:cubicBezTo>
                  <a:cubicBezTo>
                    <a:pt x="27" y="5482"/>
                    <a:pt x="53" y="5649"/>
                    <a:pt x="79" y="5817"/>
                  </a:cubicBezTo>
                  <a:cubicBezTo>
                    <a:pt x="2544" y="3402"/>
                    <a:pt x="5353" y="1404"/>
                    <a:pt x="8805" y="666"/>
                  </a:cubicBezTo>
                  <a:cubicBezTo>
                    <a:pt x="9626" y="490"/>
                    <a:pt x="10440" y="408"/>
                    <a:pt x="11243" y="408"/>
                  </a:cubicBezTo>
                  <a:cubicBezTo>
                    <a:pt x="16008" y="408"/>
                    <a:pt x="20403" y="3295"/>
                    <a:pt x="23552" y="6786"/>
                  </a:cubicBezTo>
                  <a:cubicBezTo>
                    <a:pt x="23961" y="7239"/>
                    <a:pt x="24356" y="7704"/>
                    <a:pt x="24737" y="8181"/>
                  </a:cubicBezTo>
                  <a:cubicBezTo>
                    <a:pt x="26400" y="10243"/>
                    <a:pt x="27834" y="12486"/>
                    <a:pt x="29261" y="14714"/>
                  </a:cubicBezTo>
                  <a:lnTo>
                    <a:pt x="29260" y="14714"/>
                  </a:lnTo>
                  <a:cubicBezTo>
                    <a:pt x="29303" y="14780"/>
                    <a:pt x="29365" y="14808"/>
                    <a:pt x="29427" y="14808"/>
                  </a:cubicBezTo>
                  <a:cubicBezTo>
                    <a:pt x="29569" y="14808"/>
                    <a:pt x="29710" y="14663"/>
                    <a:pt x="29611" y="14510"/>
                  </a:cubicBezTo>
                  <a:cubicBezTo>
                    <a:pt x="28227" y="12346"/>
                    <a:pt x="26800" y="10130"/>
                    <a:pt x="25178" y="8095"/>
                  </a:cubicBezTo>
                  <a:cubicBezTo>
                    <a:pt x="23136" y="5526"/>
                    <a:pt x="20784" y="3244"/>
                    <a:pt x="17821" y="1710"/>
                  </a:cubicBezTo>
                  <a:cubicBezTo>
                    <a:pt x="15791" y="660"/>
                    <a:pt x="13530" y="1"/>
                    <a:pt x="1124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36"/>
            <p:cNvSpPr/>
            <p:nvPr/>
          </p:nvSpPr>
          <p:spPr>
            <a:xfrm>
              <a:off x="7370876" y="3009502"/>
              <a:ext cx="709023" cy="366189"/>
            </a:xfrm>
            <a:custGeom>
              <a:rect b="b" l="l" r="r" t="t"/>
              <a:pathLst>
                <a:path extrusionOk="0" h="18298" w="35429">
                  <a:moveTo>
                    <a:pt x="7654" y="1"/>
                  </a:moveTo>
                  <a:cubicBezTo>
                    <a:pt x="7279" y="1"/>
                    <a:pt x="6899" y="16"/>
                    <a:pt x="6512" y="47"/>
                  </a:cubicBezTo>
                  <a:cubicBezTo>
                    <a:pt x="4195" y="235"/>
                    <a:pt x="1950" y="1004"/>
                    <a:pt x="0" y="2238"/>
                  </a:cubicBezTo>
                  <a:cubicBezTo>
                    <a:pt x="12" y="2327"/>
                    <a:pt x="26" y="2414"/>
                    <a:pt x="40" y="2503"/>
                  </a:cubicBezTo>
                  <a:lnTo>
                    <a:pt x="40" y="2510"/>
                  </a:lnTo>
                  <a:cubicBezTo>
                    <a:pt x="42" y="2531"/>
                    <a:pt x="47" y="2588"/>
                    <a:pt x="54" y="2682"/>
                  </a:cubicBezTo>
                  <a:cubicBezTo>
                    <a:pt x="57" y="2681"/>
                    <a:pt x="61" y="2677"/>
                    <a:pt x="66" y="2674"/>
                  </a:cubicBezTo>
                  <a:cubicBezTo>
                    <a:pt x="200" y="2587"/>
                    <a:pt x="338" y="2500"/>
                    <a:pt x="474" y="2419"/>
                  </a:cubicBezTo>
                  <a:cubicBezTo>
                    <a:pt x="2272" y="1333"/>
                    <a:pt x="4312" y="646"/>
                    <a:pt x="6417" y="461"/>
                  </a:cubicBezTo>
                  <a:cubicBezTo>
                    <a:pt x="6785" y="429"/>
                    <a:pt x="7150" y="413"/>
                    <a:pt x="7512" y="413"/>
                  </a:cubicBezTo>
                  <a:cubicBezTo>
                    <a:pt x="8278" y="413"/>
                    <a:pt x="9031" y="483"/>
                    <a:pt x="9769" y="614"/>
                  </a:cubicBezTo>
                  <a:cubicBezTo>
                    <a:pt x="13220" y="1227"/>
                    <a:pt x="16363" y="3159"/>
                    <a:pt x="19063" y="5415"/>
                  </a:cubicBezTo>
                  <a:cubicBezTo>
                    <a:pt x="22648" y="8408"/>
                    <a:pt x="25640" y="12046"/>
                    <a:pt x="29336" y="14913"/>
                  </a:cubicBezTo>
                  <a:cubicBezTo>
                    <a:pt x="31113" y="16294"/>
                    <a:pt x="33028" y="17389"/>
                    <a:pt x="35061" y="18161"/>
                  </a:cubicBezTo>
                  <a:cubicBezTo>
                    <a:pt x="35183" y="18208"/>
                    <a:pt x="35305" y="18254"/>
                    <a:pt x="35429" y="18297"/>
                  </a:cubicBezTo>
                  <a:cubicBezTo>
                    <a:pt x="35427" y="18170"/>
                    <a:pt x="35425" y="18043"/>
                    <a:pt x="35422" y="17914"/>
                  </a:cubicBezTo>
                  <a:cubicBezTo>
                    <a:pt x="35396" y="17906"/>
                    <a:pt x="35371" y="17897"/>
                    <a:pt x="35345" y="17886"/>
                  </a:cubicBezTo>
                  <a:cubicBezTo>
                    <a:pt x="35255" y="17855"/>
                    <a:pt x="35164" y="17820"/>
                    <a:pt x="35073" y="17785"/>
                  </a:cubicBezTo>
                  <a:cubicBezTo>
                    <a:pt x="32857" y="16934"/>
                    <a:pt x="30843" y="15634"/>
                    <a:pt x="29005" y="14138"/>
                  </a:cubicBezTo>
                  <a:cubicBezTo>
                    <a:pt x="23396" y="9574"/>
                    <a:pt x="18221" y="2167"/>
                    <a:pt x="10915" y="393"/>
                  </a:cubicBezTo>
                  <a:cubicBezTo>
                    <a:pt x="9874" y="139"/>
                    <a:pt x="8790" y="1"/>
                    <a:pt x="76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36"/>
            <p:cNvSpPr/>
            <p:nvPr/>
          </p:nvSpPr>
          <p:spPr>
            <a:xfrm>
              <a:off x="7373138" y="3152151"/>
              <a:ext cx="259142" cy="489646"/>
            </a:xfrm>
            <a:custGeom>
              <a:rect b="b" l="l" r="r" t="t"/>
              <a:pathLst>
                <a:path extrusionOk="0" h="24467" w="12949">
                  <a:moveTo>
                    <a:pt x="1638" y="1"/>
                  </a:moveTo>
                  <a:cubicBezTo>
                    <a:pt x="1286" y="1"/>
                    <a:pt x="930" y="21"/>
                    <a:pt x="576" y="63"/>
                  </a:cubicBezTo>
                  <a:cubicBezTo>
                    <a:pt x="388" y="84"/>
                    <a:pt x="200" y="113"/>
                    <a:pt x="12" y="148"/>
                  </a:cubicBezTo>
                  <a:cubicBezTo>
                    <a:pt x="9" y="282"/>
                    <a:pt x="5" y="418"/>
                    <a:pt x="0" y="557"/>
                  </a:cubicBezTo>
                  <a:cubicBezTo>
                    <a:pt x="207" y="517"/>
                    <a:pt x="416" y="486"/>
                    <a:pt x="625" y="462"/>
                  </a:cubicBezTo>
                  <a:cubicBezTo>
                    <a:pt x="947" y="423"/>
                    <a:pt x="1270" y="403"/>
                    <a:pt x="1591" y="403"/>
                  </a:cubicBezTo>
                  <a:cubicBezTo>
                    <a:pt x="1629" y="403"/>
                    <a:pt x="1668" y="404"/>
                    <a:pt x="1706" y="404"/>
                  </a:cubicBezTo>
                  <a:cubicBezTo>
                    <a:pt x="4521" y="432"/>
                    <a:pt x="7249" y="1752"/>
                    <a:pt x="9195" y="3748"/>
                  </a:cubicBezTo>
                  <a:cubicBezTo>
                    <a:pt x="11583" y="6196"/>
                    <a:pt x="12555" y="9531"/>
                    <a:pt x="12245" y="12771"/>
                  </a:cubicBezTo>
                  <a:cubicBezTo>
                    <a:pt x="11992" y="15392"/>
                    <a:pt x="10903" y="17953"/>
                    <a:pt x="9044" y="19929"/>
                  </a:cubicBezTo>
                  <a:cubicBezTo>
                    <a:pt x="6826" y="22286"/>
                    <a:pt x="3752" y="23747"/>
                    <a:pt x="540" y="24060"/>
                  </a:cubicBezTo>
                  <a:cubicBezTo>
                    <a:pt x="290" y="24084"/>
                    <a:pt x="281" y="24467"/>
                    <a:pt x="518" y="24467"/>
                  </a:cubicBezTo>
                  <a:cubicBezTo>
                    <a:pt x="525" y="24467"/>
                    <a:pt x="532" y="24466"/>
                    <a:pt x="540" y="24465"/>
                  </a:cubicBezTo>
                  <a:cubicBezTo>
                    <a:pt x="6758" y="23858"/>
                    <a:pt x="12059" y="19118"/>
                    <a:pt x="12673" y="12797"/>
                  </a:cubicBezTo>
                  <a:cubicBezTo>
                    <a:pt x="12678" y="12746"/>
                    <a:pt x="12684" y="12696"/>
                    <a:pt x="12689" y="12644"/>
                  </a:cubicBezTo>
                  <a:cubicBezTo>
                    <a:pt x="12948" y="9578"/>
                    <a:pt x="12057" y="6493"/>
                    <a:pt x="10079" y="4123"/>
                  </a:cubicBezTo>
                  <a:cubicBezTo>
                    <a:pt x="8194" y="1859"/>
                    <a:pt x="5421" y="314"/>
                    <a:pt x="2477" y="40"/>
                  </a:cubicBezTo>
                  <a:cubicBezTo>
                    <a:pt x="2201" y="14"/>
                    <a:pt x="1920" y="1"/>
                    <a:pt x="163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36"/>
            <p:cNvSpPr/>
            <p:nvPr/>
          </p:nvSpPr>
          <p:spPr>
            <a:xfrm>
              <a:off x="7666701" y="3236944"/>
              <a:ext cx="408955" cy="397588"/>
            </a:xfrm>
            <a:custGeom>
              <a:rect b="b" l="l" r="r" t="t"/>
              <a:pathLst>
                <a:path extrusionOk="0" h="19867" w="20435">
                  <a:moveTo>
                    <a:pt x="5182" y="1"/>
                  </a:moveTo>
                  <a:cubicBezTo>
                    <a:pt x="3845" y="1"/>
                    <a:pt x="2556" y="456"/>
                    <a:pt x="1621" y="1491"/>
                  </a:cubicBezTo>
                  <a:cubicBezTo>
                    <a:pt x="370" y="2873"/>
                    <a:pt x="1" y="4775"/>
                    <a:pt x="70" y="6589"/>
                  </a:cubicBezTo>
                  <a:cubicBezTo>
                    <a:pt x="97" y="7291"/>
                    <a:pt x="161" y="7994"/>
                    <a:pt x="260" y="8696"/>
                  </a:cubicBezTo>
                  <a:cubicBezTo>
                    <a:pt x="809" y="12619"/>
                    <a:pt x="2421" y="16491"/>
                    <a:pt x="4520" y="19772"/>
                  </a:cubicBezTo>
                  <a:cubicBezTo>
                    <a:pt x="4563" y="19839"/>
                    <a:pt x="4625" y="19867"/>
                    <a:pt x="4687" y="19867"/>
                  </a:cubicBezTo>
                  <a:cubicBezTo>
                    <a:pt x="4829" y="19867"/>
                    <a:pt x="4970" y="19721"/>
                    <a:pt x="4872" y="19569"/>
                  </a:cubicBezTo>
                  <a:cubicBezTo>
                    <a:pt x="2765" y="16279"/>
                    <a:pt x="1329" y="12581"/>
                    <a:pt x="708" y="8722"/>
                  </a:cubicBezTo>
                  <a:cubicBezTo>
                    <a:pt x="690" y="8617"/>
                    <a:pt x="673" y="8511"/>
                    <a:pt x="657" y="8407"/>
                  </a:cubicBezTo>
                  <a:cubicBezTo>
                    <a:pt x="351" y="6353"/>
                    <a:pt x="286" y="4077"/>
                    <a:pt x="1507" y="2290"/>
                  </a:cubicBezTo>
                  <a:cubicBezTo>
                    <a:pt x="2400" y="977"/>
                    <a:pt x="3766" y="418"/>
                    <a:pt x="5217" y="418"/>
                  </a:cubicBezTo>
                  <a:cubicBezTo>
                    <a:pt x="5773" y="418"/>
                    <a:pt x="6342" y="500"/>
                    <a:pt x="6901" y="653"/>
                  </a:cubicBezTo>
                  <a:cubicBezTo>
                    <a:pt x="10515" y="1644"/>
                    <a:pt x="13368" y="4697"/>
                    <a:pt x="15604" y="7548"/>
                  </a:cubicBezTo>
                  <a:cubicBezTo>
                    <a:pt x="16157" y="8255"/>
                    <a:pt x="16692" y="8978"/>
                    <a:pt x="17215" y="9707"/>
                  </a:cubicBezTo>
                  <a:cubicBezTo>
                    <a:pt x="18269" y="11171"/>
                    <a:pt x="19289" y="12659"/>
                    <a:pt x="20373" y="14101"/>
                  </a:cubicBezTo>
                  <a:cubicBezTo>
                    <a:pt x="20396" y="13909"/>
                    <a:pt x="20415" y="13716"/>
                    <a:pt x="20434" y="13519"/>
                  </a:cubicBezTo>
                  <a:cubicBezTo>
                    <a:pt x="19508" y="12270"/>
                    <a:pt x="18619" y="10987"/>
                    <a:pt x="17726" y="9738"/>
                  </a:cubicBezTo>
                  <a:cubicBezTo>
                    <a:pt x="16923" y="8612"/>
                    <a:pt x="16117" y="7517"/>
                    <a:pt x="15278" y="6499"/>
                  </a:cubicBezTo>
                  <a:cubicBezTo>
                    <a:pt x="12977" y="3703"/>
                    <a:pt x="9880" y="660"/>
                    <a:pt x="6144" y="77"/>
                  </a:cubicBezTo>
                  <a:cubicBezTo>
                    <a:pt x="5823" y="27"/>
                    <a:pt x="5501" y="1"/>
                    <a:pt x="518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36"/>
            <p:cNvSpPr/>
            <p:nvPr/>
          </p:nvSpPr>
          <p:spPr>
            <a:xfrm>
              <a:off x="7810651" y="3494925"/>
              <a:ext cx="243572" cy="191940"/>
            </a:xfrm>
            <a:custGeom>
              <a:rect b="b" l="l" r="r" t="t"/>
              <a:pathLst>
                <a:path extrusionOk="0" h="9591" w="12171">
                  <a:moveTo>
                    <a:pt x="4360" y="0"/>
                  </a:moveTo>
                  <a:cubicBezTo>
                    <a:pt x="3905" y="0"/>
                    <a:pt x="3452" y="68"/>
                    <a:pt x="3014" y="221"/>
                  </a:cubicBezTo>
                  <a:cubicBezTo>
                    <a:pt x="1609" y="714"/>
                    <a:pt x="734" y="2018"/>
                    <a:pt x="436" y="3433"/>
                  </a:cubicBezTo>
                  <a:cubicBezTo>
                    <a:pt x="1" y="5513"/>
                    <a:pt x="817" y="7562"/>
                    <a:pt x="1592" y="9456"/>
                  </a:cubicBezTo>
                  <a:cubicBezTo>
                    <a:pt x="1630" y="9550"/>
                    <a:pt x="1715" y="9591"/>
                    <a:pt x="1797" y="9591"/>
                  </a:cubicBezTo>
                  <a:cubicBezTo>
                    <a:pt x="1923" y="9591"/>
                    <a:pt x="2044" y="9495"/>
                    <a:pt x="1984" y="9348"/>
                  </a:cubicBezTo>
                  <a:cubicBezTo>
                    <a:pt x="1204" y="7444"/>
                    <a:pt x="337" y="5337"/>
                    <a:pt x="896" y="3254"/>
                  </a:cubicBezTo>
                  <a:cubicBezTo>
                    <a:pt x="1385" y="1427"/>
                    <a:pt x="2796" y="438"/>
                    <a:pt x="4480" y="438"/>
                  </a:cubicBezTo>
                  <a:cubicBezTo>
                    <a:pt x="4898" y="438"/>
                    <a:pt x="5333" y="499"/>
                    <a:pt x="5775" y="623"/>
                  </a:cubicBezTo>
                  <a:cubicBezTo>
                    <a:pt x="8567" y="1407"/>
                    <a:pt x="10778" y="3685"/>
                    <a:pt x="11957" y="6335"/>
                  </a:cubicBezTo>
                  <a:cubicBezTo>
                    <a:pt x="12031" y="6173"/>
                    <a:pt x="12101" y="6001"/>
                    <a:pt x="12171" y="5821"/>
                  </a:cubicBezTo>
                  <a:lnTo>
                    <a:pt x="12169" y="5821"/>
                  </a:lnTo>
                  <a:cubicBezTo>
                    <a:pt x="11218" y="3866"/>
                    <a:pt x="9709" y="2188"/>
                    <a:pt x="7819" y="1076"/>
                  </a:cubicBezTo>
                  <a:cubicBezTo>
                    <a:pt x="6799" y="477"/>
                    <a:pt x="5571" y="0"/>
                    <a:pt x="436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36"/>
            <p:cNvSpPr/>
            <p:nvPr/>
          </p:nvSpPr>
          <p:spPr>
            <a:xfrm>
              <a:off x="7393710" y="3482577"/>
              <a:ext cx="394326" cy="69063"/>
            </a:xfrm>
            <a:custGeom>
              <a:rect b="b" l="l" r="r" t="t"/>
              <a:pathLst>
                <a:path extrusionOk="0" h="3451" w="19704">
                  <a:moveTo>
                    <a:pt x="19464" y="1"/>
                  </a:moveTo>
                  <a:cubicBezTo>
                    <a:pt x="19441" y="1"/>
                    <a:pt x="19416" y="6"/>
                    <a:pt x="19392" y="18"/>
                  </a:cubicBezTo>
                  <a:cubicBezTo>
                    <a:pt x="15290" y="2089"/>
                    <a:pt x="10727" y="3152"/>
                    <a:pt x="6153" y="3152"/>
                  </a:cubicBezTo>
                  <a:cubicBezTo>
                    <a:pt x="4172" y="3152"/>
                    <a:pt x="2188" y="2953"/>
                    <a:pt x="239" y="2549"/>
                  </a:cubicBezTo>
                  <a:cubicBezTo>
                    <a:pt x="228" y="2547"/>
                    <a:pt x="217" y="2546"/>
                    <a:pt x="206" y="2546"/>
                  </a:cubicBezTo>
                  <a:cubicBezTo>
                    <a:pt x="45" y="2546"/>
                    <a:pt x="0" y="2806"/>
                    <a:pt x="177" y="2842"/>
                  </a:cubicBezTo>
                  <a:cubicBezTo>
                    <a:pt x="2144" y="3249"/>
                    <a:pt x="4145" y="3450"/>
                    <a:pt x="6142" y="3450"/>
                  </a:cubicBezTo>
                  <a:cubicBezTo>
                    <a:pt x="10777" y="3450"/>
                    <a:pt x="15397" y="2368"/>
                    <a:pt x="19557" y="267"/>
                  </a:cubicBezTo>
                  <a:cubicBezTo>
                    <a:pt x="19703" y="193"/>
                    <a:pt x="19603" y="1"/>
                    <a:pt x="194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36"/>
            <p:cNvSpPr/>
            <p:nvPr/>
          </p:nvSpPr>
          <p:spPr>
            <a:xfrm>
              <a:off x="7965007" y="2879541"/>
              <a:ext cx="73926" cy="779927"/>
            </a:xfrm>
            <a:custGeom>
              <a:rect b="b" l="l" r="r" t="t"/>
              <a:pathLst>
                <a:path extrusionOk="0" h="38972" w="3694">
                  <a:moveTo>
                    <a:pt x="190" y="0"/>
                  </a:moveTo>
                  <a:cubicBezTo>
                    <a:pt x="97" y="0"/>
                    <a:pt x="1" y="81"/>
                    <a:pt x="38" y="196"/>
                  </a:cubicBezTo>
                  <a:cubicBezTo>
                    <a:pt x="938" y="3016"/>
                    <a:pt x="1606" y="5905"/>
                    <a:pt x="2102" y="8823"/>
                  </a:cubicBezTo>
                  <a:cubicBezTo>
                    <a:pt x="3004" y="14143"/>
                    <a:pt x="3371" y="19565"/>
                    <a:pt x="3215" y="24957"/>
                  </a:cubicBezTo>
                  <a:cubicBezTo>
                    <a:pt x="3081" y="29605"/>
                    <a:pt x="2602" y="34341"/>
                    <a:pt x="1220" y="38798"/>
                  </a:cubicBezTo>
                  <a:cubicBezTo>
                    <a:pt x="1186" y="38905"/>
                    <a:pt x="1272" y="38971"/>
                    <a:pt x="1361" y="38971"/>
                  </a:cubicBezTo>
                  <a:cubicBezTo>
                    <a:pt x="1425" y="38971"/>
                    <a:pt x="1490" y="38937"/>
                    <a:pt x="1514" y="38860"/>
                  </a:cubicBezTo>
                  <a:cubicBezTo>
                    <a:pt x="2257" y="36467"/>
                    <a:pt x="2717" y="33990"/>
                    <a:pt x="3027" y="31504"/>
                  </a:cubicBezTo>
                  <a:cubicBezTo>
                    <a:pt x="3674" y="26321"/>
                    <a:pt x="3693" y="21052"/>
                    <a:pt x="3276" y="15851"/>
                  </a:cubicBezTo>
                  <a:cubicBezTo>
                    <a:pt x="2846" y="10524"/>
                    <a:pt x="1951" y="5197"/>
                    <a:pt x="323" y="100"/>
                  </a:cubicBezTo>
                  <a:cubicBezTo>
                    <a:pt x="301" y="30"/>
                    <a:pt x="246" y="0"/>
                    <a:pt x="1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36"/>
            <p:cNvSpPr/>
            <p:nvPr/>
          </p:nvSpPr>
          <p:spPr>
            <a:xfrm>
              <a:off x="7382383" y="3265922"/>
              <a:ext cx="572317" cy="181513"/>
            </a:xfrm>
            <a:custGeom>
              <a:rect b="b" l="l" r="r" t="t"/>
              <a:pathLst>
                <a:path extrusionOk="0" h="9070" w="28598">
                  <a:moveTo>
                    <a:pt x="227" y="0"/>
                  </a:moveTo>
                  <a:cubicBezTo>
                    <a:pt x="103" y="0"/>
                    <a:pt x="1" y="163"/>
                    <a:pt x="121" y="260"/>
                  </a:cubicBezTo>
                  <a:cubicBezTo>
                    <a:pt x="1845" y="1646"/>
                    <a:pt x="3683" y="2889"/>
                    <a:pt x="5615" y="3968"/>
                  </a:cubicBezTo>
                  <a:cubicBezTo>
                    <a:pt x="11578" y="7296"/>
                    <a:pt x="18382" y="9070"/>
                    <a:pt x="25204" y="9070"/>
                  </a:cubicBezTo>
                  <a:cubicBezTo>
                    <a:pt x="26273" y="9070"/>
                    <a:pt x="27343" y="9026"/>
                    <a:pt x="28409" y="8938"/>
                  </a:cubicBezTo>
                  <a:cubicBezTo>
                    <a:pt x="28598" y="8923"/>
                    <a:pt x="28587" y="8636"/>
                    <a:pt x="28408" y="8636"/>
                  </a:cubicBezTo>
                  <a:cubicBezTo>
                    <a:pt x="28403" y="8636"/>
                    <a:pt x="28398" y="8636"/>
                    <a:pt x="28394" y="8637"/>
                  </a:cubicBezTo>
                  <a:cubicBezTo>
                    <a:pt x="27306" y="8727"/>
                    <a:pt x="26216" y="8772"/>
                    <a:pt x="25126" y="8772"/>
                  </a:cubicBezTo>
                  <a:cubicBezTo>
                    <a:pt x="23975" y="8772"/>
                    <a:pt x="22825" y="8721"/>
                    <a:pt x="21679" y="8618"/>
                  </a:cubicBezTo>
                  <a:cubicBezTo>
                    <a:pt x="13917" y="7916"/>
                    <a:pt x="6397" y="4922"/>
                    <a:pt x="322" y="36"/>
                  </a:cubicBezTo>
                  <a:cubicBezTo>
                    <a:pt x="291" y="11"/>
                    <a:pt x="258" y="0"/>
                    <a:pt x="22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36"/>
            <p:cNvSpPr/>
            <p:nvPr/>
          </p:nvSpPr>
          <p:spPr>
            <a:xfrm>
              <a:off x="7324047" y="2790585"/>
              <a:ext cx="38684" cy="195902"/>
            </a:xfrm>
            <a:custGeom>
              <a:rect b="b" l="l" r="r" t="t"/>
              <a:pathLst>
                <a:path extrusionOk="0" h="9789" w="1933">
                  <a:moveTo>
                    <a:pt x="155" y="1"/>
                  </a:moveTo>
                  <a:cubicBezTo>
                    <a:pt x="76" y="1"/>
                    <a:pt x="1" y="53"/>
                    <a:pt x="14" y="153"/>
                  </a:cubicBezTo>
                  <a:cubicBezTo>
                    <a:pt x="444" y="3338"/>
                    <a:pt x="1189" y="6468"/>
                    <a:pt x="1619" y="9652"/>
                  </a:cubicBezTo>
                  <a:cubicBezTo>
                    <a:pt x="1632" y="9744"/>
                    <a:pt x="1707" y="9788"/>
                    <a:pt x="1779" y="9788"/>
                  </a:cubicBezTo>
                  <a:cubicBezTo>
                    <a:pt x="1858" y="9788"/>
                    <a:pt x="1932" y="9736"/>
                    <a:pt x="1919" y="9637"/>
                  </a:cubicBezTo>
                  <a:cubicBezTo>
                    <a:pt x="1491" y="6451"/>
                    <a:pt x="745" y="3321"/>
                    <a:pt x="315" y="135"/>
                  </a:cubicBezTo>
                  <a:cubicBezTo>
                    <a:pt x="303" y="45"/>
                    <a:pt x="228" y="1"/>
                    <a:pt x="1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36"/>
            <p:cNvSpPr/>
            <p:nvPr/>
          </p:nvSpPr>
          <p:spPr>
            <a:xfrm>
              <a:off x="7506801" y="2498663"/>
              <a:ext cx="249296" cy="299487"/>
            </a:xfrm>
            <a:custGeom>
              <a:rect b="b" l="l" r="r" t="t"/>
              <a:pathLst>
                <a:path extrusionOk="0" h="14965" w="12457">
                  <a:moveTo>
                    <a:pt x="12207" y="1"/>
                  </a:moveTo>
                  <a:cubicBezTo>
                    <a:pt x="12129" y="1"/>
                    <a:pt x="12057" y="45"/>
                    <a:pt x="12040" y="147"/>
                  </a:cubicBezTo>
                  <a:cubicBezTo>
                    <a:pt x="11391" y="3919"/>
                    <a:pt x="10706" y="7857"/>
                    <a:pt x="8635" y="11149"/>
                  </a:cubicBezTo>
                  <a:cubicBezTo>
                    <a:pt x="7717" y="12609"/>
                    <a:pt x="6203" y="14566"/>
                    <a:pt x="4288" y="14566"/>
                  </a:cubicBezTo>
                  <a:cubicBezTo>
                    <a:pt x="4195" y="14566"/>
                    <a:pt x="4100" y="14561"/>
                    <a:pt x="4004" y="14552"/>
                  </a:cubicBezTo>
                  <a:cubicBezTo>
                    <a:pt x="1879" y="14338"/>
                    <a:pt x="1245" y="11655"/>
                    <a:pt x="906" y="9944"/>
                  </a:cubicBezTo>
                  <a:cubicBezTo>
                    <a:pt x="392" y="7369"/>
                    <a:pt x="444" y="4713"/>
                    <a:pt x="1010" y="2152"/>
                  </a:cubicBezTo>
                  <a:cubicBezTo>
                    <a:pt x="1045" y="1999"/>
                    <a:pt x="917" y="1900"/>
                    <a:pt x="798" y="1900"/>
                  </a:cubicBezTo>
                  <a:cubicBezTo>
                    <a:pt x="718" y="1900"/>
                    <a:pt x="643" y="1944"/>
                    <a:pt x="620" y="2046"/>
                  </a:cubicBezTo>
                  <a:cubicBezTo>
                    <a:pt x="93" y="4433"/>
                    <a:pt x="1" y="6889"/>
                    <a:pt x="382" y="9305"/>
                  </a:cubicBezTo>
                  <a:cubicBezTo>
                    <a:pt x="662" y="11089"/>
                    <a:pt x="1118" y="13525"/>
                    <a:pt x="2802" y="14560"/>
                  </a:cubicBezTo>
                  <a:cubicBezTo>
                    <a:pt x="3263" y="14844"/>
                    <a:pt x="3744" y="14964"/>
                    <a:pt x="4223" y="14964"/>
                  </a:cubicBezTo>
                  <a:cubicBezTo>
                    <a:pt x="5480" y="14964"/>
                    <a:pt x="6723" y="14131"/>
                    <a:pt x="7578" y="13218"/>
                  </a:cubicBezTo>
                  <a:cubicBezTo>
                    <a:pt x="9020" y="11681"/>
                    <a:pt x="9994" y="9718"/>
                    <a:pt x="10691" y="7745"/>
                  </a:cubicBezTo>
                  <a:cubicBezTo>
                    <a:pt x="11546" y="5322"/>
                    <a:pt x="11996" y="2781"/>
                    <a:pt x="12430" y="255"/>
                  </a:cubicBezTo>
                  <a:cubicBezTo>
                    <a:pt x="12456" y="102"/>
                    <a:pt x="12325" y="1"/>
                    <a:pt x="1220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36"/>
            <p:cNvSpPr/>
            <p:nvPr/>
          </p:nvSpPr>
          <p:spPr>
            <a:xfrm>
              <a:off x="7274116" y="2085365"/>
              <a:ext cx="426306" cy="305291"/>
            </a:xfrm>
            <a:custGeom>
              <a:rect b="b" l="l" r="r" t="t"/>
              <a:pathLst>
                <a:path extrusionOk="0" h="15255" w="21302">
                  <a:moveTo>
                    <a:pt x="18521" y="1"/>
                  </a:moveTo>
                  <a:cubicBezTo>
                    <a:pt x="17559" y="1"/>
                    <a:pt x="15064" y="1237"/>
                    <a:pt x="15064" y="1237"/>
                  </a:cubicBezTo>
                  <a:cubicBezTo>
                    <a:pt x="14261" y="1070"/>
                    <a:pt x="13478" y="1001"/>
                    <a:pt x="12732" y="1001"/>
                  </a:cubicBezTo>
                  <a:cubicBezTo>
                    <a:pt x="9212" y="1001"/>
                    <a:pt x="6531" y="2543"/>
                    <a:pt x="6531" y="2543"/>
                  </a:cubicBezTo>
                  <a:cubicBezTo>
                    <a:pt x="6531" y="2543"/>
                    <a:pt x="5253" y="1041"/>
                    <a:pt x="4278" y="1041"/>
                  </a:cubicBezTo>
                  <a:cubicBezTo>
                    <a:pt x="4087" y="1041"/>
                    <a:pt x="3907" y="1099"/>
                    <a:pt x="3751" y="1237"/>
                  </a:cubicBezTo>
                  <a:cubicBezTo>
                    <a:pt x="2798" y="2080"/>
                    <a:pt x="5063" y="4623"/>
                    <a:pt x="5063" y="4623"/>
                  </a:cubicBezTo>
                  <a:cubicBezTo>
                    <a:pt x="5063" y="4623"/>
                    <a:pt x="3505" y="3029"/>
                    <a:pt x="2197" y="3029"/>
                  </a:cubicBezTo>
                  <a:cubicBezTo>
                    <a:pt x="1894" y="3029"/>
                    <a:pt x="1605" y="3115"/>
                    <a:pt x="1352" y="3325"/>
                  </a:cubicBezTo>
                  <a:cubicBezTo>
                    <a:pt x="1" y="4444"/>
                    <a:pt x="3751" y="6387"/>
                    <a:pt x="3751" y="6387"/>
                  </a:cubicBezTo>
                  <a:cubicBezTo>
                    <a:pt x="3751" y="6387"/>
                    <a:pt x="399" y="6500"/>
                    <a:pt x="1486" y="7887"/>
                  </a:cubicBezTo>
                  <a:cubicBezTo>
                    <a:pt x="2111" y="8686"/>
                    <a:pt x="4109" y="8856"/>
                    <a:pt x="5695" y="8856"/>
                  </a:cubicBezTo>
                  <a:cubicBezTo>
                    <a:pt x="6867" y="8856"/>
                    <a:pt x="7814" y="8763"/>
                    <a:pt x="7814" y="8763"/>
                  </a:cubicBezTo>
                  <a:cubicBezTo>
                    <a:pt x="7814" y="8763"/>
                    <a:pt x="19646" y="12793"/>
                    <a:pt x="18861" y="14917"/>
                  </a:cubicBezTo>
                  <a:cubicBezTo>
                    <a:pt x="18773" y="15155"/>
                    <a:pt x="18946" y="15255"/>
                    <a:pt x="19208" y="15255"/>
                  </a:cubicBezTo>
                  <a:cubicBezTo>
                    <a:pt x="19803" y="15255"/>
                    <a:pt x="20852" y="14742"/>
                    <a:pt x="20326" y="14182"/>
                  </a:cubicBezTo>
                  <a:cubicBezTo>
                    <a:pt x="19569" y="13376"/>
                    <a:pt x="19929" y="10619"/>
                    <a:pt x="20615" y="7638"/>
                  </a:cubicBezTo>
                  <a:cubicBezTo>
                    <a:pt x="21301" y="4658"/>
                    <a:pt x="19287" y="2543"/>
                    <a:pt x="19287" y="2543"/>
                  </a:cubicBezTo>
                  <a:lnTo>
                    <a:pt x="19287" y="2543"/>
                  </a:lnTo>
                  <a:cubicBezTo>
                    <a:pt x="19287" y="2543"/>
                    <a:pt x="19369" y="2549"/>
                    <a:pt x="19494" y="2549"/>
                  </a:cubicBezTo>
                  <a:cubicBezTo>
                    <a:pt x="19878" y="2549"/>
                    <a:pt x="20662" y="2491"/>
                    <a:pt x="20697" y="2016"/>
                  </a:cubicBezTo>
                  <a:cubicBezTo>
                    <a:pt x="20743" y="1428"/>
                    <a:pt x="18415" y="1408"/>
                    <a:pt x="18103" y="1408"/>
                  </a:cubicBezTo>
                  <a:cubicBezTo>
                    <a:pt x="18081" y="1408"/>
                    <a:pt x="18069" y="1408"/>
                    <a:pt x="18069" y="1408"/>
                  </a:cubicBezTo>
                  <a:cubicBezTo>
                    <a:pt x="18069" y="1408"/>
                    <a:pt x="19479" y="214"/>
                    <a:pt x="18695" y="19"/>
                  </a:cubicBezTo>
                  <a:cubicBezTo>
                    <a:pt x="18645" y="6"/>
                    <a:pt x="18586" y="1"/>
                    <a:pt x="18521" y="1"/>
                  </a:cubicBezTo>
                  <a:close/>
                </a:path>
              </a:pathLst>
            </a:custGeom>
            <a:solidFill>
              <a:srgbClr val="925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36"/>
            <p:cNvSpPr/>
            <p:nvPr/>
          </p:nvSpPr>
          <p:spPr>
            <a:xfrm>
              <a:off x="7531957" y="2347748"/>
              <a:ext cx="195942" cy="250617"/>
            </a:xfrm>
            <a:custGeom>
              <a:rect b="b" l="l" r="r" t="t"/>
              <a:pathLst>
                <a:path extrusionOk="0" h="12523" w="9791">
                  <a:moveTo>
                    <a:pt x="6071" y="0"/>
                  </a:moveTo>
                  <a:lnTo>
                    <a:pt x="0" y="3794"/>
                  </a:lnTo>
                  <a:lnTo>
                    <a:pt x="199" y="5597"/>
                  </a:lnTo>
                  <a:lnTo>
                    <a:pt x="483" y="8175"/>
                  </a:lnTo>
                  <a:lnTo>
                    <a:pt x="913" y="12081"/>
                  </a:lnTo>
                  <a:cubicBezTo>
                    <a:pt x="1760" y="12390"/>
                    <a:pt x="2546" y="12523"/>
                    <a:pt x="3271" y="12523"/>
                  </a:cubicBezTo>
                  <a:cubicBezTo>
                    <a:pt x="7637" y="12523"/>
                    <a:pt x="9791" y="7724"/>
                    <a:pt x="9791" y="7724"/>
                  </a:cubicBezTo>
                  <a:cubicBezTo>
                    <a:pt x="8255" y="5651"/>
                    <a:pt x="6988" y="3125"/>
                    <a:pt x="60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36"/>
            <p:cNvSpPr/>
            <p:nvPr/>
          </p:nvSpPr>
          <p:spPr>
            <a:xfrm>
              <a:off x="7535919" y="2408666"/>
              <a:ext cx="106567" cy="122336"/>
            </a:xfrm>
            <a:custGeom>
              <a:rect b="b" l="l" r="r" t="t"/>
              <a:pathLst>
                <a:path extrusionOk="0" h="6113" w="5325">
                  <a:moveTo>
                    <a:pt x="5324" y="1"/>
                  </a:moveTo>
                  <a:lnTo>
                    <a:pt x="1" y="2553"/>
                  </a:lnTo>
                  <a:lnTo>
                    <a:pt x="393" y="6113"/>
                  </a:lnTo>
                  <a:cubicBezTo>
                    <a:pt x="394" y="6113"/>
                    <a:pt x="395" y="6113"/>
                    <a:pt x="396" y="6113"/>
                  </a:cubicBezTo>
                  <a:cubicBezTo>
                    <a:pt x="1394" y="6113"/>
                    <a:pt x="3825" y="4652"/>
                    <a:pt x="5324" y="1"/>
                  </a:cubicBezTo>
                  <a:close/>
                </a:path>
              </a:pathLst>
            </a:custGeom>
            <a:solidFill>
              <a:srgbClr val="3C363C">
                <a:alpha val="456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36"/>
            <p:cNvSpPr/>
            <p:nvPr/>
          </p:nvSpPr>
          <p:spPr>
            <a:xfrm>
              <a:off x="7387627" y="2161912"/>
              <a:ext cx="271470" cy="322561"/>
            </a:xfrm>
            <a:custGeom>
              <a:rect b="b" l="l" r="r" t="t"/>
              <a:pathLst>
                <a:path extrusionOk="0" h="16118" w="13565">
                  <a:moveTo>
                    <a:pt x="7588" y="1"/>
                  </a:moveTo>
                  <a:cubicBezTo>
                    <a:pt x="7140" y="1"/>
                    <a:pt x="6652" y="47"/>
                    <a:pt x="6121" y="145"/>
                  </a:cubicBezTo>
                  <a:cubicBezTo>
                    <a:pt x="6006" y="168"/>
                    <a:pt x="5888" y="192"/>
                    <a:pt x="5768" y="220"/>
                  </a:cubicBezTo>
                  <a:cubicBezTo>
                    <a:pt x="5717" y="231"/>
                    <a:pt x="5663" y="243"/>
                    <a:pt x="5611" y="257"/>
                  </a:cubicBezTo>
                  <a:cubicBezTo>
                    <a:pt x="5536" y="272"/>
                    <a:pt x="5463" y="292"/>
                    <a:pt x="5388" y="311"/>
                  </a:cubicBezTo>
                  <a:cubicBezTo>
                    <a:pt x="5362" y="318"/>
                    <a:pt x="5334" y="325"/>
                    <a:pt x="5308" y="333"/>
                  </a:cubicBezTo>
                  <a:cubicBezTo>
                    <a:pt x="5242" y="349"/>
                    <a:pt x="5174" y="368"/>
                    <a:pt x="5108" y="387"/>
                  </a:cubicBezTo>
                  <a:cubicBezTo>
                    <a:pt x="4814" y="469"/>
                    <a:pt x="4512" y="565"/>
                    <a:pt x="4199" y="676"/>
                  </a:cubicBezTo>
                  <a:cubicBezTo>
                    <a:pt x="2577" y="1253"/>
                    <a:pt x="1208" y="2412"/>
                    <a:pt x="437" y="3951"/>
                  </a:cubicBezTo>
                  <a:cubicBezTo>
                    <a:pt x="406" y="4015"/>
                    <a:pt x="373" y="4080"/>
                    <a:pt x="343" y="4146"/>
                  </a:cubicBezTo>
                  <a:lnTo>
                    <a:pt x="342" y="4146"/>
                  </a:lnTo>
                  <a:cubicBezTo>
                    <a:pt x="0" y="5476"/>
                    <a:pt x="1313" y="6774"/>
                    <a:pt x="2020" y="9668"/>
                  </a:cubicBezTo>
                  <a:cubicBezTo>
                    <a:pt x="2194" y="10376"/>
                    <a:pt x="2373" y="11045"/>
                    <a:pt x="2566" y="11661"/>
                  </a:cubicBezTo>
                  <a:cubicBezTo>
                    <a:pt x="3424" y="14376"/>
                    <a:pt x="4583" y="16117"/>
                    <a:pt x="6870" y="16117"/>
                  </a:cubicBezTo>
                  <a:cubicBezTo>
                    <a:pt x="7481" y="16117"/>
                    <a:pt x="8172" y="15993"/>
                    <a:pt x="8958" y="15731"/>
                  </a:cubicBezTo>
                  <a:cubicBezTo>
                    <a:pt x="10617" y="15175"/>
                    <a:pt x="12160" y="14082"/>
                    <a:pt x="12743" y="12350"/>
                  </a:cubicBezTo>
                  <a:cubicBezTo>
                    <a:pt x="12799" y="12185"/>
                    <a:pt x="12851" y="12026"/>
                    <a:pt x="12901" y="11873"/>
                  </a:cubicBezTo>
                  <a:cubicBezTo>
                    <a:pt x="13185" y="10999"/>
                    <a:pt x="13387" y="10303"/>
                    <a:pt x="13481" y="9661"/>
                  </a:cubicBezTo>
                  <a:cubicBezTo>
                    <a:pt x="13565" y="9090"/>
                    <a:pt x="13563" y="8560"/>
                    <a:pt x="13458" y="7984"/>
                  </a:cubicBezTo>
                  <a:cubicBezTo>
                    <a:pt x="13413" y="7737"/>
                    <a:pt x="13349" y="7481"/>
                    <a:pt x="13263" y="7208"/>
                  </a:cubicBezTo>
                  <a:cubicBezTo>
                    <a:pt x="12987" y="6322"/>
                    <a:pt x="12779" y="4807"/>
                    <a:pt x="12217" y="3395"/>
                  </a:cubicBezTo>
                  <a:cubicBezTo>
                    <a:pt x="11513" y="1617"/>
                    <a:pt x="10248" y="1"/>
                    <a:pt x="758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36"/>
            <p:cNvSpPr/>
            <p:nvPr/>
          </p:nvSpPr>
          <p:spPr>
            <a:xfrm>
              <a:off x="7438979" y="2306182"/>
              <a:ext cx="203847" cy="178291"/>
            </a:xfrm>
            <a:custGeom>
              <a:rect b="b" l="l" r="r" t="t"/>
              <a:pathLst>
                <a:path extrusionOk="0" h="8909" w="10186">
                  <a:moveTo>
                    <a:pt x="6426" y="1"/>
                  </a:moveTo>
                  <a:cubicBezTo>
                    <a:pt x="6426" y="1"/>
                    <a:pt x="7183" y="1837"/>
                    <a:pt x="5949" y="2077"/>
                  </a:cubicBezTo>
                  <a:cubicBezTo>
                    <a:pt x="4166" y="2424"/>
                    <a:pt x="2671" y="3070"/>
                    <a:pt x="0" y="4452"/>
                  </a:cubicBezTo>
                  <a:cubicBezTo>
                    <a:pt x="858" y="7167"/>
                    <a:pt x="2017" y="8908"/>
                    <a:pt x="4304" y="8908"/>
                  </a:cubicBezTo>
                  <a:cubicBezTo>
                    <a:pt x="4915" y="8908"/>
                    <a:pt x="5606" y="8784"/>
                    <a:pt x="6392" y="8522"/>
                  </a:cubicBezTo>
                  <a:cubicBezTo>
                    <a:pt x="8051" y="7966"/>
                    <a:pt x="9594" y="6873"/>
                    <a:pt x="10177" y="5141"/>
                  </a:cubicBezTo>
                  <a:cubicBezTo>
                    <a:pt x="10186" y="5115"/>
                    <a:pt x="10160" y="5108"/>
                    <a:pt x="10108" y="5108"/>
                  </a:cubicBezTo>
                  <a:cubicBezTo>
                    <a:pt x="10035" y="5108"/>
                    <a:pt x="9910" y="5123"/>
                    <a:pt x="9753" y="5123"/>
                  </a:cubicBezTo>
                  <a:cubicBezTo>
                    <a:pt x="9308" y="5123"/>
                    <a:pt x="8612" y="5002"/>
                    <a:pt x="8149" y="4079"/>
                  </a:cubicBezTo>
                  <a:lnTo>
                    <a:pt x="8147" y="4079"/>
                  </a:lnTo>
                  <a:cubicBezTo>
                    <a:pt x="7390" y="2220"/>
                    <a:pt x="7507" y="579"/>
                    <a:pt x="7507" y="579"/>
                  </a:cubicBezTo>
                  <a:lnTo>
                    <a:pt x="6426" y="1"/>
                  </a:lnTo>
                  <a:close/>
                </a:path>
              </a:pathLst>
            </a:custGeom>
            <a:solidFill>
              <a:srgbClr val="925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36"/>
            <p:cNvSpPr/>
            <p:nvPr/>
          </p:nvSpPr>
          <p:spPr>
            <a:xfrm>
              <a:off x="7382604" y="2151906"/>
              <a:ext cx="325343" cy="169546"/>
            </a:xfrm>
            <a:custGeom>
              <a:rect b="b" l="l" r="r" t="t"/>
              <a:pathLst>
                <a:path extrusionOk="0" h="8472" w="16257">
                  <a:moveTo>
                    <a:pt x="6593" y="0"/>
                  </a:moveTo>
                  <a:cubicBezTo>
                    <a:pt x="4231" y="0"/>
                    <a:pt x="1951" y="1000"/>
                    <a:pt x="537" y="3492"/>
                  </a:cubicBezTo>
                  <a:lnTo>
                    <a:pt x="537" y="3490"/>
                  </a:lnTo>
                  <a:lnTo>
                    <a:pt x="537" y="3490"/>
                  </a:lnTo>
                  <a:cubicBezTo>
                    <a:pt x="537" y="3490"/>
                    <a:pt x="1" y="5219"/>
                    <a:pt x="920" y="6545"/>
                  </a:cubicBezTo>
                  <a:lnTo>
                    <a:pt x="1064" y="5018"/>
                  </a:lnTo>
                  <a:cubicBezTo>
                    <a:pt x="1064" y="5018"/>
                    <a:pt x="1797" y="5273"/>
                    <a:pt x="2462" y="5273"/>
                  </a:cubicBezTo>
                  <a:cubicBezTo>
                    <a:pt x="2747" y="5273"/>
                    <a:pt x="3019" y="5226"/>
                    <a:pt x="3216" y="5093"/>
                  </a:cubicBezTo>
                  <a:cubicBezTo>
                    <a:pt x="5068" y="3843"/>
                    <a:pt x="7463" y="2689"/>
                    <a:pt x="7463" y="2689"/>
                  </a:cubicBezTo>
                  <a:cubicBezTo>
                    <a:pt x="7463" y="2689"/>
                    <a:pt x="7570" y="4075"/>
                    <a:pt x="8532" y="4235"/>
                  </a:cubicBezTo>
                  <a:cubicBezTo>
                    <a:pt x="9262" y="4357"/>
                    <a:pt x="9008" y="5678"/>
                    <a:pt x="9243" y="7710"/>
                  </a:cubicBezTo>
                  <a:cubicBezTo>
                    <a:pt x="9299" y="8197"/>
                    <a:pt x="9701" y="8471"/>
                    <a:pt x="10105" y="8471"/>
                  </a:cubicBezTo>
                  <a:cubicBezTo>
                    <a:pt x="10404" y="8471"/>
                    <a:pt x="10705" y="8320"/>
                    <a:pt x="10868" y="7995"/>
                  </a:cubicBezTo>
                  <a:lnTo>
                    <a:pt x="11795" y="6138"/>
                  </a:lnTo>
                  <a:cubicBezTo>
                    <a:pt x="11795" y="6138"/>
                    <a:pt x="16256" y="4874"/>
                    <a:pt x="12698" y="2146"/>
                  </a:cubicBezTo>
                  <a:cubicBezTo>
                    <a:pt x="10996" y="842"/>
                    <a:pt x="8759" y="0"/>
                    <a:pt x="6593" y="0"/>
                  </a:cubicBezTo>
                  <a:close/>
                </a:path>
              </a:pathLst>
            </a:custGeom>
            <a:solidFill>
              <a:srgbClr val="925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36"/>
            <p:cNvSpPr/>
            <p:nvPr/>
          </p:nvSpPr>
          <p:spPr>
            <a:xfrm>
              <a:off x="7522451" y="2323693"/>
              <a:ext cx="36863" cy="20553"/>
            </a:xfrm>
            <a:custGeom>
              <a:rect b="b" l="l" r="r" t="t"/>
              <a:pathLst>
                <a:path extrusionOk="0" h="1027" w="1842">
                  <a:moveTo>
                    <a:pt x="1236" y="0"/>
                  </a:moveTo>
                  <a:cubicBezTo>
                    <a:pt x="1097" y="0"/>
                    <a:pt x="942" y="24"/>
                    <a:pt x="784" y="73"/>
                  </a:cubicBezTo>
                  <a:cubicBezTo>
                    <a:pt x="317" y="219"/>
                    <a:pt x="0" y="534"/>
                    <a:pt x="77" y="778"/>
                  </a:cubicBezTo>
                  <a:cubicBezTo>
                    <a:pt x="126" y="937"/>
                    <a:pt x="335" y="1027"/>
                    <a:pt x="606" y="1027"/>
                  </a:cubicBezTo>
                  <a:cubicBezTo>
                    <a:pt x="745" y="1027"/>
                    <a:pt x="900" y="1003"/>
                    <a:pt x="1059" y="953"/>
                  </a:cubicBezTo>
                  <a:cubicBezTo>
                    <a:pt x="1525" y="807"/>
                    <a:pt x="1842" y="492"/>
                    <a:pt x="1767" y="250"/>
                  </a:cubicBezTo>
                  <a:cubicBezTo>
                    <a:pt x="1716" y="89"/>
                    <a:pt x="1507" y="0"/>
                    <a:pt x="1236" y="0"/>
                  </a:cubicBezTo>
                  <a:close/>
                </a:path>
              </a:pathLst>
            </a:custGeom>
            <a:solidFill>
              <a:srgbClr val="D8524A">
                <a:alpha val="5062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36"/>
            <p:cNvSpPr/>
            <p:nvPr/>
          </p:nvSpPr>
          <p:spPr>
            <a:xfrm>
              <a:off x="7431074" y="2358915"/>
              <a:ext cx="33081" cy="20553"/>
            </a:xfrm>
            <a:custGeom>
              <a:rect b="b" l="l" r="r" t="t"/>
              <a:pathLst>
                <a:path extrusionOk="0" h="1027" w="1653">
                  <a:moveTo>
                    <a:pt x="1047" y="0"/>
                  </a:moveTo>
                  <a:cubicBezTo>
                    <a:pt x="908" y="0"/>
                    <a:pt x="752" y="23"/>
                    <a:pt x="594" y="73"/>
                  </a:cubicBezTo>
                  <a:cubicBezTo>
                    <a:pt x="338" y="153"/>
                    <a:pt x="125" y="285"/>
                    <a:pt x="0" y="428"/>
                  </a:cubicBezTo>
                  <a:lnTo>
                    <a:pt x="152" y="992"/>
                  </a:lnTo>
                  <a:cubicBezTo>
                    <a:pt x="229" y="1015"/>
                    <a:pt x="319" y="1026"/>
                    <a:pt x="417" y="1026"/>
                  </a:cubicBezTo>
                  <a:cubicBezTo>
                    <a:pt x="556" y="1026"/>
                    <a:pt x="711" y="1002"/>
                    <a:pt x="869" y="953"/>
                  </a:cubicBezTo>
                  <a:cubicBezTo>
                    <a:pt x="1335" y="807"/>
                    <a:pt x="1652" y="492"/>
                    <a:pt x="1576" y="248"/>
                  </a:cubicBezTo>
                  <a:cubicBezTo>
                    <a:pt x="1526" y="89"/>
                    <a:pt x="1317" y="0"/>
                    <a:pt x="1047" y="0"/>
                  </a:cubicBezTo>
                  <a:close/>
                </a:path>
              </a:pathLst>
            </a:custGeom>
            <a:solidFill>
              <a:srgbClr val="D8524A">
                <a:alpha val="5062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36"/>
            <p:cNvSpPr/>
            <p:nvPr/>
          </p:nvSpPr>
          <p:spPr>
            <a:xfrm>
              <a:off x="7629057" y="2321692"/>
              <a:ext cx="30079" cy="33601"/>
            </a:xfrm>
            <a:custGeom>
              <a:rect b="b" l="l" r="r" t="t"/>
              <a:pathLst>
                <a:path extrusionOk="0" h="1679" w="1503">
                  <a:moveTo>
                    <a:pt x="1394" y="0"/>
                  </a:moveTo>
                  <a:cubicBezTo>
                    <a:pt x="1085" y="435"/>
                    <a:pt x="628" y="780"/>
                    <a:pt x="0" y="968"/>
                  </a:cubicBezTo>
                  <a:cubicBezTo>
                    <a:pt x="428" y="1379"/>
                    <a:pt x="909" y="1598"/>
                    <a:pt x="1419" y="1678"/>
                  </a:cubicBezTo>
                  <a:cubicBezTo>
                    <a:pt x="1502" y="1106"/>
                    <a:pt x="1499" y="576"/>
                    <a:pt x="1394" y="0"/>
                  </a:cubicBezTo>
                  <a:close/>
                </a:path>
              </a:pathLst>
            </a:custGeom>
            <a:solidFill>
              <a:srgbClr val="3C363C">
                <a:alpha val="456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36"/>
            <p:cNvSpPr/>
            <p:nvPr/>
          </p:nvSpPr>
          <p:spPr>
            <a:xfrm>
              <a:off x="7580487" y="2228814"/>
              <a:ext cx="93739" cy="115692"/>
            </a:xfrm>
            <a:custGeom>
              <a:rect b="b" l="l" r="r" t="t"/>
              <a:pathLst>
                <a:path extrusionOk="0" h="5781" w="4684">
                  <a:moveTo>
                    <a:pt x="2536" y="0"/>
                  </a:moveTo>
                  <a:cubicBezTo>
                    <a:pt x="2422" y="0"/>
                    <a:pt x="2302" y="10"/>
                    <a:pt x="2175" y="32"/>
                  </a:cubicBezTo>
                  <a:cubicBezTo>
                    <a:pt x="1193" y="195"/>
                    <a:pt x="493" y="1328"/>
                    <a:pt x="214" y="2309"/>
                  </a:cubicBezTo>
                  <a:cubicBezTo>
                    <a:pt x="0" y="3064"/>
                    <a:pt x="218" y="4314"/>
                    <a:pt x="679" y="4951"/>
                  </a:cubicBezTo>
                  <a:cubicBezTo>
                    <a:pt x="1006" y="5405"/>
                    <a:pt x="1503" y="5780"/>
                    <a:pt x="2221" y="5780"/>
                  </a:cubicBezTo>
                  <a:cubicBezTo>
                    <a:pt x="2330" y="5780"/>
                    <a:pt x="2443" y="5772"/>
                    <a:pt x="2561" y="5754"/>
                  </a:cubicBezTo>
                  <a:cubicBezTo>
                    <a:pt x="4373" y="5480"/>
                    <a:pt x="4683" y="3576"/>
                    <a:pt x="4427" y="2275"/>
                  </a:cubicBezTo>
                  <a:cubicBezTo>
                    <a:pt x="4194" y="1089"/>
                    <a:pt x="3716" y="0"/>
                    <a:pt x="25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36"/>
            <p:cNvSpPr/>
            <p:nvPr/>
          </p:nvSpPr>
          <p:spPr>
            <a:xfrm>
              <a:off x="7607804" y="2248006"/>
              <a:ext cx="34442" cy="69764"/>
            </a:xfrm>
            <a:custGeom>
              <a:rect b="b" l="l" r="r" t="t"/>
              <a:pathLst>
                <a:path extrusionOk="0" h="3486" w="1721">
                  <a:moveTo>
                    <a:pt x="1490" y="0"/>
                  </a:moveTo>
                  <a:cubicBezTo>
                    <a:pt x="884" y="0"/>
                    <a:pt x="462" y="491"/>
                    <a:pt x="273" y="1038"/>
                  </a:cubicBezTo>
                  <a:cubicBezTo>
                    <a:pt x="0" y="1833"/>
                    <a:pt x="249" y="2657"/>
                    <a:pt x="587" y="3390"/>
                  </a:cubicBezTo>
                  <a:cubicBezTo>
                    <a:pt x="618" y="3457"/>
                    <a:pt x="675" y="3486"/>
                    <a:pt x="732" y="3486"/>
                  </a:cubicBezTo>
                  <a:cubicBezTo>
                    <a:pt x="841" y="3486"/>
                    <a:pt x="953" y="3383"/>
                    <a:pt x="893" y="3254"/>
                  </a:cubicBezTo>
                  <a:cubicBezTo>
                    <a:pt x="662" y="2749"/>
                    <a:pt x="454" y="2210"/>
                    <a:pt x="493" y="1642"/>
                  </a:cubicBezTo>
                  <a:cubicBezTo>
                    <a:pt x="527" y="1138"/>
                    <a:pt x="826" y="333"/>
                    <a:pt x="1456" y="333"/>
                  </a:cubicBezTo>
                  <a:cubicBezTo>
                    <a:pt x="1459" y="333"/>
                    <a:pt x="1462" y="333"/>
                    <a:pt x="1466" y="333"/>
                  </a:cubicBezTo>
                  <a:cubicBezTo>
                    <a:pt x="1467" y="333"/>
                    <a:pt x="1468" y="333"/>
                    <a:pt x="1469" y="333"/>
                  </a:cubicBezTo>
                  <a:cubicBezTo>
                    <a:pt x="1680" y="333"/>
                    <a:pt x="1721" y="4"/>
                    <a:pt x="1506" y="0"/>
                  </a:cubicBezTo>
                  <a:cubicBezTo>
                    <a:pt x="1501" y="0"/>
                    <a:pt x="1495" y="0"/>
                    <a:pt x="14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36"/>
            <p:cNvSpPr/>
            <p:nvPr/>
          </p:nvSpPr>
          <p:spPr>
            <a:xfrm>
              <a:off x="7246779" y="4448841"/>
              <a:ext cx="252458" cy="227442"/>
            </a:xfrm>
            <a:custGeom>
              <a:rect b="b" l="l" r="r" t="t"/>
              <a:pathLst>
                <a:path extrusionOk="0" h="11365" w="12615">
                  <a:moveTo>
                    <a:pt x="8783" y="0"/>
                  </a:moveTo>
                  <a:lnTo>
                    <a:pt x="0" y="479"/>
                  </a:lnTo>
                  <a:lnTo>
                    <a:pt x="6572" y="11364"/>
                  </a:lnTo>
                  <a:lnTo>
                    <a:pt x="12614" y="10628"/>
                  </a:lnTo>
                  <a:lnTo>
                    <a:pt x="87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36"/>
            <p:cNvSpPr/>
            <p:nvPr/>
          </p:nvSpPr>
          <p:spPr>
            <a:xfrm>
              <a:off x="7103409" y="4644163"/>
              <a:ext cx="412318" cy="175850"/>
            </a:xfrm>
            <a:custGeom>
              <a:rect b="b" l="l" r="r" t="t"/>
              <a:pathLst>
                <a:path extrusionOk="0" h="8787" w="20603">
                  <a:moveTo>
                    <a:pt x="20263" y="0"/>
                  </a:moveTo>
                  <a:cubicBezTo>
                    <a:pt x="19745" y="0"/>
                    <a:pt x="18763" y="776"/>
                    <a:pt x="18763" y="776"/>
                  </a:cubicBezTo>
                  <a:lnTo>
                    <a:pt x="15821" y="1129"/>
                  </a:lnTo>
                  <a:cubicBezTo>
                    <a:pt x="15821" y="1129"/>
                    <a:pt x="14021" y="306"/>
                    <a:pt x="12811" y="306"/>
                  </a:cubicBezTo>
                  <a:cubicBezTo>
                    <a:pt x="12611" y="306"/>
                    <a:pt x="12427" y="328"/>
                    <a:pt x="12270" y="381"/>
                  </a:cubicBezTo>
                  <a:cubicBezTo>
                    <a:pt x="11163" y="750"/>
                    <a:pt x="11283" y="2602"/>
                    <a:pt x="11283" y="2602"/>
                  </a:cubicBezTo>
                  <a:cubicBezTo>
                    <a:pt x="11283" y="2602"/>
                    <a:pt x="5274" y="4527"/>
                    <a:pt x="3653" y="4628"/>
                  </a:cubicBezTo>
                  <a:cubicBezTo>
                    <a:pt x="2248" y="4717"/>
                    <a:pt x="997" y="5413"/>
                    <a:pt x="290" y="7634"/>
                  </a:cubicBezTo>
                  <a:cubicBezTo>
                    <a:pt x="179" y="7981"/>
                    <a:pt x="83" y="8364"/>
                    <a:pt x="1" y="8787"/>
                  </a:cubicBezTo>
                  <a:lnTo>
                    <a:pt x="19674" y="8787"/>
                  </a:lnTo>
                  <a:cubicBezTo>
                    <a:pt x="19674" y="8787"/>
                    <a:pt x="19724" y="8333"/>
                    <a:pt x="19801" y="7634"/>
                  </a:cubicBezTo>
                  <a:cubicBezTo>
                    <a:pt x="20025" y="5572"/>
                    <a:pt x="20480" y="1380"/>
                    <a:pt x="20568" y="473"/>
                  </a:cubicBezTo>
                  <a:cubicBezTo>
                    <a:pt x="20603" y="124"/>
                    <a:pt x="20470" y="0"/>
                    <a:pt x="2026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36"/>
            <p:cNvSpPr/>
            <p:nvPr/>
          </p:nvSpPr>
          <p:spPr>
            <a:xfrm>
              <a:off x="7103409" y="4796938"/>
              <a:ext cx="396268" cy="23074"/>
            </a:xfrm>
            <a:custGeom>
              <a:rect b="b" l="l" r="r" t="t"/>
              <a:pathLst>
                <a:path extrusionOk="0" h="1153" w="19801">
                  <a:moveTo>
                    <a:pt x="290" y="0"/>
                  </a:moveTo>
                  <a:cubicBezTo>
                    <a:pt x="179" y="347"/>
                    <a:pt x="83" y="730"/>
                    <a:pt x="1" y="1153"/>
                  </a:cubicBezTo>
                  <a:lnTo>
                    <a:pt x="19674" y="1153"/>
                  </a:lnTo>
                  <a:cubicBezTo>
                    <a:pt x="19674" y="1153"/>
                    <a:pt x="19724" y="699"/>
                    <a:pt x="1980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36"/>
            <p:cNvSpPr/>
            <p:nvPr/>
          </p:nvSpPr>
          <p:spPr>
            <a:xfrm>
              <a:off x="7453568" y="4701819"/>
              <a:ext cx="56455" cy="93498"/>
            </a:xfrm>
            <a:custGeom>
              <a:rect b="b" l="l" r="r" t="t"/>
              <a:pathLst>
                <a:path extrusionOk="0" h="4672" w="2821">
                  <a:moveTo>
                    <a:pt x="2599" y="1"/>
                  </a:moveTo>
                  <a:cubicBezTo>
                    <a:pt x="2575" y="1"/>
                    <a:pt x="2549" y="7"/>
                    <a:pt x="2523" y="22"/>
                  </a:cubicBezTo>
                  <a:cubicBezTo>
                    <a:pt x="882" y="950"/>
                    <a:pt x="1" y="2800"/>
                    <a:pt x="814" y="4592"/>
                  </a:cubicBezTo>
                  <a:cubicBezTo>
                    <a:pt x="839" y="4648"/>
                    <a:pt x="882" y="4671"/>
                    <a:pt x="927" y="4671"/>
                  </a:cubicBezTo>
                  <a:cubicBezTo>
                    <a:pt x="1025" y="4671"/>
                    <a:pt x="1131" y="4560"/>
                    <a:pt x="1076" y="4438"/>
                  </a:cubicBezTo>
                  <a:cubicBezTo>
                    <a:pt x="331" y="2799"/>
                    <a:pt x="1191" y="1124"/>
                    <a:pt x="2676" y="285"/>
                  </a:cubicBezTo>
                  <a:cubicBezTo>
                    <a:pt x="2821" y="202"/>
                    <a:pt x="2733" y="1"/>
                    <a:pt x="2599"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36"/>
            <p:cNvSpPr/>
            <p:nvPr/>
          </p:nvSpPr>
          <p:spPr>
            <a:xfrm>
              <a:off x="7281240" y="4696335"/>
              <a:ext cx="68763" cy="25956"/>
            </a:xfrm>
            <a:custGeom>
              <a:rect b="b" l="l" r="r" t="t"/>
              <a:pathLst>
                <a:path extrusionOk="0" h="1297" w="3436">
                  <a:moveTo>
                    <a:pt x="1439" y="1"/>
                  </a:moveTo>
                  <a:cubicBezTo>
                    <a:pt x="999" y="1"/>
                    <a:pt x="548" y="145"/>
                    <a:pt x="129" y="458"/>
                  </a:cubicBezTo>
                  <a:cubicBezTo>
                    <a:pt x="1" y="554"/>
                    <a:pt x="82" y="750"/>
                    <a:pt x="202" y="750"/>
                  </a:cubicBezTo>
                  <a:cubicBezTo>
                    <a:pt x="227" y="750"/>
                    <a:pt x="255" y="741"/>
                    <a:pt x="282" y="721"/>
                  </a:cubicBezTo>
                  <a:cubicBezTo>
                    <a:pt x="657" y="440"/>
                    <a:pt x="1060" y="309"/>
                    <a:pt x="1453" y="309"/>
                  </a:cubicBezTo>
                  <a:cubicBezTo>
                    <a:pt x="2076" y="309"/>
                    <a:pt x="2674" y="640"/>
                    <a:pt x="3093" y="1229"/>
                  </a:cubicBezTo>
                  <a:cubicBezTo>
                    <a:pt x="3127" y="1276"/>
                    <a:pt x="3174" y="1296"/>
                    <a:pt x="3221" y="1296"/>
                  </a:cubicBezTo>
                  <a:cubicBezTo>
                    <a:pt x="3330" y="1296"/>
                    <a:pt x="3436" y="1188"/>
                    <a:pt x="3356" y="1076"/>
                  </a:cubicBezTo>
                  <a:cubicBezTo>
                    <a:pt x="2873" y="397"/>
                    <a:pt x="2170" y="1"/>
                    <a:pt x="1439"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36"/>
            <p:cNvSpPr/>
            <p:nvPr/>
          </p:nvSpPr>
          <p:spPr>
            <a:xfrm>
              <a:off x="7247319" y="4706582"/>
              <a:ext cx="68783" cy="25936"/>
            </a:xfrm>
            <a:custGeom>
              <a:rect b="b" l="l" r="r" t="t"/>
              <a:pathLst>
                <a:path extrusionOk="0" h="1296" w="3437">
                  <a:moveTo>
                    <a:pt x="1440" y="0"/>
                  </a:moveTo>
                  <a:cubicBezTo>
                    <a:pt x="999" y="0"/>
                    <a:pt x="549" y="144"/>
                    <a:pt x="130" y="458"/>
                  </a:cubicBezTo>
                  <a:cubicBezTo>
                    <a:pt x="1" y="553"/>
                    <a:pt x="83" y="750"/>
                    <a:pt x="203" y="750"/>
                  </a:cubicBezTo>
                  <a:cubicBezTo>
                    <a:pt x="229" y="750"/>
                    <a:pt x="256" y="741"/>
                    <a:pt x="283" y="721"/>
                  </a:cubicBezTo>
                  <a:cubicBezTo>
                    <a:pt x="658" y="440"/>
                    <a:pt x="1061" y="309"/>
                    <a:pt x="1453" y="309"/>
                  </a:cubicBezTo>
                  <a:cubicBezTo>
                    <a:pt x="2076" y="309"/>
                    <a:pt x="2673" y="639"/>
                    <a:pt x="3093" y="1229"/>
                  </a:cubicBezTo>
                  <a:cubicBezTo>
                    <a:pt x="3127" y="1276"/>
                    <a:pt x="3174" y="1296"/>
                    <a:pt x="3221" y="1296"/>
                  </a:cubicBezTo>
                  <a:cubicBezTo>
                    <a:pt x="3330" y="1296"/>
                    <a:pt x="3436" y="1188"/>
                    <a:pt x="3356" y="1076"/>
                  </a:cubicBezTo>
                  <a:cubicBezTo>
                    <a:pt x="2873" y="396"/>
                    <a:pt x="2170" y="0"/>
                    <a:pt x="144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36"/>
            <p:cNvSpPr/>
            <p:nvPr/>
          </p:nvSpPr>
          <p:spPr>
            <a:xfrm>
              <a:off x="7212297" y="4716808"/>
              <a:ext cx="68763" cy="25956"/>
            </a:xfrm>
            <a:custGeom>
              <a:rect b="b" l="l" r="r" t="t"/>
              <a:pathLst>
                <a:path extrusionOk="0" h="1297" w="3436">
                  <a:moveTo>
                    <a:pt x="1440" y="0"/>
                  </a:moveTo>
                  <a:cubicBezTo>
                    <a:pt x="999" y="0"/>
                    <a:pt x="548" y="145"/>
                    <a:pt x="129" y="458"/>
                  </a:cubicBezTo>
                  <a:cubicBezTo>
                    <a:pt x="1" y="553"/>
                    <a:pt x="82" y="750"/>
                    <a:pt x="202" y="750"/>
                  </a:cubicBezTo>
                  <a:cubicBezTo>
                    <a:pt x="228" y="750"/>
                    <a:pt x="255" y="742"/>
                    <a:pt x="282" y="721"/>
                  </a:cubicBezTo>
                  <a:cubicBezTo>
                    <a:pt x="657" y="441"/>
                    <a:pt x="1060" y="309"/>
                    <a:pt x="1453" y="309"/>
                  </a:cubicBezTo>
                  <a:cubicBezTo>
                    <a:pt x="2076" y="309"/>
                    <a:pt x="2674" y="640"/>
                    <a:pt x="3093" y="1230"/>
                  </a:cubicBezTo>
                  <a:cubicBezTo>
                    <a:pt x="3127" y="1277"/>
                    <a:pt x="3174" y="1297"/>
                    <a:pt x="3220" y="1297"/>
                  </a:cubicBezTo>
                  <a:cubicBezTo>
                    <a:pt x="3329" y="1297"/>
                    <a:pt x="3436" y="1189"/>
                    <a:pt x="3356" y="1076"/>
                  </a:cubicBezTo>
                  <a:cubicBezTo>
                    <a:pt x="2873" y="397"/>
                    <a:pt x="2171" y="0"/>
                    <a:pt x="144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36"/>
            <p:cNvSpPr/>
            <p:nvPr/>
          </p:nvSpPr>
          <p:spPr>
            <a:xfrm>
              <a:off x="6739602" y="3456361"/>
              <a:ext cx="1320865" cy="1073290"/>
            </a:xfrm>
            <a:custGeom>
              <a:rect b="b" l="l" r="r" t="t"/>
              <a:pathLst>
                <a:path extrusionOk="0" h="53631" w="66002">
                  <a:moveTo>
                    <a:pt x="17422" y="1"/>
                  </a:moveTo>
                  <a:cubicBezTo>
                    <a:pt x="8226" y="1"/>
                    <a:pt x="1246" y="1933"/>
                    <a:pt x="723" y="7651"/>
                  </a:cubicBezTo>
                  <a:cubicBezTo>
                    <a:pt x="1" y="15563"/>
                    <a:pt x="23916" y="53630"/>
                    <a:pt x="23916" y="53630"/>
                  </a:cubicBezTo>
                  <a:lnTo>
                    <a:pt x="37304" y="52920"/>
                  </a:lnTo>
                  <a:lnTo>
                    <a:pt x="25589" y="22380"/>
                  </a:lnTo>
                  <a:lnTo>
                    <a:pt x="25589" y="22380"/>
                  </a:lnTo>
                  <a:cubicBezTo>
                    <a:pt x="25589" y="22380"/>
                    <a:pt x="36479" y="24532"/>
                    <a:pt x="45992" y="24532"/>
                  </a:cubicBezTo>
                  <a:cubicBezTo>
                    <a:pt x="51005" y="24532"/>
                    <a:pt x="55636" y="23934"/>
                    <a:pt x="58091" y="22110"/>
                  </a:cubicBezTo>
                  <a:cubicBezTo>
                    <a:pt x="66001" y="16231"/>
                    <a:pt x="65409" y="8403"/>
                    <a:pt x="65409" y="8403"/>
                  </a:cubicBezTo>
                  <a:cubicBezTo>
                    <a:pt x="65409" y="8403"/>
                    <a:pt x="36597" y="1"/>
                    <a:pt x="1742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36"/>
            <p:cNvSpPr/>
            <p:nvPr/>
          </p:nvSpPr>
          <p:spPr>
            <a:xfrm>
              <a:off x="6754811" y="3582220"/>
              <a:ext cx="163462" cy="30719"/>
            </a:xfrm>
            <a:custGeom>
              <a:rect b="b" l="l" r="r" t="t"/>
              <a:pathLst>
                <a:path extrusionOk="0" h="1535" w="8168">
                  <a:moveTo>
                    <a:pt x="7876" y="0"/>
                  </a:moveTo>
                  <a:cubicBezTo>
                    <a:pt x="7844" y="0"/>
                    <a:pt x="7809" y="9"/>
                    <a:pt x="7774" y="30"/>
                  </a:cubicBezTo>
                  <a:cubicBezTo>
                    <a:pt x="6540" y="762"/>
                    <a:pt x="5141" y="1133"/>
                    <a:pt x="3740" y="1133"/>
                  </a:cubicBezTo>
                  <a:cubicBezTo>
                    <a:pt x="2603" y="1133"/>
                    <a:pt x="1465" y="889"/>
                    <a:pt x="411" y="394"/>
                  </a:cubicBezTo>
                  <a:cubicBezTo>
                    <a:pt x="379" y="379"/>
                    <a:pt x="349" y="373"/>
                    <a:pt x="319" y="373"/>
                  </a:cubicBezTo>
                  <a:cubicBezTo>
                    <a:pt x="128" y="373"/>
                    <a:pt x="0" y="647"/>
                    <a:pt x="205" y="744"/>
                  </a:cubicBezTo>
                  <a:cubicBezTo>
                    <a:pt x="1331" y="1272"/>
                    <a:pt x="2543" y="1535"/>
                    <a:pt x="3753" y="1535"/>
                  </a:cubicBezTo>
                  <a:cubicBezTo>
                    <a:pt x="5219" y="1535"/>
                    <a:pt x="6681" y="1149"/>
                    <a:pt x="7978" y="380"/>
                  </a:cubicBezTo>
                  <a:cubicBezTo>
                    <a:pt x="8168" y="268"/>
                    <a:pt x="8052" y="0"/>
                    <a:pt x="78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36"/>
            <p:cNvSpPr/>
            <p:nvPr/>
          </p:nvSpPr>
          <p:spPr>
            <a:xfrm>
              <a:off x="7098686" y="3623485"/>
              <a:ext cx="864680" cy="821993"/>
            </a:xfrm>
            <a:custGeom>
              <a:rect b="b" l="l" r="r" t="t"/>
              <a:pathLst>
                <a:path extrusionOk="0" h="41074" w="43207">
                  <a:moveTo>
                    <a:pt x="2996" y="1"/>
                  </a:moveTo>
                  <a:cubicBezTo>
                    <a:pt x="2904" y="1"/>
                    <a:pt x="2822" y="64"/>
                    <a:pt x="2799" y="158"/>
                  </a:cubicBezTo>
                  <a:cubicBezTo>
                    <a:pt x="2775" y="268"/>
                    <a:pt x="2843" y="376"/>
                    <a:pt x="2953" y="400"/>
                  </a:cubicBezTo>
                  <a:cubicBezTo>
                    <a:pt x="3457" y="517"/>
                    <a:pt x="3950" y="767"/>
                    <a:pt x="4418" y="1147"/>
                  </a:cubicBezTo>
                  <a:cubicBezTo>
                    <a:pt x="4457" y="1178"/>
                    <a:pt x="4502" y="1192"/>
                    <a:pt x="4545" y="1192"/>
                  </a:cubicBezTo>
                  <a:cubicBezTo>
                    <a:pt x="4605" y="1192"/>
                    <a:pt x="4664" y="1168"/>
                    <a:pt x="4704" y="1117"/>
                  </a:cubicBezTo>
                  <a:cubicBezTo>
                    <a:pt x="4773" y="1030"/>
                    <a:pt x="4761" y="903"/>
                    <a:pt x="4674" y="833"/>
                  </a:cubicBezTo>
                  <a:cubicBezTo>
                    <a:pt x="4157" y="414"/>
                    <a:pt x="3609" y="135"/>
                    <a:pt x="3043" y="6"/>
                  </a:cubicBezTo>
                  <a:cubicBezTo>
                    <a:pt x="3027" y="3"/>
                    <a:pt x="3011" y="1"/>
                    <a:pt x="2996" y="1"/>
                  </a:cubicBezTo>
                  <a:close/>
                  <a:moveTo>
                    <a:pt x="1271" y="86"/>
                  </a:moveTo>
                  <a:cubicBezTo>
                    <a:pt x="1244" y="86"/>
                    <a:pt x="1217" y="91"/>
                    <a:pt x="1191" y="102"/>
                  </a:cubicBezTo>
                  <a:cubicBezTo>
                    <a:pt x="618" y="349"/>
                    <a:pt x="242" y="854"/>
                    <a:pt x="75" y="1603"/>
                  </a:cubicBezTo>
                  <a:cubicBezTo>
                    <a:pt x="51" y="1712"/>
                    <a:pt x="120" y="1820"/>
                    <a:pt x="230" y="1845"/>
                  </a:cubicBezTo>
                  <a:cubicBezTo>
                    <a:pt x="244" y="1848"/>
                    <a:pt x="260" y="1850"/>
                    <a:pt x="274" y="1850"/>
                  </a:cubicBezTo>
                  <a:cubicBezTo>
                    <a:pt x="366" y="1850"/>
                    <a:pt x="449" y="1786"/>
                    <a:pt x="472" y="1692"/>
                  </a:cubicBezTo>
                  <a:cubicBezTo>
                    <a:pt x="611" y="1068"/>
                    <a:pt x="898" y="670"/>
                    <a:pt x="1351" y="475"/>
                  </a:cubicBezTo>
                  <a:cubicBezTo>
                    <a:pt x="1454" y="431"/>
                    <a:pt x="1503" y="311"/>
                    <a:pt x="1457" y="208"/>
                  </a:cubicBezTo>
                  <a:cubicBezTo>
                    <a:pt x="1425" y="132"/>
                    <a:pt x="1349" y="86"/>
                    <a:pt x="1271" y="86"/>
                  </a:cubicBezTo>
                  <a:close/>
                  <a:moveTo>
                    <a:pt x="5738" y="2072"/>
                  </a:moveTo>
                  <a:cubicBezTo>
                    <a:pt x="5696" y="2072"/>
                    <a:pt x="5654" y="2085"/>
                    <a:pt x="5618" y="2111"/>
                  </a:cubicBezTo>
                  <a:cubicBezTo>
                    <a:pt x="5527" y="2177"/>
                    <a:pt x="5508" y="2304"/>
                    <a:pt x="5574" y="2395"/>
                  </a:cubicBezTo>
                  <a:cubicBezTo>
                    <a:pt x="5884" y="2818"/>
                    <a:pt x="6184" y="3298"/>
                    <a:pt x="6488" y="3862"/>
                  </a:cubicBezTo>
                  <a:cubicBezTo>
                    <a:pt x="6525" y="3930"/>
                    <a:pt x="6594" y="3969"/>
                    <a:pt x="6667" y="3969"/>
                  </a:cubicBezTo>
                  <a:cubicBezTo>
                    <a:pt x="6699" y="3969"/>
                    <a:pt x="6732" y="3962"/>
                    <a:pt x="6763" y="3944"/>
                  </a:cubicBezTo>
                  <a:cubicBezTo>
                    <a:pt x="6861" y="3892"/>
                    <a:pt x="6899" y="3768"/>
                    <a:pt x="6845" y="3669"/>
                  </a:cubicBezTo>
                  <a:cubicBezTo>
                    <a:pt x="6530" y="3088"/>
                    <a:pt x="6222" y="2593"/>
                    <a:pt x="5902" y="2155"/>
                  </a:cubicBezTo>
                  <a:cubicBezTo>
                    <a:pt x="5862" y="2100"/>
                    <a:pt x="5800" y="2072"/>
                    <a:pt x="5738" y="2072"/>
                  </a:cubicBezTo>
                  <a:close/>
                  <a:moveTo>
                    <a:pt x="42992" y="2317"/>
                  </a:moveTo>
                  <a:cubicBezTo>
                    <a:pt x="42891" y="2317"/>
                    <a:pt x="42803" y="2393"/>
                    <a:pt x="42791" y="2496"/>
                  </a:cubicBezTo>
                  <a:cubicBezTo>
                    <a:pt x="42791" y="2503"/>
                    <a:pt x="42707" y="3189"/>
                    <a:pt x="42408" y="4179"/>
                  </a:cubicBezTo>
                  <a:cubicBezTo>
                    <a:pt x="42376" y="4287"/>
                    <a:pt x="42435" y="4400"/>
                    <a:pt x="42543" y="4432"/>
                  </a:cubicBezTo>
                  <a:cubicBezTo>
                    <a:pt x="42563" y="4439"/>
                    <a:pt x="42582" y="4440"/>
                    <a:pt x="42603" y="4440"/>
                  </a:cubicBezTo>
                  <a:cubicBezTo>
                    <a:pt x="42690" y="4440"/>
                    <a:pt x="42770" y="4385"/>
                    <a:pt x="42796" y="4298"/>
                  </a:cubicBezTo>
                  <a:cubicBezTo>
                    <a:pt x="43107" y="3269"/>
                    <a:pt x="43191" y="2572"/>
                    <a:pt x="43194" y="2543"/>
                  </a:cubicBezTo>
                  <a:cubicBezTo>
                    <a:pt x="43207" y="2431"/>
                    <a:pt x="43128" y="2330"/>
                    <a:pt x="43017" y="2318"/>
                  </a:cubicBezTo>
                  <a:cubicBezTo>
                    <a:pt x="43008" y="2317"/>
                    <a:pt x="43000" y="2317"/>
                    <a:pt x="42992" y="2317"/>
                  </a:cubicBezTo>
                  <a:close/>
                  <a:moveTo>
                    <a:pt x="212" y="3193"/>
                  </a:moveTo>
                  <a:cubicBezTo>
                    <a:pt x="206" y="3193"/>
                    <a:pt x="200" y="3193"/>
                    <a:pt x="193" y="3194"/>
                  </a:cubicBezTo>
                  <a:cubicBezTo>
                    <a:pt x="82" y="3204"/>
                    <a:pt x="0" y="3304"/>
                    <a:pt x="11" y="3415"/>
                  </a:cubicBezTo>
                  <a:cubicBezTo>
                    <a:pt x="58" y="3937"/>
                    <a:pt x="155" y="4529"/>
                    <a:pt x="298" y="5175"/>
                  </a:cubicBezTo>
                  <a:cubicBezTo>
                    <a:pt x="319" y="5269"/>
                    <a:pt x="402" y="5333"/>
                    <a:pt x="495" y="5333"/>
                  </a:cubicBezTo>
                  <a:cubicBezTo>
                    <a:pt x="510" y="5333"/>
                    <a:pt x="524" y="5332"/>
                    <a:pt x="538" y="5328"/>
                  </a:cubicBezTo>
                  <a:cubicBezTo>
                    <a:pt x="648" y="5304"/>
                    <a:pt x="717" y="5196"/>
                    <a:pt x="693" y="5086"/>
                  </a:cubicBezTo>
                  <a:cubicBezTo>
                    <a:pt x="554" y="4458"/>
                    <a:pt x="460" y="3883"/>
                    <a:pt x="415" y="3378"/>
                  </a:cubicBezTo>
                  <a:cubicBezTo>
                    <a:pt x="405" y="3273"/>
                    <a:pt x="316" y="3193"/>
                    <a:pt x="212" y="3193"/>
                  </a:cubicBezTo>
                  <a:close/>
                  <a:moveTo>
                    <a:pt x="7438" y="5143"/>
                  </a:moveTo>
                  <a:cubicBezTo>
                    <a:pt x="7410" y="5143"/>
                    <a:pt x="7382" y="5149"/>
                    <a:pt x="7355" y="5161"/>
                  </a:cubicBezTo>
                  <a:cubicBezTo>
                    <a:pt x="7252" y="5208"/>
                    <a:pt x="7207" y="5328"/>
                    <a:pt x="7252" y="5429"/>
                  </a:cubicBezTo>
                  <a:cubicBezTo>
                    <a:pt x="7498" y="5976"/>
                    <a:pt x="7728" y="6526"/>
                    <a:pt x="7940" y="7043"/>
                  </a:cubicBezTo>
                  <a:cubicBezTo>
                    <a:pt x="7973" y="7121"/>
                    <a:pt x="8048" y="7168"/>
                    <a:pt x="8128" y="7168"/>
                  </a:cubicBezTo>
                  <a:cubicBezTo>
                    <a:pt x="8154" y="7168"/>
                    <a:pt x="8180" y="7163"/>
                    <a:pt x="8205" y="7152"/>
                  </a:cubicBezTo>
                  <a:cubicBezTo>
                    <a:pt x="8309" y="7111"/>
                    <a:pt x="8358" y="6992"/>
                    <a:pt x="8314" y="6888"/>
                  </a:cubicBezTo>
                  <a:cubicBezTo>
                    <a:pt x="8100" y="6369"/>
                    <a:pt x="7870" y="5816"/>
                    <a:pt x="7623" y="5264"/>
                  </a:cubicBezTo>
                  <a:cubicBezTo>
                    <a:pt x="7590" y="5188"/>
                    <a:pt x="7516" y="5143"/>
                    <a:pt x="7438" y="5143"/>
                  </a:cubicBezTo>
                  <a:close/>
                  <a:moveTo>
                    <a:pt x="41988" y="5683"/>
                  </a:moveTo>
                  <a:cubicBezTo>
                    <a:pt x="41911" y="5683"/>
                    <a:pt x="41836" y="5728"/>
                    <a:pt x="41802" y="5803"/>
                  </a:cubicBezTo>
                  <a:cubicBezTo>
                    <a:pt x="41563" y="6338"/>
                    <a:pt x="41290" y="6851"/>
                    <a:pt x="40991" y="7330"/>
                  </a:cubicBezTo>
                  <a:cubicBezTo>
                    <a:pt x="40931" y="7424"/>
                    <a:pt x="40959" y="7549"/>
                    <a:pt x="41055" y="7609"/>
                  </a:cubicBezTo>
                  <a:cubicBezTo>
                    <a:pt x="41088" y="7629"/>
                    <a:pt x="41125" y="7640"/>
                    <a:pt x="41163" y="7640"/>
                  </a:cubicBezTo>
                  <a:cubicBezTo>
                    <a:pt x="41229" y="7640"/>
                    <a:pt x="41295" y="7607"/>
                    <a:pt x="41334" y="7544"/>
                  </a:cubicBezTo>
                  <a:cubicBezTo>
                    <a:pt x="41643" y="7050"/>
                    <a:pt x="41925" y="6521"/>
                    <a:pt x="42173" y="5969"/>
                  </a:cubicBezTo>
                  <a:cubicBezTo>
                    <a:pt x="42218" y="5866"/>
                    <a:pt x="42173" y="5746"/>
                    <a:pt x="42070" y="5701"/>
                  </a:cubicBezTo>
                  <a:cubicBezTo>
                    <a:pt x="42043" y="5689"/>
                    <a:pt x="42016" y="5683"/>
                    <a:pt x="41988" y="5683"/>
                  </a:cubicBezTo>
                  <a:close/>
                  <a:moveTo>
                    <a:pt x="936" y="6629"/>
                  </a:moveTo>
                  <a:cubicBezTo>
                    <a:pt x="917" y="6629"/>
                    <a:pt x="898" y="6632"/>
                    <a:pt x="879" y="6637"/>
                  </a:cubicBezTo>
                  <a:cubicBezTo>
                    <a:pt x="771" y="6669"/>
                    <a:pt x="710" y="6782"/>
                    <a:pt x="742" y="6890"/>
                  </a:cubicBezTo>
                  <a:cubicBezTo>
                    <a:pt x="895" y="7414"/>
                    <a:pt x="1076" y="7981"/>
                    <a:pt x="1278" y="8573"/>
                  </a:cubicBezTo>
                  <a:cubicBezTo>
                    <a:pt x="1306" y="8658"/>
                    <a:pt x="1386" y="8710"/>
                    <a:pt x="1469" y="8710"/>
                  </a:cubicBezTo>
                  <a:cubicBezTo>
                    <a:pt x="1490" y="8710"/>
                    <a:pt x="1513" y="8707"/>
                    <a:pt x="1536" y="8700"/>
                  </a:cubicBezTo>
                  <a:cubicBezTo>
                    <a:pt x="1640" y="8663"/>
                    <a:pt x="1698" y="8549"/>
                    <a:pt x="1661" y="8442"/>
                  </a:cubicBezTo>
                  <a:cubicBezTo>
                    <a:pt x="1463" y="7856"/>
                    <a:pt x="1283" y="7295"/>
                    <a:pt x="1132" y="6775"/>
                  </a:cubicBezTo>
                  <a:cubicBezTo>
                    <a:pt x="1106" y="6687"/>
                    <a:pt x="1024" y="6629"/>
                    <a:pt x="936" y="6629"/>
                  </a:cubicBezTo>
                  <a:close/>
                  <a:moveTo>
                    <a:pt x="8817" y="8382"/>
                  </a:moveTo>
                  <a:cubicBezTo>
                    <a:pt x="8788" y="8382"/>
                    <a:pt x="8760" y="8388"/>
                    <a:pt x="8732" y="8401"/>
                  </a:cubicBezTo>
                  <a:cubicBezTo>
                    <a:pt x="8629" y="8448"/>
                    <a:pt x="8586" y="8568"/>
                    <a:pt x="8633" y="8670"/>
                  </a:cubicBezTo>
                  <a:cubicBezTo>
                    <a:pt x="8828" y="9090"/>
                    <a:pt x="8988" y="9388"/>
                    <a:pt x="9141" y="9607"/>
                  </a:cubicBezTo>
                  <a:cubicBezTo>
                    <a:pt x="9266" y="9788"/>
                    <a:pt x="9465" y="9959"/>
                    <a:pt x="9752" y="10131"/>
                  </a:cubicBezTo>
                  <a:cubicBezTo>
                    <a:pt x="9785" y="10150"/>
                    <a:pt x="9820" y="10161"/>
                    <a:pt x="9857" y="10161"/>
                  </a:cubicBezTo>
                  <a:cubicBezTo>
                    <a:pt x="9924" y="10161"/>
                    <a:pt x="9992" y="10126"/>
                    <a:pt x="10029" y="10061"/>
                  </a:cubicBezTo>
                  <a:cubicBezTo>
                    <a:pt x="10088" y="9966"/>
                    <a:pt x="10057" y="9842"/>
                    <a:pt x="9961" y="9783"/>
                  </a:cubicBezTo>
                  <a:cubicBezTo>
                    <a:pt x="9728" y="9644"/>
                    <a:pt x="9564" y="9506"/>
                    <a:pt x="9474" y="9375"/>
                  </a:cubicBezTo>
                  <a:cubicBezTo>
                    <a:pt x="9338" y="9179"/>
                    <a:pt x="9183" y="8893"/>
                    <a:pt x="9000" y="8500"/>
                  </a:cubicBezTo>
                  <a:cubicBezTo>
                    <a:pt x="8966" y="8425"/>
                    <a:pt x="8893" y="8382"/>
                    <a:pt x="8817" y="8382"/>
                  </a:cubicBezTo>
                  <a:close/>
                  <a:moveTo>
                    <a:pt x="40122" y="8648"/>
                  </a:moveTo>
                  <a:cubicBezTo>
                    <a:pt x="40065" y="8648"/>
                    <a:pt x="40008" y="8671"/>
                    <a:pt x="39969" y="8717"/>
                  </a:cubicBezTo>
                  <a:cubicBezTo>
                    <a:pt x="39589" y="9156"/>
                    <a:pt x="39175" y="9560"/>
                    <a:pt x="38738" y="9920"/>
                  </a:cubicBezTo>
                  <a:cubicBezTo>
                    <a:pt x="38651" y="9992"/>
                    <a:pt x="38639" y="10119"/>
                    <a:pt x="38710" y="10206"/>
                  </a:cubicBezTo>
                  <a:cubicBezTo>
                    <a:pt x="38750" y="10255"/>
                    <a:pt x="38808" y="10279"/>
                    <a:pt x="38867" y="10279"/>
                  </a:cubicBezTo>
                  <a:cubicBezTo>
                    <a:pt x="38912" y="10279"/>
                    <a:pt x="38957" y="10263"/>
                    <a:pt x="38996" y="10232"/>
                  </a:cubicBezTo>
                  <a:cubicBezTo>
                    <a:pt x="39450" y="9859"/>
                    <a:pt x="39880" y="9438"/>
                    <a:pt x="40275" y="8984"/>
                  </a:cubicBezTo>
                  <a:cubicBezTo>
                    <a:pt x="40348" y="8898"/>
                    <a:pt x="40340" y="8771"/>
                    <a:pt x="40254" y="8697"/>
                  </a:cubicBezTo>
                  <a:cubicBezTo>
                    <a:pt x="40216" y="8664"/>
                    <a:pt x="40169" y="8648"/>
                    <a:pt x="40122" y="8648"/>
                  </a:cubicBezTo>
                  <a:close/>
                  <a:moveTo>
                    <a:pt x="11472" y="10438"/>
                  </a:moveTo>
                  <a:cubicBezTo>
                    <a:pt x="11387" y="10438"/>
                    <a:pt x="11307" y="10493"/>
                    <a:pt x="11279" y="10578"/>
                  </a:cubicBezTo>
                  <a:cubicBezTo>
                    <a:pt x="11246" y="10685"/>
                    <a:pt x="11303" y="10799"/>
                    <a:pt x="11409" y="10834"/>
                  </a:cubicBezTo>
                  <a:cubicBezTo>
                    <a:pt x="11907" y="10994"/>
                    <a:pt x="12483" y="11153"/>
                    <a:pt x="13121" y="11304"/>
                  </a:cubicBezTo>
                  <a:cubicBezTo>
                    <a:pt x="13136" y="11309"/>
                    <a:pt x="13152" y="11311"/>
                    <a:pt x="13168" y="11311"/>
                  </a:cubicBezTo>
                  <a:cubicBezTo>
                    <a:pt x="13260" y="11311"/>
                    <a:pt x="13342" y="11249"/>
                    <a:pt x="13364" y="11155"/>
                  </a:cubicBezTo>
                  <a:cubicBezTo>
                    <a:pt x="13390" y="11047"/>
                    <a:pt x="13323" y="10937"/>
                    <a:pt x="13215" y="10911"/>
                  </a:cubicBezTo>
                  <a:cubicBezTo>
                    <a:pt x="12588" y="10761"/>
                    <a:pt x="12022" y="10606"/>
                    <a:pt x="11535" y="10448"/>
                  </a:cubicBezTo>
                  <a:cubicBezTo>
                    <a:pt x="11514" y="10441"/>
                    <a:pt x="11493" y="10438"/>
                    <a:pt x="11472" y="10438"/>
                  </a:cubicBezTo>
                  <a:close/>
                  <a:moveTo>
                    <a:pt x="14887" y="11269"/>
                  </a:moveTo>
                  <a:cubicBezTo>
                    <a:pt x="14791" y="11269"/>
                    <a:pt x="14706" y="11336"/>
                    <a:pt x="14687" y="11435"/>
                  </a:cubicBezTo>
                  <a:cubicBezTo>
                    <a:pt x="14668" y="11544"/>
                    <a:pt x="14740" y="11651"/>
                    <a:pt x="14849" y="11672"/>
                  </a:cubicBezTo>
                  <a:cubicBezTo>
                    <a:pt x="15399" y="11776"/>
                    <a:pt x="15984" y="11875"/>
                    <a:pt x="16588" y="11969"/>
                  </a:cubicBezTo>
                  <a:cubicBezTo>
                    <a:pt x="16600" y="11971"/>
                    <a:pt x="16611" y="11971"/>
                    <a:pt x="16620" y="11971"/>
                  </a:cubicBezTo>
                  <a:cubicBezTo>
                    <a:pt x="16719" y="11971"/>
                    <a:pt x="16804" y="11900"/>
                    <a:pt x="16820" y="11800"/>
                  </a:cubicBezTo>
                  <a:cubicBezTo>
                    <a:pt x="16837" y="11689"/>
                    <a:pt x="16762" y="11586"/>
                    <a:pt x="16651" y="11569"/>
                  </a:cubicBezTo>
                  <a:cubicBezTo>
                    <a:pt x="16050" y="11475"/>
                    <a:pt x="15469" y="11376"/>
                    <a:pt x="14926" y="11273"/>
                  </a:cubicBezTo>
                  <a:cubicBezTo>
                    <a:pt x="14913" y="11270"/>
                    <a:pt x="14900" y="11269"/>
                    <a:pt x="14887" y="11269"/>
                  </a:cubicBezTo>
                  <a:close/>
                  <a:moveTo>
                    <a:pt x="37421" y="10863"/>
                  </a:moveTo>
                  <a:cubicBezTo>
                    <a:pt x="37387" y="10863"/>
                    <a:pt x="37353" y="10872"/>
                    <a:pt x="37321" y="10890"/>
                  </a:cubicBezTo>
                  <a:cubicBezTo>
                    <a:pt x="36828" y="11167"/>
                    <a:pt x="36301" y="11405"/>
                    <a:pt x="35756" y="11600"/>
                  </a:cubicBezTo>
                  <a:cubicBezTo>
                    <a:pt x="35650" y="11637"/>
                    <a:pt x="35596" y="11753"/>
                    <a:pt x="35632" y="11860"/>
                  </a:cubicBezTo>
                  <a:cubicBezTo>
                    <a:pt x="35662" y="11941"/>
                    <a:pt x="35740" y="11994"/>
                    <a:pt x="35824" y="11994"/>
                  </a:cubicBezTo>
                  <a:cubicBezTo>
                    <a:pt x="35847" y="11994"/>
                    <a:pt x="35869" y="11990"/>
                    <a:pt x="35892" y="11981"/>
                  </a:cubicBezTo>
                  <a:cubicBezTo>
                    <a:pt x="36459" y="11779"/>
                    <a:pt x="37006" y="11531"/>
                    <a:pt x="37519" y="11243"/>
                  </a:cubicBezTo>
                  <a:cubicBezTo>
                    <a:pt x="37617" y="11188"/>
                    <a:pt x="37652" y="11064"/>
                    <a:pt x="37596" y="10967"/>
                  </a:cubicBezTo>
                  <a:cubicBezTo>
                    <a:pt x="37560" y="10901"/>
                    <a:pt x="37491" y="10863"/>
                    <a:pt x="37421" y="10863"/>
                  </a:cubicBezTo>
                  <a:close/>
                  <a:moveTo>
                    <a:pt x="2061" y="9960"/>
                  </a:moveTo>
                  <a:cubicBezTo>
                    <a:pt x="2038" y="9960"/>
                    <a:pt x="2015" y="9964"/>
                    <a:pt x="1992" y="9973"/>
                  </a:cubicBezTo>
                  <a:cubicBezTo>
                    <a:pt x="1886" y="10013"/>
                    <a:pt x="1833" y="10129"/>
                    <a:pt x="1872" y="10234"/>
                  </a:cubicBezTo>
                  <a:cubicBezTo>
                    <a:pt x="2065" y="10749"/>
                    <a:pt x="2279" y="11303"/>
                    <a:pt x="2507" y="11877"/>
                  </a:cubicBezTo>
                  <a:cubicBezTo>
                    <a:pt x="2538" y="11957"/>
                    <a:pt x="2615" y="12006"/>
                    <a:pt x="2695" y="12006"/>
                  </a:cubicBezTo>
                  <a:cubicBezTo>
                    <a:pt x="2721" y="12006"/>
                    <a:pt x="2745" y="12001"/>
                    <a:pt x="2770" y="11990"/>
                  </a:cubicBezTo>
                  <a:cubicBezTo>
                    <a:pt x="2874" y="11950"/>
                    <a:pt x="2925" y="11832"/>
                    <a:pt x="2883" y="11727"/>
                  </a:cubicBezTo>
                  <a:cubicBezTo>
                    <a:pt x="2657" y="11155"/>
                    <a:pt x="2444" y="10604"/>
                    <a:pt x="2253" y="10093"/>
                  </a:cubicBezTo>
                  <a:cubicBezTo>
                    <a:pt x="2222" y="10011"/>
                    <a:pt x="2143" y="9960"/>
                    <a:pt x="2061" y="9960"/>
                  </a:cubicBezTo>
                  <a:close/>
                  <a:moveTo>
                    <a:pt x="18359" y="11811"/>
                  </a:moveTo>
                  <a:cubicBezTo>
                    <a:pt x="18260" y="11811"/>
                    <a:pt x="18173" y="11886"/>
                    <a:pt x="18160" y="11988"/>
                  </a:cubicBezTo>
                  <a:cubicBezTo>
                    <a:pt x="18146" y="12098"/>
                    <a:pt x="18225" y="12201"/>
                    <a:pt x="18336" y="12215"/>
                  </a:cubicBezTo>
                  <a:cubicBezTo>
                    <a:pt x="18905" y="12286"/>
                    <a:pt x="19495" y="12354"/>
                    <a:pt x="20087" y="12415"/>
                  </a:cubicBezTo>
                  <a:cubicBezTo>
                    <a:pt x="20094" y="12415"/>
                    <a:pt x="20101" y="12417"/>
                    <a:pt x="20108" y="12417"/>
                  </a:cubicBezTo>
                  <a:cubicBezTo>
                    <a:pt x="20211" y="12417"/>
                    <a:pt x="20298" y="12338"/>
                    <a:pt x="20310" y="12234"/>
                  </a:cubicBezTo>
                  <a:cubicBezTo>
                    <a:pt x="20320" y="12122"/>
                    <a:pt x="20240" y="12023"/>
                    <a:pt x="20129" y="12011"/>
                  </a:cubicBezTo>
                  <a:cubicBezTo>
                    <a:pt x="19539" y="11952"/>
                    <a:pt x="18954" y="11884"/>
                    <a:pt x="18386" y="11813"/>
                  </a:cubicBezTo>
                  <a:cubicBezTo>
                    <a:pt x="18377" y="11811"/>
                    <a:pt x="18368" y="11811"/>
                    <a:pt x="18359" y="11811"/>
                  </a:cubicBezTo>
                  <a:close/>
                  <a:moveTo>
                    <a:pt x="34134" y="12046"/>
                  </a:moveTo>
                  <a:cubicBezTo>
                    <a:pt x="34121" y="12046"/>
                    <a:pt x="34108" y="12047"/>
                    <a:pt x="34095" y="12049"/>
                  </a:cubicBezTo>
                  <a:cubicBezTo>
                    <a:pt x="33681" y="12128"/>
                    <a:pt x="33251" y="12189"/>
                    <a:pt x="32814" y="12227"/>
                  </a:cubicBezTo>
                  <a:cubicBezTo>
                    <a:pt x="32670" y="12239"/>
                    <a:pt x="32523" y="12251"/>
                    <a:pt x="32375" y="12263"/>
                  </a:cubicBezTo>
                  <a:cubicBezTo>
                    <a:pt x="32264" y="12272"/>
                    <a:pt x="32180" y="12370"/>
                    <a:pt x="32191" y="12481"/>
                  </a:cubicBezTo>
                  <a:cubicBezTo>
                    <a:pt x="32198" y="12587"/>
                    <a:pt x="32287" y="12669"/>
                    <a:pt x="32391" y="12669"/>
                  </a:cubicBezTo>
                  <a:lnTo>
                    <a:pt x="32393" y="12669"/>
                  </a:lnTo>
                  <a:cubicBezTo>
                    <a:pt x="32398" y="12669"/>
                    <a:pt x="32403" y="12667"/>
                    <a:pt x="32409" y="12667"/>
                  </a:cubicBezTo>
                  <a:cubicBezTo>
                    <a:pt x="32556" y="12657"/>
                    <a:pt x="32704" y="12643"/>
                    <a:pt x="32851" y="12631"/>
                  </a:cubicBezTo>
                  <a:cubicBezTo>
                    <a:pt x="33300" y="12591"/>
                    <a:pt x="33744" y="12530"/>
                    <a:pt x="34170" y="12448"/>
                  </a:cubicBezTo>
                  <a:cubicBezTo>
                    <a:pt x="34280" y="12425"/>
                    <a:pt x="34353" y="12319"/>
                    <a:pt x="34332" y="12209"/>
                  </a:cubicBezTo>
                  <a:cubicBezTo>
                    <a:pt x="34314" y="12113"/>
                    <a:pt x="34229" y="12046"/>
                    <a:pt x="34134" y="12046"/>
                  </a:cubicBezTo>
                  <a:close/>
                  <a:moveTo>
                    <a:pt x="21859" y="12171"/>
                  </a:moveTo>
                  <a:cubicBezTo>
                    <a:pt x="21754" y="12171"/>
                    <a:pt x="21664" y="12251"/>
                    <a:pt x="21656" y="12357"/>
                  </a:cubicBezTo>
                  <a:cubicBezTo>
                    <a:pt x="21647" y="12469"/>
                    <a:pt x="21731" y="12566"/>
                    <a:pt x="21842" y="12575"/>
                  </a:cubicBezTo>
                  <a:cubicBezTo>
                    <a:pt x="22422" y="12622"/>
                    <a:pt x="23013" y="12662"/>
                    <a:pt x="23600" y="12697"/>
                  </a:cubicBezTo>
                  <a:lnTo>
                    <a:pt x="23612" y="12697"/>
                  </a:lnTo>
                  <a:cubicBezTo>
                    <a:pt x="23718" y="12697"/>
                    <a:pt x="23807" y="12615"/>
                    <a:pt x="23814" y="12507"/>
                  </a:cubicBezTo>
                  <a:cubicBezTo>
                    <a:pt x="23821" y="12396"/>
                    <a:pt x="23736" y="12300"/>
                    <a:pt x="23624" y="12293"/>
                  </a:cubicBezTo>
                  <a:cubicBezTo>
                    <a:pt x="23040" y="12258"/>
                    <a:pt x="22451" y="12218"/>
                    <a:pt x="21875" y="12171"/>
                  </a:cubicBezTo>
                  <a:cubicBezTo>
                    <a:pt x="21870" y="12171"/>
                    <a:pt x="21864" y="12171"/>
                    <a:pt x="21859" y="12171"/>
                  </a:cubicBezTo>
                  <a:close/>
                  <a:moveTo>
                    <a:pt x="25364" y="12374"/>
                  </a:moveTo>
                  <a:cubicBezTo>
                    <a:pt x="25258" y="12374"/>
                    <a:pt x="25170" y="12463"/>
                    <a:pt x="25165" y="12572"/>
                  </a:cubicBezTo>
                  <a:cubicBezTo>
                    <a:pt x="25162" y="12683"/>
                    <a:pt x="25249" y="12777"/>
                    <a:pt x="25360" y="12780"/>
                  </a:cubicBezTo>
                  <a:cubicBezTo>
                    <a:pt x="25952" y="12803"/>
                    <a:pt x="26546" y="12817"/>
                    <a:pt x="27123" y="12824"/>
                  </a:cubicBezTo>
                  <a:lnTo>
                    <a:pt x="27125" y="12824"/>
                  </a:lnTo>
                  <a:cubicBezTo>
                    <a:pt x="27237" y="12824"/>
                    <a:pt x="27327" y="12735"/>
                    <a:pt x="27329" y="12624"/>
                  </a:cubicBezTo>
                  <a:cubicBezTo>
                    <a:pt x="27329" y="12512"/>
                    <a:pt x="27240" y="12420"/>
                    <a:pt x="27129" y="12418"/>
                  </a:cubicBezTo>
                  <a:cubicBezTo>
                    <a:pt x="26554" y="12411"/>
                    <a:pt x="25964" y="12397"/>
                    <a:pt x="25376" y="12375"/>
                  </a:cubicBezTo>
                  <a:cubicBezTo>
                    <a:pt x="25372" y="12375"/>
                    <a:pt x="25368" y="12374"/>
                    <a:pt x="25364" y="12374"/>
                  </a:cubicBezTo>
                  <a:close/>
                  <a:moveTo>
                    <a:pt x="30636" y="12370"/>
                  </a:moveTo>
                  <a:cubicBezTo>
                    <a:pt x="30634" y="12370"/>
                    <a:pt x="30632" y="12370"/>
                    <a:pt x="30629" y="12370"/>
                  </a:cubicBezTo>
                  <a:cubicBezTo>
                    <a:pt x="30065" y="12394"/>
                    <a:pt x="29477" y="12410"/>
                    <a:pt x="28880" y="12418"/>
                  </a:cubicBezTo>
                  <a:cubicBezTo>
                    <a:pt x="28769" y="12420"/>
                    <a:pt x="28678" y="12511"/>
                    <a:pt x="28680" y="12624"/>
                  </a:cubicBezTo>
                  <a:cubicBezTo>
                    <a:pt x="28681" y="12735"/>
                    <a:pt x="28772" y="12824"/>
                    <a:pt x="28883" y="12824"/>
                  </a:cubicBezTo>
                  <a:lnTo>
                    <a:pt x="28885" y="12824"/>
                  </a:lnTo>
                  <a:cubicBezTo>
                    <a:pt x="29486" y="12815"/>
                    <a:pt x="30079" y="12800"/>
                    <a:pt x="30647" y="12773"/>
                  </a:cubicBezTo>
                  <a:cubicBezTo>
                    <a:pt x="30760" y="12770"/>
                    <a:pt x="30845" y="12674"/>
                    <a:pt x="30842" y="12563"/>
                  </a:cubicBezTo>
                  <a:cubicBezTo>
                    <a:pt x="30837" y="12454"/>
                    <a:pt x="30745" y="12370"/>
                    <a:pt x="30636" y="12370"/>
                  </a:cubicBezTo>
                  <a:close/>
                  <a:moveTo>
                    <a:pt x="3360" y="13229"/>
                  </a:moveTo>
                  <a:cubicBezTo>
                    <a:pt x="3334" y="13229"/>
                    <a:pt x="3307" y="13234"/>
                    <a:pt x="3282" y="13245"/>
                  </a:cubicBezTo>
                  <a:cubicBezTo>
                    <a:pt x="3177" y="13287"/>
                    <a:pt x="3128" y="13405"/>
                    <a:pt x="3172" y="13510"/>
                  </a:cubicBezTo>
                  <a:cubicBezTo>
                    <a:pt x="3384" y="14020"/>
                    <a:pt x="3609" y="14549"/>
                    <a:pt x="3858" y="15131"/>
                  </a:cubicBezTo>
                  <a:cubicBezTo>
                    <a:pt x="3891" y="15209"/>
                    <a:pt x="3964" y="15254"/>
                    <a:pt x="4044" y="15254"/>
                  </a:cubicBezTo>
                  <a:cubicBezTo>
                    <a:pt x="4070" y="15254"/>
                    <a:pt x="4098" y="15249"/>
                    <a:pt x="4124" y="15237"/>
                  </a:cubicBezTo>
                  <a:cubicBezTo>
                    <a:pt x="4227" y="15193"/>
                    <a:pt x="4274" y="15075"/>
                    <a:pt x="4230" y="14972"/>
                  </a:cubicBezTo>
                  <a:cubicBezTo>
                    <a:pt x="3981" y="14391"/>
                    <a:pt x="3757" y="13861"/>
                    <a:pt x="3546" y="13353"/>
                  </a:cubicBezTo>
                  <a:cubicBezTo>
                    <a:pt x="3514" y="13276"/>
                    <a:pt x="3439" y="13229"/>
                    <a:pt x="3360" y="13229"/>
                  </a:cubicBezTo>
                  <a:close/>
                  <a:moveTo>
                    <a:pt x="4742" y="16462"/>
                  </a:moveTo>
                  <a:cubicBezTo>
                    <a:pt x="4714" y="16462"/>
                    <a:pt x="4687" y="16468"/>
                    <a:pt x="4660" y="16480"/>
                  </a:cubicBezTo>
                  <a:cubicBezTo>
                    <a:pt x="4558" y="16525"/>
                    <a:pt x="4511" y="16643"/>
                    <a:pt x="4556" y="16746"/>
                  </a:cubicBezTo>
                  <a:cubicBezTo>
                    <a:pt x="4739" y="17166"/>
                    <a:pt x="4916" y="17575"/>
                    <a:pt x="5092" y="17973"/>
                  </a:cubicBezTo>
                  <a:lnTo>
                    <a:pt x="5259" y="18358"/>
                  </a:lnTo>
                  <a:cubicBezTo>
                    <a:pt x="5292" y="18435"/>
                    <a:pt x="5367" y="18480"/>
                    <a:pt x="5445" y="18480"/>
                  </a:cubicBezTo>
                  <a:cubicBezTo>
                    <a:pt x="5473" y="18480"/>
                    <a:pt x="5499" y="18475"/>
                    <a:pt x="5527" y="18462"/>
                  </a:cubicBezTo>
                  <a:cubicBezTo>
                    <a:pt x="5628" y="18417"/>
                    <a:pt x="5675" y="18299"/>
                    <a:pt x="5632" y="18196"/>
                  </a:cubicBezTo>
                  <a:lnTo>
                    <a:pt x="5463" y="17811"/>
                  </a:lnTo>
                  <a:cubicBezTo>
                    <a:pt x="5289" y="17413"/>
                    <a:pt x="5109" y="17004"/>
                    <a:pt x="4927" y="16584"/>
                  </a:cubicBezTo>
                  <a:cubicBezTo>
                    <a:pt x="4893" y="16508"/>
                    <a:pt x="4819" y="16462"/>
                    <a:pt x="4742" y="16462"/>
                  </a:cubicBezTo>
                  <a:close/>
                  <a:moveTo>
                    <a:pt x="6145" y="19687"/>
                  </a:moveTo>
                  <a:cubicBezTo>
                    <a:pt x="6118" y="19687"/>
                    <a:pt x="6091" y="19693"/>
                    <a:pt x="6065" y="19704"/>
                  </a:cubicBezTo>
                  <a:cubicBezTo>
                    <a:pt x="5962" y="19747"/>
                    <a:pt x="5915" y="19867"/>
                    <a:pt x="5959" y="19970"/>
                  </a:cubicBezTo>
                  <a:cubicBezTo>
                    <a:pt x="6029" y="20128"/>
                    <a:pt x="6095" y="20285"/>
                    <a:pt x="6159" y="20436"/>
                  </a:cubicBezTo>
                  <a:cubicBezTo>
                    <a:pt x="6311" y="20795"/>
                    <a:pt x="6476" y="21182"/>
                    <a:pt x="6650" y="21589"/>
                  </a:cubicBezTo>
                  <a:cubicBezTo>
                    <a:pt x="6683" y="21665"/>
                    <a:pt x="6758" y="21712"/>
                    <a:pt x="6836" y="21712"/>
                  </a:cubicBezTo>
                  <a:lnTo>
                    <a:pt x="6836" y="21711"/>
                  </a:lnTo>
                  <a:cubicBezTo>
                    <a:pt x="6862" y="21711"/>
                    <a:pt x="6890" y="21706"/>
                    <a:pt x="6916" y="21695"/>
                  </a:cubicBezTo>
                  <a:cubicBezTo>
                    <a:pt x="7019" y="21652"/>
                    <a:pt x="7066" y="21531"/>
                    <a:pt x="7023" y="21429"/>
                  </a:cubicBezTo>
                  <a:cubicBezTo>
                    <a:pt x="6849" y="21021"/>
                    <a:pt x="6685" y="20637"/>
                    <a:pt x="6532" y="20278"/>
                  </a:cubicBezTo>
                  <a:cubicBezTo>
                    <a:pt x="6467" y="20125"/>
                    <a:pt x="6399" y="19970"/>
                    <a:pt x="6331" y="19810"/>
                  </a:cubicBezTo>
                  <a:cubicBezTo>
                    <a:pt x="6299" y="19733"/>
                    <a:pt x="6224" y="19687"/>
                    <a:pt x="6145" y="19687"/>
                  </a:cubicBezTo>
                  <a:close/>
                  <a:moveTo>
                    <a:pt x="7530" y="22924"/>
                  </a:moveTo>
                  <a:cubicBezTo>
                    <a:pt x="7504" y="22924"/>
                    <a:pt x="7477" y="22929"/>
                    <a:pt x="7451" y="22940"/>
                  </a:cubicBezTo>
                  <a:cubicBezTo>
                    <a:pt x="7348" y="22985"/>
                    <a:pt x="7301" y="23103"/>
                    <a:pt x="7345" y="23206"/>
                  </a:cubicBezTo>
                  <a:cubicBezTo>
                    <a:pt x="7569" y="23725"/>
                    <a:pt x="7802" y="24266"/>
                    <a:pt x="8043" y="24823"/>
                  </a:cubicBezTo>
                  <a:cubicBezTo>
                    <a:pt x="8076" y="24900"/>
                    <a:pt x="8151" y="24945"/>
                    <a:pt x="8229" y="24945"/>
                  </a:cubicBezTo>
                  <a:cubicBezTo>
                    <a:pt x="8257" y="24945"/>
                    <a:pt x="8283" y="24940"/>
                    <a:pt x="8309" y="24928"/>
                  </a:cubicBezTo>
                  <a:cubicBezTo>
                    <a:pt x="8412" y="24884"/>
                    <a:pt x="8460" y="24764"/>
                    <a:pt x="8415" y="24661"/>
                  </a:cubicBezTo>
                  <a:cubicBezTo>
                    <a:pt x="8173" y="24104"/>
                    <a:pt x="7940" y="23565"/>
                    <a:pt x="7717" y="23046"/>
                  </a:cubicBezTo>
                  <a:cubicBezTo>
                    <a:pt x="7685" y="22969"/>
                    <a:pt x="7609" y="22924"/>
                    <a:pt x="7530" y="22924"/>
                  </a:cubicBezTo>
                  <a:close/>
                  <a:moveTo>
                    <a:pt x="8928" y="26154"/>
                  </a:moveTo>
                  <a:cubicBezTo>
                    <a:pt x="8902" y="26154"/>
                    <a:pt x="8875" y="26160"/>
                    <a:pt x="8849" y="26171"/>
                  </a:cubicBezTo>
                  <a:cubicBezTo>
                    <a:pt x="8746" y="26216"/>
                    <a:pt x="8699" y="26334"/>
                    <a:pt x="8742" y="26437"/>
                  </a:cubicBezTo>
                  <a:cubicBezTo>
                    <a:pt x="8974" y="26968"/>
                    <a:pt x="9207" y="27508"/>
                    <a:pt x="9446" y="28052"/>
                  </a:cubicBezTo>
                  <a:cubicBezTo>
                    <a:pt x="9479" y="28127"/>
                    <a:pt x="9554" y="28174"/>
                    <a:pt x="9632" y="28174"/>
                  </a:cubicBezTo>
                  <a:cubicBezTo>
                    <a:pt x="9658" y="28173"/>
                    <a:pt x="9686" y="28167"/>
                    <a:pt x="9712" y="28157"/>
                  </a:cubicBezTo>
                  <a:cubicBezTo>
                    <a:pt x="9815" y="28112"/>
                    <a:pt x="9862" y="27992"/>
                    <a:pt x="9817" y="27889"/>
                  </a:cubicBezTo>
                  <a:cubicBezTo>
                    <a:pt x="9580" y="27346"/>
                    <a:pt x="9345" y="26806"/>
                    <a:pt x="9115" y="26275"/>
                  </a:cubicBezTo>
                  <a:cubicBezTo>
                    <a:pt x="9081" y="26200"/>
                    <a:pt x="9007" y="26154"/>
                    <a:pt x="8928" y="26154"/>
                  </a:cubicBezTo>
                  <a:close/>
                  <a:moveTo>
                    <a:pt x="10332" y="29382"/>
                  </a:moveTo>
                  <a:cubicBezTo>
                    <a:pt x="10306" y="29382"/>
                    <a:pt x="10279" y="29387"/>
                    <a:pt x="10253" y="29398"/>
                  </a:cubicBezTo>
                  <a:cubicBezTo>
                    <a:pt x="10151" y="29443"/>
                    <a:pt x="10104" y="29563"/>
                    <a:pt x="10147" y="29666"/>
                  </a:cubicBezTo>
                  <a:lnTo>
                    <a:pt x="10852" y="31280"/>
                  </a:lnTo>
                  <a:cubicBezTo>
                    <a:pt x="10885" y="31355"/>
                    <a:pt x="10960" y="31400"/>
                    <a:pt x="11039" y="31400"/>
                  </a:cubicBezTo>
                  <a:lnTo>
                    <a:pt x="11039" y="31402"/>
                  </a:lnTo>
                  <a:cubicBezTo>
                    <a:pt x="11065" y="31402"/>
                    <a:pt x="11093" y="31395"/>
                    <a:pt x="11119" y="31384"/>
                  </a:cubicBezTo>
                  <a:cubicBezTo>
                    <a:pt x="11221" y="31339"/>
                    <a:pt x="11268" y="31219"/>
                    <a:pt x="11223" y="31116"/>
                  </a:cubicBezTo>
                  <a:lnTo>
                    <a:pt x="10520" y="29504"/>
                  </a:lnTo>
                  <a:cubicBezTo>
                    <a:pt x="10486" y="29428"/>
                    <a:pt x="10410" y="29382"/>
                    <a:pt x="10332" y="29382"/>
                  </a:cubicBezTo>
                  <a:close/>
                  <a:moveTo>
                    <a:pt x="11743" y="32608"/>
                  </a:moveTo>
                  <a:cubicBezTo>
                    <a:pt x="11716" y="32608"/>
                    <a:pt x="11688" y="32614"/>
                    <a:pt x="11662" y="32626"/>
                  </a:cubicBezTo>
                  <a:cubicBezTo>
                    <a:pt x="11559" y="32669"/>
                    <a:pt x="11512" y="32789"/>
                    <a:pt x="11557" y="32892"/>
                  </a:cubicBezTo>
                  <a:lnTo>
                    <a:pt x="12262" y="34504"/>
                  </a:lnTo>
                  <a:cubicBezTo>
                    <a:pt x="12297" y="34580"/>
                    <a:pt x="12370" y="34626"/>
                    <a:pt x="12449" y="34626"/>
                  </a:cubicBezTo>
                  <a:cubicBezTo>
                    <a:pt x="12476" y="34626"/>
                    <a:pt x="12504" y="34620"/>
                    <a:pt x="12530" y="34608"/>
                  </a:cubicBezTo>
                  <a:cubicBezTo>
                    <a:pt x="12633" y="34563"/>
                    <a:pt x="12678" y="34445"/>
                    <a:pt x="12635" y="34342"/>
                  </a:cubicBezTo>
                  <a:lnTo>
                    <a:pt x="11928" y="32730"/>
                  </a:lnTo>
                  <a:cubicBezTo>
                    <a:pt x="11895" y="32654"/>
                    <a:pt x="11821" y="32608"/>
                    <a:pt x="11743" y="32608"/>
                  </a:cubicBezTo>
                  <a:close/>
                  <a:moveTo>
                    <a:pt x="13155" y="35832"/>
                  </a:moveTo>
                  <a:cubicBezTo>
                    <a:pt x="13128" y="35832"/>
                    <a:pt x="13100" y="35838"/>
                    <a:pt x="13074" y="35849"/>
                  </a:cubicBezTo>
                  <a:cubicBezTo>
                    <a:pt x="12971" y="35895"/>
                    <a:pt x="12926" y="36013"/>
                    <a:pt x="12969" y="36116"/>
                  </a:cubicBezTo>
                  <a:lnTo>
                    <a:pt x="13676" y="37728"/>
                  </a:lnTo>
                  <a:cubicBezTo>
                    <a:pt x="13711" y="37804"/>
                    <a:pt x="13784" y="37850"/>
                    <a:pt x="13862" y="37850"/>
                  </a:cubicBezTo>
                  <a:cubicBezTo>
                    <a:pt x="13890" y="37850"/>
                    <a:pt x="13918" y="37844"/>
                    <a:pt x="13944" y="37832"/>
                  </a:cubicBezTo>
                  <a:cubicBezTo>
                    <a:pt x="14047" y="37787"/>
                    <a:pt x="14094" y="37667"/>
                    <a:pt x="14048" y="37566"/>
                  </a:cubicBezTo>
                  <a:lnTo>
                    <a:pt x="13342" y="35954"/>
                  </a:lnTo>
                  <a:cubicBezTo>
                    <a:pt x="13308" y="35878"/>
                    <a:pt x="13233" y="35832"/>
                    <a:pt x="13155" y="35832"/>
                  </a:cubicBezTo>
                  <a:close/>
                  <a:moveTo>
                    <a:pt x="14570" y="39056"/>
                  </a:moveTo>
                  <a:cubicBezTo>
                    <a:pt x="14543" y="39056"/>
                    <a:pt x="14515" y="39062"/>
                    <a:pt x="14489" y="39073"/>
                  </a:cubicBezTo>
                  <a:cubicBezTo>
                    <a:pt x="14386" y="39119"/>
                    <a:pt x="14339" y="39237"/>
                    <a:pt x="14384" y="39340"/>
                  </a:cubicBezTo>
                  <a:lnTo>
                    <a:pt x="15093" y="40953"/>
                  </a:lnTo>
                  <a:cubicBezTo>
                    <a:pt x="15126" y="41028"/>
                    <a:pt x="15201" y="41074"/>
                    <a:pt x="15279" y="41074"/>
                  </a:cubicBezTo>
                  <a:cubicBezTo>
                    <a:pt x="15305" y="41074"/>
                    <a:pt x="15333" y="41068"/>
                    <a:pt x="15361" y="41056"/>
                  </a:cubicBezTo>
                  <a:cubicBezTo>
                    <a:pt x="15462" y="41011"/>
                    <a:pt x="15509" y="40893"/>
                    <a:pt x="15464" y="40790"/>
                  </a:cubicBezTo>
                  <a:lnTo>
                    <a:pt x="14755" y="39178"/>
                  </a:lnTo>
                  <a:cubicBezTo>
                    <a:pt x="14722" y="39102"/>
                    <a:pt x="14648" y="39056"/>
                    <a:pt x="14570" y="39056"/>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36"/>
            <p:cNvSpPr/>
            <p:nvPr/>
          </p:nvSpPr>
          <p:spPr>
            <a:xfrm>
              <a:off x="7175054" y="4469494"/>
              <a:ext cx="334629" cy="93078"/>
            </a:xfrm>
            <a:custGeom>
              <a:rect b="b" l="l" r="r" t="t"/>
              <a:pathLst>
                <a:path extrusionOk="0" h="4651" w="16721">
                  <a:moveTo>
                    <a:pt x="15770" y="1"/>
                  </a:moveTo>
                  <a:lnTo>
                    <a:pt x="0" y="533"/>
                  </a:lnTo>
                  <a:lnTo>
                    <a:pt x="1614" y="4650"/>
                  </a:lnTo>
                  <a:lnTo>
                    <a:pt x="16720" y="4160"/>
                  </a:lnTo>
                  <a:lnTo>
                    <a:pt x="1577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36"/>
            <p:cNvSpPr/>
            <p:nvPr/>
          </p:nvSpPr>
          <p:spPr>
            <a:xfrm>
              <a:off x="6815609" y="3818267"/>
              <a:ext cx="211632" cy="394086"/>
            </a:xfrm>
            <a:custGeom>
              <a:rect b="b" l="l" r="r" t="t"/>
              <a:pathLst>
                <a:path extrusionOk="0" h="19692" w="10575">
                  <a:moveTo>
                    <a:pt x="273" y="1"/>
                  </a:moveTo>
                  <a:cubicBezTo>
                    <a:pt x="142" y="1"/>
                    <a:pt x="0" y="148"/>
                    <a:pt x="74" y="311"/>
                  </a:cubicBezTo>
                  <a:cubicBezTo>
                    <a:pt x="3081" y="6916"/>
                    <a:pt x="6435" y="13348"/>
                    <a:pt x="10133" y="19594"/>
                  </a:cubicBezTo>
                  <a:cubicBezTo>
                    <a:pt x="10173" y="19663"/>
                    <a:pt x="10234" y="19691"/>
                    <a:pt x="10296" y="19691"/>
                  </a:cubicBezTo>
                  <a:cubicBezTo>
                    <a:pt x="10434" y="19691"/>
                    <a:pt x="10574" y="19546"/>
                    <a:pt x="10483" y="19390"/>
                  </a:cubicBezTo>
                  <a:cubicBezTo>
                    <a:pt x="6785" y="13144"/>
                    <a:pt x="3431" y="6712"/>
                    <a:pt x="424" y="106"/>
                  </a:cubicBezTo>
                  <a:cubicBezTo>
                    <a:pt x="391" y="31"/>
                    <a:pt x="333" y="1"/>
                    <a:pt x="2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36"/>
            <p:cNvSpPr/>
            <p:nvPr/>
          </p:nvSpPr>
          <p:spPr>
            <a:xfrm>
              <a:off x="7156102" y="3678600"/>
              <a:ext cx="105106" cy="234707"/>
            </a:xfrm>
            <a:custGeom>
              <a:rect b="b" l="l" r="r" t="t"/>
              <a:pathLst>
                <a:path extrusionOk="0" h="11728" w="5252">
                  <a:moveTo>
                    <a:pt x="274" y="0"/>
                  </a:moveTo>
                  <a:cubicBezTo>
                    <a:pt x="142" y="0"/>
                    <a:pt x="0" y="148"/>
                    <a:pt x="77" y="309"/>
                  </a:cubicBezTo>
                  <a:cubicBezTo>
                    <a:pt x="1807" y="4003"/>
                    <a:pt x="3384" y="7767"/>
                    <a:pt x="4805" y="11590"/>
                  </a:cubicBezTo>
                  <a:cubicBezTo>
                    <a:pt x="4840" y="11686"/>
                    <a:pt x="4923" y="11728"/>
                    <a:pt x="5005" y="11728"/>
                  </a:cubicBezTo>
                  <a:cubicBezTo>
                    <a:pt x="5129" y="11728"/>
                    <a:pt x="5251" y="11630"/>
                    <a:pt x="5196" y="11482"/>
                  </a:cubicBezTo>
                  <a:cubicBezTo>
                    <a:pt x="3762" y="7626"/>
                    <a:pt x="2171" y="3831"/>
                    <a:pt x="427" y="104"/>
                  </a:cubicBezTo>
                  <a:cubicBezTo>
                    <a:pt x="392" y="31"/>
                    <a:pt x="334" y="0"/>
                    <a:pt x="27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36"/>
            <p:cNvSpPr/>
            <p:nvPr/>
          </p:nvSpPr>
          <p:spPr>
            <a:xfrm>
              <a:off x="7205073" y="3732974"/>
              <a:ext cx="15950" cy="56735"/>
            </a:xfrm>
            <a:custGeom>
              <a:rect b="b" l="l" r="r" t="t"/>
              <a:pathLst>
                <a:path extrusionOk="0" h="2835" w="797">
                  <a:moveTo>
                    <a:pt x="548" y="1"/>
                  </a:moveTo>
                  <a:cubicBezTo>
                    <a:pt x="470" y="1"/>
                    <a:pt x="399" y="45"/>
                    <a:pt x="384" y="148"/>
                  </a:cubicBezTo>
                  <a:cubicBezTo>
                    <a:pt x="263" y="957"/>
                    <a:pt x="143" y="1769"/>
                    <a:pt x="23" y="2580"/>
                  </a:cubicBezTo>
                  <a:cubicBezTo>
                    <a:pt x="0" y="2734"/>
                    <a:pt x="132" y="2835"/>
                    <a:pt x="249" y="2835"/>
                  </a:cubicBezTo>
                  <a:cubicBezTo>
                    <a:pt x="327" y="2835"/>
                    <a:pt x="398" y="2790"/>
                    <a:pt x="413" y="2688"/>
                  </a:cubicBezTo>
                  <a:cubicBezTo>
                    <a:pt x="533" y="1876"/>
                    <a:pt x="653" y="1065"/>
                    <a:pt x="774" y="256"/>
                  </a:cubicBezTo>
                  <a:cubicBezTo>
                    <a:pt x="797" y="102"/>
                    <a:pt x="665" y="1"/>
                    <a:pt x="54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36"/>
            <p:cNvSpPr/>
            <p:nvPr/>
          </p:nvSpPr>
          <p:spPr>
            <a:xfrm>
              <a:off x="7298191" y="2858648"/>
              <a:ext cx="832040" cy="637138"/>
            </a:xfrm>
            <a:custGeom>
              <a:rect b="b" l="l" r="r" t="t"/>
              <a:pathLst>
                <a:path extrusionOk="0" h="31837" w="41576">
                  <a:moveTo>
                    <a:pt x="37456" y="0"/>
                  </a:moveTo>
                  <a:lnTo>
                    <a:pt x="24859" y="1965"/>
                  </a:lnTo>
                  <a:cubicBezTo>
                    <a:pt x="24859" y="1965"/>
                    <a:pt x="24948" y="18712"/>
                    <a:pt x="23771" y="21173"/>
                  </a:cubicBezTo>
                  <a:cubicBezTo>
                    <a:pt x="22596" y="23637"/>
                    <a:pt x="902" y="24592"/>
                    <a:pt x="902" y="24592"/>
                  </a:cubicBezTo>
                  <a:lnTo>
                    <a:pt x="1" y="27844"/>
                  </a:lnTo>
                  <a:cubicBezTo>
                    <a:pt x="1" y="27844"/>
                    <a:pt x="12246" y="31836"/>
                    <a:pt x="22617" y="31836"/>
                  </a:cubicBezTo>
                  <a:cubicBezTo>
                    <a:pt x="25699" y="31836"/>
                    <a:pt x="28616" y="31483"/>
                    <a:pt x="30997" y="30568"/>
                  </a:cubicBezTo>
                  <a:cubicBezTo>
                    <a:pt x="41576" y="26502"/>
                    <a:pt x="37456" y="0"/>
                    <a:pt x="374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36"/>
            <p:cNvSpPr/>
            <p:nvPr/>
          </p:nvSpPr>
          <p:spPr>
            <a:xfrm>
              <a:off x="7770566" y="3283373"/>
              <a:ext cx="82552" cy="32540"/>
            </a:xfrm>
            <a:custGeom>
              <a:rect b="b" l="l" r="r" t="t"/>
              <a:pathLst>
                <a:path extrusionOk="0" h="1626" w="4125">
                  <a:moveTo>
                    <a:pt x="299" y="1"/>
                  </a:moveTo>
                  <a:cubicBezTo>
                    <a:pt x="80" y="1"/>
                    <a:pt x="1" y="346"/>
                    <a:pt x="239" y="398"/>
                  </a:cubicBezTo>
                  <a:cubicBezTo>
                    <a:pt x="1450" y="659"/>
                    <a:pt x="2606" y="1058"/>
                    <a:pt x="3718" y="1602"/>
                  </a:cubicBezTo>
                  <a:cubicBezTo>
                    <a:pt x="3751" y="1618"/>
                    <a:pt x="3782" y="1625"/>
                    <a:pt x="3812" y="1625"/>
                  </a:cubicBezTo>
                  <a:cubicBezTo>
                    <a:pt x="4000" y="1625"/>
                    <a:pt x="4125" y="1352"/>
                    <a:pt x="3924" y="1253"/>
                  </a:cubicBezTo>
                  <a:cubicBezTo>
                    <a:pt x="2780" y="692"/>
                    <a:pt x="1591" y="276"/>
                    <a:pt x="347" y="6"/>
                  </a:cubicBezTo>
                  <a:cubicBezTo>
                    <a:pt x="330" y="3"/>
                    <a:pt x="314" y="1"/>
                    <a:pt x="2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36"/>
            <p:cNvSpPr/>
            <p:nvPr/>
          </p:nvSpPr>
          <p:spPr>
            <a:xfrm>
              <a:off x="7796382" y="3269924"/>
              <a:ext cx="78409" cy="26497"/>
            </a:xfrm>
            <a:custGeom>
              <a:rect b="b" l="l" r="r" t="t"/>
              <a:pathLst>
                <a:path extrusionOk="0" h="1324" w="3918">
                  <a:moveTo>
                    <a:pt x="3688" y="1"/>
                  </a:moveTo>
                  <a:cubicBezTo>
                    <a:pt x="3679" y="1"/>
                    <a:pt x="3669" y="1"/>
                    <a:pt x="3659" y="3"/>
                  </a:cubicBezTo>
                  <a:cubicBezTo>
                    <a:pt x="2448" y="156"/>
                    <a:pt x="1328" y="464"/>
                    <a:pt x="209" y="953"/>
                  </a:cubicBezTo>
                  <a:cubicBezTo>
                    <a:pt x="0" y="1044"/>
                    <a:pt x="131" y="1323"/>
                    <a:pt x="326" y="1323"/>
                  </a:cubicBezTo>
                  <a:cubicBezTo>
                    <a:pt x="354" y="1323"/>
                    <a:pt x="383" y="1318"/>
                    <a:pt x="413" y="1305"/>
                  </a:cubicBezTo>
                  <a:cubicBezTo>
                    <a:pt x="1464" y="843"/>
                    <a:pt x="2521" y="553"/>
                    <a:pt x="3659" y="408"/>
                  </a:cubicBezTo>
                  <a:cubicBezTo>
                    <a:pt x="3905" y="377"/>
                    <a:pt x="3918" y="1"/>
                    <a:pt x="36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36"/>
            <p:cNvSpPr/>
            <p:nvPr/>
          </p:nvSpPr>
          <p:spPr>
            <a:xfrm>
              <a:off x="7725438" y="2598665"/>
              <a:ext cx="387862" cy="415900"/>
            </a:xfrm>
            <a:custGeom>
              <a:rect b="b" l="l" r="r" t="t"/>
              <a:pathLst>
                <a:path extrusionOk="0" h="20782" w="19381">
                  <a:moveTo>
                    <a:pt x="7662" y="0"/>
                  </a:moveTo>
                  <a:cubicBezTo>
                    <a:pt x="6796" y="0"/>
                    <a:pt x="5919" y="152"/>
                    <a:pt x="5068" y="471"/>
                  </a:cubicBezTo>
                  <a:cubicBezTo>
                    <a:pt x="2911" y="1283"/>
                    <a:pt x="990" y="3119"/>
                    <a:pt x="607" y="7001"/>
                  </a:cubicBezTo>
                  <a:cubicBezTo>
                    <a:pt x="1" y="13123"/>
                    <a:pt x="1780" y="20242"/>
                    <a:pt x="1780" y="20242"/>
                  </a:cubicBezTo>
                  <a:lnTo>
                    <a:pt x="18723" y="20781"/>
                  </a:lnTo>
                  <a:cubicBezTo>
                    <a:pt x="19381" y="14131"/>
                    <a:pt x="16497" y="7694"/>
                    <a:pt x="14298" y="3871"/>
                  </a:cubicBezTo>
                  <a:cubicBezTo>
                    <a:pt x="12901" y="1443"/>
                    <a:pt x="10332" y="0"/>
                    <a:pt x="766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36"/>
            <p:cNvSpPr/>
            <p:nvPr/>
          </p:nvSpPr>
          <p:spPr>
            <a:xfrm>
              <a:off x="6780267" y="3416816"/>
              <a:ext cx="826476" cy="77008"/>
            </a:xfrm>
            <a:custGeom>
              <a:rect b="b" l="l" r="r" t="t"/>
              <a:pathLst>
                <a:path extrusionOk="0" h="3848" w="41298">
                  <a:moveTo>
                    <a:pt x="0" y="0"/>
                  </a:moveTo>
                  <a:lnTo>
                    <a:pt x="1146" y="3847"/>
                  </a:lnTo>
                  <a:lnTo>
                    <a:pt x="41297" y="3847"/>
                  </a:lnTo>
                  <a:lnTo>
                    <a:pt x="40152"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36"/>
            <p:cNvSpPr/>
            <p:nvPr/>
          </p:nvSpPr>
          <p:spPr>
            <a:xfrm>
              <a:off x="6724813" y="3045164"/>
              <a:ext cx="629833" cy="408935"/>
            </a:xfrm>
            <a:custGeom>
              <a:rect b="b" l="l" r="r" t="t"/>
              <a:pathLst>
                <a:path extrusionOk="0" h="20434" w="31472">
                  <a:moveTo>
                    <a:pt x="1971" y="0"/>
                  </a:moveTo>
                  <a:cubicBezTo>
                    <a:pt x="830" y="0"/>
                    <a:pt x="0" y="1080"/>
                    <a:pt x="291" y="2182"/>
                  </a:cubicBezTo>
                  <a:lnTo>
                    <a:pt x="4775" y="19140"/>
                  </a:lnTo>
                  <a:cubicBezTo>
                    <a:pt x="4975" y="19903"/>
                    <a:pt x="5665" y="20434"/>
                    <a:pt x="6453" y="20434"/>
                  </a:cubicBezTo>
                  <a:lnTo>
                    <a:pt x="28899" y="20434"/>
                  </a:lnTo>
                  <a:cubicBezTo>
                    <a:pt x="30387" y="20434"/>
                    <a:pt x="31472" y="19025"/>
                    <a:pt x="31091" y="17588"/>
                  </a:cubicBezTo>
                  <a:lnTo>
                    <a:pt x="26888" y="1689"/>
                  </a:lnTo>
                  <a:cubicBezTo>
                    <a:pt x="26625" y="693"/>
                    <a:pt x="25724" y="0"/>
                    <a:pt x="2469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36"/>
            <p:cNvSpPr/>
            <p:nvPr/>
          </p:nvSpPr>
          <p:spPr>
            <a:xfrm>
              <a:off x="6687850" y="3045164"/>
              <a:ext cx="629873" cy="408935"/>
            </a:xfrm>
            <a:custGeom>
              <a:rect b="b" l="l" r="r" t="t"/>
              <a:pathLst>
                <a:path extrusionOk="0" h="20434" w="31474">
                  <a:moveTo>
                    <a:pt x="1972" y="0"/>
                  </a:moveTo>
                  <a:cubicBezTo>
                    <a:pt x="832" y="0"/>
                    <a:pt x="0" y="1080"/>
                    <a:pt x="293" y="2182"/>
                  </a:cubicBezTo>
                  <a:lnTo>
                    <a:pt x="4775" y="19140"/>
                  </a:lnTo>
                  <a:cubicBezTo>
                    <a:pt x="4977" y="19903"/>
                    <a:pt x="5666" y="20434"/>
                    <a:pt x="6455" y="20434"/>
                  </a:cubicBezTo>
                  <a:lnTo>
                    <a:pt x="28901" y="20434"/>
                  </a:lnTo>
                  <a:cubicBezTo>
                    <a:pt x="30387" y="20434"/>
                    <a:pt x="31474" y="19025"/>
                    <a:pt x="31092" y="17588"/>
                  </a:cubicBezTo>
                  <a:lnTo>
                    <a:pt x="26888" y="1689"/>
                  </a:lnTo>
                  <a:cubicBezTo>
                    <a:pt x="26625" y="693"/>
                    <a:pt x="25725" y="0"/>
                    <a:pt x="24697"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36"/>
            <p:cNvSpPr/>
            <p:nvPr/>
          </p:nvSpPr>
          <p:spPr>
            <a:xfrm>
              <a:off x="6949373" y="3224756"/>
              <a:ext cx="105786" cy="99922"/>
            </a:xfrm>
            <a:custGeom>
              <a:rect b="b" l="l" r="r" t="t"/>
              <a:pathLst>
                <a:path extrusionOk="0" h="4993" w="5286">
                  <a:moveTo>
                    <a:pt x="2211" y="0"/>
                  </a:moveTo>
                  <a:cubicBezTo>
                    <a:pt x="883" y="0"/>
                    <a:pt x="0" y="1118"/>
                    <a:pt x="239" y="2496"/>
                  </a:cubicBezTo>
                  <a:cubicBezTo>
                    <a:pt x="477" y="3875"/>
                    <a:pt x="1746" y="4993"/>
                    <a:pt x="3074" y="4993"/>
                  </a:cubicBezTo>
                  <a:cubicBezTo>
                    <a:pt x="4401" y="4993"/>
                    <a:pt x="5285" y="3875"/>
                    <a:pt x="5047" y="2496"/>
                  </a:cubicBezTo>
                  <a:cubicBezTo>
                    <a:pt x="4808" y="1118"/>
                    <a:pt x="3539" y="0"/>
                    <a:pt x="221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36"/>
            <p:cNvSpPr/>
            <p:nvPr/>
          </p:nvSpPr>
          <p:spPr>
            <a:xfrm>
              <a:off x="7220102" y="3072661"/>
              <a:ext cx="97881" cy="348578"/>
            </a:xfrm>
            <a:custGeom>
              <a:rect b="b" l="l" r="r" t="t"/>
              <a:pathLst>
                <a:path extrusionOk="0" h="17418" w="4891">
                  <a:moveTo>
                    <a:pt x="248" y="1"/>
                  </a:moveTo>
                  <a:cubicBezTo>
                    <a:pt x="126" y="1"/>
                    <a:pt x="0" y="100"/>
                    <a:pt x="40" y="252"/>
                  </a:cubicBezTo>
                  <a:cubicBezTo>
                    <a:pt x="1513" y="5925"/>
                    <a:pt x="2987" y="11600"/>
                    <a:pt x="4460" y="17274"/>
                  </a:cubicBezTo>
                  <a:cubicBezTo>
                    <a:pt x="4486" y="17374"/>
                    <a:pt x="4564" y="17417"/>
                    <a:pt x="4643" y="17417"/>
                  </a:cubicBezTo>
                  <a:cubicBezTo>
                    <a:pt x="4764" y="17417"/>
                    <a:pt x="4890" y="17318"/>
                    <a:pt x="4851" y="17166"/>
                  </a:cubicBezTo>
                  <a:cubicBezTo>
                    <a:pt x="3377" y="11493"/>
                    <a:pt x="1904" y="5818"/>
                    <a:pt x="432" y="144"/>
                  </a:cubicBezTo>
                  <a:cubicBezTo>
                    <a:pt x="405" y="44"/>
                    <a:pt x="328" y="1"/>
                    <a:pt x="24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1" name="Google Shape;781;p36"/>
          <p:cNvGrpSpPr/>
          <p:nvPr/>
        </p:nvGrpSpPr>
        <p:grpSpPr>
          <a:xfrm>
            <a:off x="2136629" y="1900902"/>
            <a:ext cx="685126" cy="564901"/>
            <a:chOff x="2611525" y="1031125"/>
            <a:chExt cx="800100" cy="659700"/>
          </a:xfrm>
        </p:grpSpPr>
        <p:sp>
          <p:nvSpPr>
            <p:cNvPr id="782" name="Google Shape;782;p36"/>
            <p:cNvSpPr/>
            <p:nvPr/>
          </p:nvSpPr>
          <p:spPr>
            <a:xfrm>
              <a:off x="2611525" y="1031125"/>
              <a:ext cx="800100" cy="659700"/>
            </a:xfrm>
            <a:prstGeom prst="wedgeEllipseCallout">
              <a:avLst>
                <a:gd fmla="val -37942" name="adj1"/>
                <a:gd fmla="val 65302" name="adj2"/>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3" name="Google Shape;783;p36"/>
            <p:cNvGrpSpPr/>
            <p:nvPr/>
          </p:nvGrpSpPr>
          <p:grpSpPr>
            <a:xfrm>
              <a:off x="2826089" y="1192098"/>
              <a:ext cx="370879" cy="337755"/>
              <a:chOff x="-40378075" y="3267450"/>
              <a:chExt cx="317425" cy="289075"/>
            </a:xfrm>
          </p:grpSpPr>
          <p:sp>
            <p:nvSpPr>
              <p:cNvPr id="784" name="Google Shape;784;p36"/>
              <p:cNvSpPr/>
              <p:nvPr/>
            </p:nvSpPr>
            <p:spPr>
              <a:xfrm>
                <a:off x="-40218975" y="3308400"/>
                <a:ext cx="158325" cy="248125"/>
              </a:xfrm>
              <a:custGeom>
                <a:rect b="b" l="l" r="r" t="t"/>
                <a:pathLst>
                  <a:path extrusionOk="0" h="9925" w="6333">
                    <a:moveTo>
                      <a:pt x="4694" y="1"/>
                    </a:moveTo>
                    <a:lnTo>
                      <a:pt x="4694" y="7877"/>
                    </a:lnTo>
                    <a:cubicBezTo>
                      <a:pt x="4694" y="8097"/>
                      <a:pt x="4474" y="8255"/>
                      <a:pt x="4253" y="8255"/>
                    </a:cubicBezTo>
                    <a:cubicBezTo>
                      <a:pt x="2993" y="8255"/>
                      <a:pt x="1638" y="8696"/>
                      <a:pt x="693" y="9452"/>
                    </a:cubicBezTo>
                    <a:cubicBezTo>
                      <a:pt x="536" y="9546"/>
                      <a:pt x="189" y="9925"/>
                      <a:pt x="0" y="9925"/>
                    </a:cubicBezTo>
                    <a:lnTo>
                      <a:pt x="5073" y="9925"/>
                    </a:lnTo>
                    <a:cubicBezTo>
                      <a:pt x="5734" y="9925"/>
                      <a:pt x="6333" y="9357"/>
                      <a:pt x="6333" y="8696"/>
                    </a:cubicBezTo>
                    <a:lnTo>
                      <a:pt x="6333" y="1229"/>
                    </a:lnTo>
                    <a:cubicBezTo>
                      <a:pt x="6333" y="536"/>
                      <a:pt x="5766" y="1"/>
                      <a:pt x="507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36"/>
              <p:cNvSpPr/>
              <p:nvPr/>
            </p:nvSpPr>
            <p:spPr>
              <a:xfrm>
                <a:off x="-40316650" y="3267450"/>
                <a:ext cx="86675" cy="257575"/>
              </a:xfrm>
              <a:custGeom>
                <a:rect b="b" l="l" r="r" t="t"/>
                <a:pathLst>
                  <a:path extrusionOk="0" h="10303" w="3467">
                    <a:moveTo>
                      <a:pt x="1" y="0"/>
                    </a:moveTo>
                    <a:lnTo>
                      <a:pt x="1" y="9105"/>
                    </a:lnTo>
                    <a:cubicBezTo>
                      <a:pt x="1166" y="9200"/>
                      <a:pt x="2489" y="9578"/>
                      <a:pt x="3466" y="10302"/>
                    </a:cubicBezTo>
                    <a:lnTo>
                      <a:pt x="3466" y="1197"/>
                    </a:lnTo>
                    <a:cubicBezTo>
                      <a:pt x="2489" y="473"/>
                      <a:pt x="1229" y="95"/>
                      <a:pt x="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36"/>
              <p:cNvSpPr/>
              <p:nvPr/>
            </p:nvSpPr>
            <p:spPr>
              <a:xfrm>
                <a:off x="-40209525" y="3267450"/>
                <a:ext cx="86650" cy="257575"/>
              </a:xfrm>
              <a:custGeom>
                <a:rect b="b" l="l" r="r" t="t"/>
                <a:pathLst>
                  <a:path extrusionOk="0" h="10303" w="3466">
                    <a:moveTo>
                      <a:pt x="3466" y="0"/>
                    </a:moveTo>
                    <a:cubicBezTo>
                      <a:pt x="2300" y="95"/>
                      <a:pt x="977" y="473"/>
                      <a:pt x="0" y="1197"/>
                    </a:cubicBezTo>
                    <a:lnTo>
                      <a:pt x="0" y="10302"/>
                    </a:lnTo>
                    <a:cubicBezTo>
                      <a:pt x="977" y="9578"/>
                      <a:pt x="2237" y="9200"/>
                      <a:pt x="3466" y="9105"/>
                    </a:cubicBezTo>
                    <a:lnTo>
                      <a:pt x="346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36"/>
              <p:cNvSpPr/>
              <p:nvPr/>
            </p:nvSpPr>
            <p:spPr>
              <a:xfrm>
                <a:off x="-40378075" y="3308400"/>
                <a:ext cx="157550" cy="248125"/>
              </a:xfrm>
              <a:custGeom>
                <a:rect b="b" l="l" r="r" t="t"/>
                <a:pathLst>
                  <a:path extrusionOk="0" h="9925" w="6302">
                    <a:moveTo>
                      <a:pt x="1229" y="1"/>
                    </a:moveTo>
                    <a:cubicBezTo>
                      <a:pt x="567" y="1"/>
                      <a:pt x="0" y="536"/>
                      <a:pt x="0" y="1198"/>
                    </a:cubicBezTo>
                    <a:lnTo>
                      <a:pt x="0" y="8664"/>
                    </a:lnTo>
                    <a:cubicBezTo>
                      <a:pt x="32" y="9357"/>
                      <a:pt x="567" y="9925"/>
                      <a:pt x="1229" y="9925"/>
                    </a:cubicBezTo>
                    <a:lnTo>
                      <a:pt x="6301" y="9925"/>
                    </a:lnTo>
                    <a:cubicBezTo>
                      <a:pt x="6112" y="9925"/>
                      <a:pt x="5766" y="9609"/>
                      <a:pt x="5608" y="9452"/>
                    </a:cubicBezTo>
                    <a:cubicBezTo>
                      <a:pt x="4631" y="8664"/>
                      <a:pt x="3277" y="8255"/>
                      <a:pt x="2048" y="8255"/>
                    </a:cubicBezTo>
                    <a:cubicBezTo>
                      <a:pt x="1828" y="8255"/>
                      <a:pt x="1638" y="8066"/>
                      <a:pt x="1638" y="7877"/>
                    </a:cubicBezTo>
                    <a:lnTo>
                      <a:pt x="163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88" name="Google Shape;788;p36"/>
          <p:cNvGrpSpPr/>
          <p:nvPr/>
        </p:nvGrpSpPr>
        <p:grpSpPr>
          <a:xfrm flipH="1">
            <a:off x="3208538" y="804431"/>
            <a:ext cx="1375483" cy="3729219"/>
            <a:chOff x="4764123" y="626914"/>
            <a:chExt cx="1522731" cy="4128439"/>
          </a:xfrm>
        </p:grpSpPr>
        <p:sp>
          <p:nvSpPr>
            <p:cNvPr id="789" name="Google Shape;789;p36"/>
            <p:cNvSpPr/>
            <p:nvPr/>
          </p:nvSpPr>
          <p:spPr>
            <a:xfrm>
              <a:off x="4808491" y="4458707"/>
              <a:ext cx="242111" cy="296645"/>
            </a:xfrm>
            <a:custGeom>
              <a:rect b="b" l="l" r="r" t="t"/>
              <a:pathLst>
                <a:path extrusionOk="0" h="14823" w="12098">
                  <a:moveTo>
                    <a:pt x="4278" y="0"/>
                  </a:moveTo>
                  <a:cubicBezTo>
                    <a:pt x="4189" y="0"/>
                    <a:pt x="4099" y="36"/>
                    <a:pt x="4032" y="113"/>
                  </a:cubicBezTo>
                  <a:cubicBezTo>
                    <a:pt x="3319" y="942"/>
                    <a:pt x="2024" y="2604"/>
                    <a:pt x="1106" y="3819"/>
                  </a:cubicBezTo>
                  <a:cubicBezTo>
                    <a:pt x="1101" y="3826"/>
                    <a:pt x="1096" y="3833"/>
                    <a:pt x="1091" y="3842"/>
                  </a:cubicBezTo>
                  <a:cubicBezTo>
                    <a:pt x="1091" y="3842"/>
                    <a:pt x="812" y="4091"/>
                    <a:pt x="812" y="4093"/>
                  </a:cubicBezTo>
                  <a:cubicBezTo>
                    <a:pt x="293" y="4591"/>
                    <a:pt x="164" y="4650"/>
                    <a:pt x="138" y="4888"/>
                  </a:cubicBezTo>
                  <a:cubicBezTo>
                    <a:pt x="1" y="6197"/>
                    <a:pt x="5084" y="14823"/>
                    <a:pt x="5084" y="14823"/>
                  </a:cubicBezTo>
                  <a:lnTo>
                    <a:pt x="12044" y="14823"/>
                  </a:lnTo>
                  <a:cubicBezTo>
                    <a:pt x="12044" y="14823"/>
                    <a:pt x="12098" y="14431"/>
                    <a:pt x="12071" y="13867"/>
                  </a:cubicBezTo>
                  <a:cubicBezTo>
                    <a:pt x="12033" y="13016"/>
                    <a:pt x="11810" y="11778"/>
                    <a:pt x="10940" y="10910"/>
                  </a:cubicBezTo>
                  <a:cubicBezTo>
                    <a:pt x="10696" y="10666"/>
                    <a:pt x="10458" y="10424"/>
                    <a:pt x="10228" y="10186"/>
                  </a:cubicBezTo>
                  <a:cubicBezTo>
                    <a:pt x="9093" y="9007"/>
                    <a:pt x="8148" y="7903"/>
                    <a:pt x="7632" y="7111"/>
                  </a:cubicBezTo>
                  <a:cubicBezTo>
                    <a:pt x="7013" y="6159"/>
                    <a:pt x="9241" y="2676"/>
                    <a:pt x="8402" y="1939"/>
                  </a:cubicBezTo>
                  <a:cubicBezTo>
                    <a:pt x="8015" y="1601"/>
                    <a:pt x="7641" y="1475"/>
                    <a:pt x="7299" y="1475"/>
                  </a:cubicBezTo>
                  <a:cubicBezTo>
                    <a:pt x="6305" y="1475"/>
                    <a:pt x="5578" y="2538"/>
                    <a:pt x="5578" y="2538"/>
                  </a:cubicBezTo>
                  <a:cubicBezTo>
                    <a:pt x="4508" y="2063"/>
                    <a:pt x="4866" y="1283"/>
                    <a:pt x="4593" y="242"/>
                  </a:cubicBezTo>
                  <a:cubicBezTo>
                    <a:pt x="4553" y="87"/>
                    <a:pt x="4417" y="0"/>
                    <a:pt x="42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36"/>
            <p:cNvSpPr/>
            <p:nvPr/>
          </p:nvSpPr>
          <p:spPr>
            <a:xfrm>
              <a:off x="5808776" y="4582764"/>
              <a:ext cx="358204" cy="172588"/>
            </a:xfrm>
            <a:custGeom>
              <a:rect b="b" l="l" r="r" t="t"/>
              <a:pathLst>
                <a:path extrusionOk="0" h="8624" w="17899">
                  <a:moveTo>
                    <a:pt x="7596" y="0"/>
                  </a:moveTo>
                  <a:cubicBezTo>
                    <a:pt x="6452" y="0"/>
                    <a:pt x="5112" y="1760"/>
                    <a:pt x="5112" y="1760"/>
                  </a:cubicBezTo>
                  <a:cubicBezTo>
                    <a:pt x="5112" y="1760"/>
                    <a:pt x="4515" y="1930"/>
                    <a:pt x="3763" y="1930"/>
                  </a:cubicBezTo>
                  <a:cubicBezTo>
                    <a:pt x="2868" y="1930"/>
                    <a:pt x="1752" y="1690"/>
                    <a:pt x="1160" y="639"/>
                  </a:cubicBezTo>
                  <a:cubicBezTo>
                    <a:pt x="1085" y="588"/>
                    <a:pt x="1015" y="564"/>
                    <a:pt x="949" y="564"/>
                  </a:cubicBezTo>
                  <a:cubicBezTo>
                    <a:pt x="40" y="564"/>
                    <a:pt x="1" y="5150"/>
                    <a:pt x="43" y="7421"/>
                  </a:cubicBezTo>
                  <a:cubicBezTo>
                    <a:pt x="46" y="7546"/>
                    <a:pt x="36" y="7668"/>
                    <a:pt x="36" y="7792"/>
                  </a:cubicBezTo>
                  <a:cubicBezTo>
                    <a:pt x="36" y="8076"/>
                    <a:pt x="46" y="8352"/>
                    <a:pt x="74" y="8624"/>
                  </a:cubicBezTo>
                  <a:lnTo>
                    <a:pt x="17846" y="8624"/>
                  </a:lnTo>
                  <a:cubicBezTo>
                    <a:pt x="17846" y="8624"/>
                    <a:pt x="17898" y="8112"/>
                    <a:pt x="17726" y="7421"/>
                  </a:cubicBezTo>
                  <a:cubicBezTo>
                    <a:pt x="17512" y="6592"/>
                    <a:pt x="16970" y="5506"/>
                    <a:pt x="15604" y="4733"/>
                  </a:cubicBezTo>
                  <a:cubicBezTo>
                    <a:pt x="15017" y="4401"/>
                    <a:pt x="14457" y="4218"/>
                    <a:pt x="13919" y="4115"/>
                  </a:cubicBezTo>
                  <a:cubicBezTo>
                    <a:pt x="12159" y="3779"/>
                    <a:pt x="10669" y="4309"/>
                    <a:pt x="9478" y="3388"/>
                  </a:cubicBezTo>
                  <a:cubicBezTo>
                    <a:pt x="7925" y="2185"/>
                    <a:pt x="9306" y="841"/>
                    <a:pt x="8097" y="134"/>
                  </a:cubicBezTo>
                  <a:cubicBezTo>
                    <a:pt x="7938" y="41"/>
                    <a:pt x="7769" y="0"/>
                    <a:pt x="759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36"/>
            <p:cNvSpPr/>
            <p:nvPr/>
          </p:nvSpPr>
          <p:spPr>
            <a:xfrm>
              <a:off x="5809816" y="4639580"/>
              <a:ext cx="95260" cy="100523"/>
            </a:xfrm>
            <a:custGeom>
              <a:rect b="b" l="l" r="r" t="t"/>
              <a:pathLst>
                <a:path extrusionOk="0" h="5023" w="4760">
                  <a:moveTo>
                    <a:pt x="322" y="1"/>
                  </a:moveTo>
                  <a:cubicBezTo>
                    <a:pt x="130" y="1"/>
                    <a:pt x="1" y="277"/>
                    <a:pt x="207" y="371"/>
                  </a:cubicBezTo>
                  <a:cubicBezTo>
                    <a:pt x="2144" y="1254"/>
                    <a:pt x="3626" y="2867"/>
                    <a:pt x="4317" y="4883"/>
                  </a:cubicBezTo>
                  <a:cubicBezTo>
                    <a:pt x="4350" y="4980"/>
                    <a:pt x="4431" y="5022"/>
                    <a:pt x="4513" y="5022"/>
                  </a:cubicBezTo>
                  <a:cubicBezTo>
                    <a:pt x="4637" y="5022"/>
                    <a:pt x="4760" y="4925"/>
                    <a:pt x="4708" y="4775"/>
                  </a:cubicBezTo>
                  <a:cubicBezTo>
                    <a:pt x="3984" y="2664"/>
                    <a:pt x="2445" y="946"/>
                    <a:pt x="412" y="21"/>
                  </a:cubicBezTo>
                  <a:cubicBezTo>
                    <a:pt x="381" y="7"/>
                    <a:pt x="351" y="1"/>
                    <a:pt x="3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36"/>
            <p:cNvSpPr/>
            <p:nvPr/>
          </p:nvSpPr>
          <p:spPr>
            <a:xfrm>
              <a:off x="5967075" y="4639720"/>
              <a:ext cx="31520" cy="18532"/>
            </a:xfrm>
            <a:custGeom>
              <a:rect b="b" l="l" r="r" t="t"/>
              <a:pathLst>
                <a:path extrusionOk="0" h="926" w="1575">
                  <a:moveTo>
                    <a:pt x="1329" y="0"/>
                  </a:moveTo>
                  <a:cubicBezTo>
                    <a:pt x="899" y="101"/>
                    <a:pt x="490" y="310"/>
                    <a:pt x="132" y="632"/>
                  </a:cubicBezTo>
                  <a:cubicBezTo>
                    <a:pt x="1" y="749"/>
                    <a:pt x="124" y="925"/>
                    <a:pt x="264" y="925"/>
                  </a:cubicBezTo>
                  <a:cubicBezTo>
                    <a:pt x="302" y="925"/>
                    <a:pt x="343" y="912"/>
                    <a:pt x="379" y="879"/>
                  </a:cubicBezTo>
                  <a:cubicBezTo>
                    <a:pt x="684" y="604"/>
                    <a:pt x="1035" y="423"/>
                    <a:pt x="1406" y="335"/>
                  </a:cubicBezTo>
                  <a:cubicBezTo>
                    <a:pt x="1575" y="294"/>
                    <a:pt x="1575" y="49"/>
                    <a:pt x="1404" y="23"/>
                  </a:cubicBezTo>
                  <a:lnTo>
                    <a:pt x="1397" y="23"/>
                  </a:lnTo>
                  <a:cubicBezTo>
                    <a:pt x="1371" y="18"/>
                    <a:pt x="1350" y="11"/>
                    <a:pt x="132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36"/>
            <p:cNvSpPr/>
            <p:nvPr/>
          </p:nvSpPr>
          <p:spPr>
            <a:xfrm>
              <a:off x="5979662" y="4646604"/>
              <a:ext cx="31520" cy="18512"/>
            </a:xfrm>
            <a:custGeom>
              <a:rect b="b" l="l" r="r" t="t"/>
              <a:pathLst>
                <a:path extrusionOk="0" h="925" w="1575">
                  <a:moveTo>
                    <a:pt x="1329" y="1"/>
                  </a:moveTo>
                  <a:cubicBezTo>
                    <a:pt x="899" y="102"/>
                    <a:pt x="490" y="311"/>
                    <a:pt x="131" y="633"/>
                  </a:cubicBezTo>
                  <a:cubicBezTo>
                    <a:pt x="1" y="750"/>
                    <a:pt x="123" y="925"/>
                    <a:pt x="262" y="925"/>
                  </a:cubicBezTo>
                  <a:cubicBezTo>
                    <a:pt x="301" y="925"/>
                    <a:pt x="342" y="911"/>
                    <a:pt x="378" y="878"/>
                  </a:cubicBezTo>
                  <a:cubicBezTo>
                    <a:pt x="683" y="605"/>
                    <a:pt x="1035" y="424"/>
                    <a:pt x="1405" y="335"/>
                  </a:cubicBezTo>
                  <a:cubicBezTo>
                    <a:pt x="1574" y="295"/>
                    <a:pt x="1574" y="50"/>
                    <a:pt x="1404" y="24"/>
                  </a:cubicBezTo>
                  <a:cubicBezTo>
                    <a:pt x="1402" y="24"/>
                    <a:pt x="1400" y="22"/>
                    <a:pt x="1397" y="22"/>
                  </a:cubicBezTo>
                  <a:cubicBezTo>
                    <a:pt x="1371" y="18"/>
                    <a:pt x="1350" y="11"/>
                    <a:pt x="13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36"/>
            <p:cNvSpPr/>
            <p:nvPr/>
          </p:nvSpPr>
          <p:spPr>
            <a:xfrm>
              <a:off x="5996253" y="4653749"/>
              <a:ext cx="31500" cy="18552"/>
            </a:xfrm>
            <a:custGeom>
              <a:rect b="b" l="l" r="r" t="t"/>
              <a:pathLst>
                <a:path extrusionOk="0" h="927" w="1574">
                  <a:moveTo>
                    <a:pt x="1327" y="1"/>
                  </a:moveTo>
                  <a:cubicBezTo>
                    <a:pt x="897" y="102"/>
                    <a:pt x="489" y="312"/>
                    <a:pt x="131" y="633"/>
                  </a:cubicBezTo>
                  <a:cubicBezTo>
                    <a:pt x="0" y="751"/>
                    <a:pt x="121" y="927"/>
                    <a:pt x="260" y="927"/>
                  </a:cubicBezTo>
                  <a:cubicBezTo>
                    <a:pt x="299" y="927"/>
                    <a:pt x="340" y="913"/>
                    <a:pt x="376" y="880"/>
                  </a:cubicBezTo>
                  <a:cubicBezTo>
                    <a:pt x="681" y="607"/>
                    <a:pt x="1034" y="424"/>
                    <a:pt x="1405" y="337"/>
                  </a:cubicBezTo>
                  <a:cubicBezTo>
                    <a:pt x="1574" y="297"/>
                    <a:pt x="1574" y="51"/>
                    <a:pt x="1402" y="23"/>
                  </a:cubicBezTo>
                  <a:lnTo>
                    <a:pt x="1396" y="23"/>
                  </a:lnTo>
                  <a:cubicBezTo>
                    <a:pt x="1370" y="20"/>
                    <a:pt x="1348" y="11"/>
                    <a:pt x="13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36"/>
            <p:cNvSpPr/>
            <p:nvPr/>
          </p:nvSpPr>
          <p:spPr>
            <a:xfrm>
              <a:off x="6016245" y="4657071"/>
              <a:ext cx="31520" cy="18512"/>
            </a:xfrm>
            <a:custGeom>
              <a:rect b="b" l="l" r="r" t="t"/>
              <a:pathLst>
                <a:path extrusionOk="0" h="925" w="1575">
                  <a:moveTo>
                    <a:pt x="1329" y="0"/>
                  </a:moveTo>
                  <a:cubicBezTo>
                    <a:pt x="899" y="101"/>
                    <a:pt x="490" y="310"/>
                    <a:pt x="131" y="632"/>
                  </a:cubicBezTo>
                  <a:cubicBezTo>
                    <a:pt x="1" y="749"/>
                    <a:pt x="123" y="924"/>
                    <a:pt x="261" y="924"/>
                  </a:cubicBezTo>
                  <a:cubicBezTo>
                    <a:pt x="300" y="924"/>
                    <a:pt x="340" y="910"/>
                    <a:pt x="376" y="878"/>
                  </a:cubicBezTo>
                  <a:cubicBezTo>
                    <a:pt x="683" y="604"/>
                    <a:pt x="1034" y="423"/>
                    <a:pt x="1405" y="334"/>
                  </a:cubicBezTo>
                  <a:cubicBezTo>
                    <a:pt x="1574" y="294"/>
                    <a:pt x="1574" y="49"/>
                    <a:pt x="1404" y="23"/>
                  </a:cubicBezTo>
                  <a:cubicBezTo>
                    <a:pt x="1400" y="23"/>
                    <a:pt x="1398" y="21"/>
                    <a:pt x="1397" y="21"/>
                  </a:cubicBezTo>
                  <a:cubicBezTo>
                    <a:pt x="1370" y="18"/>
                    <a:pt x="1348" y="9"/>
                    <a:pt x="132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36"/>
            <p:cNvSpPr/>
            <p:nvPr/>
          </p:nvSpPr>
          <p:spPr>
            <a:xfrm>
              <a:off x="6069519" y="4665116"/>
              <a:ext cx="93999" cy="66181"/>
            </a:xfrm>
            <a:custGeom>
              <a:rect b="b" l="l" r="r" t="t"/>
              <a:pathLst>
                <a:path extrusionOk="0" h="3307" w="4697">
                  <a:moveTo>
                    <a:pt x="890" y="0"/>
                  </a:moveTo>
                  <a:cubicBezTo>
                    <a:pt x="373" y="733"/>
                    <a:pt x="0" y="1828"/>
                    <a:pt x="503" y="3306"/>
                  </a:cubicBezTo>
                  <a:lnTo>
                    <a:pt x="4697" y="3306"/>
                  </a:lnTo>
                  <a:cubicBezTo>
                    <a:pt x="4483" y="2477"/>
                    <a:pt x="3941" y="1389"/>
                    <a:pt x="2575" y="617"/>
                  </a:cubicBezTo>
                  <a:cubicBezTo>
                    <a:pt x="1988" y="286"/>
                    <a:pt x="1428" y="103"/>
                    <a:pt x="8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36"/>
            <p:cNvSpPr/>
            <p:nvPr/>
          </p:nvSpPr>
          <p:spPr>
            <a:xfrm>
              <a:off x="5809476" y="4731277"/>
              <a:ext cx="357503" cy="24075"/>
            </a:xfrm>
            <a:custGeom>
              <a:rect b="b" l="l" r="r" t="t"/>
              <a:pathLst>
                <a:path extrusionOk="0" h="1203" w="17864">
                  <a:moveTo>
                    <a:pt x="1" y="0"/>
                  </a:moveTo>
                  <a:lnTo>
                    <a:pt x="1" y="371"/>
                  </a:lnTo>
                  <a:cubicBezTo>
                    <a:pt x="1" y="655"/>
                    <a:pt x="11" y="931"/>
                    <a:pt x="39" y="1203"/>
                  </a:cubicBezTo>
                  <a:lnTo>
                    <a:pt x="17811" y="1203"/>
                  </a:lnTo>
                  <a:cubicBezTo>
                    <a:pt x="17811" y="1203"/>
                    <a:pt x="17863" y="691"/>
                    <a:pt x="1769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36"/>
            <p:cNvSpPr/>
            <p:nvPr/>
          </p:nvSpPr>
          <p:spPr>
            <a:xfrm>
              <a:off x="4927465" y="4572698"/>
              <a:ext cx="38524" cy="9986"/>
            </a:xfrm>
            <a:custGeom>
              <a:rect b="b" l="l" r="r" t="t"/>
              <a:pathLst>
                <a:path extrusionOk="0" h="499" w="1925">
                  <a:moveTo>
                    <a:pt x="1005" y="1"/>
                  </a:moveTo>
                  <a:cubicBezTo>
                    <a:pt x="747" y="1"/>
                    <a:pt x="490" y="33"/>
                    <a:pt x="234" y="99"/>
                  </a:cubicBezTo>
                  <a:cubicBezTo>
                    <a:pt x="1" y="160"/>
                    <a:pt x="73" y="498"/>
                    <a:pt x="286" y="498"/>
                  </a:cubicBezTo>
                  <a:cubicBezTo>
                    <a:pt x="303" y="498"/>
                    <a:pt x="322" y="496"/>
                    <a:pt x="342" y="491"/>
                  </a:cubicBezTo>
                  <a:cubicBezTo>
                    <a:pt x="563" y="434"/>
                    <a:pt x="785" y="405"/>
                    <a:pt x="1007" y="405"/>
                  </a:cubicBezTo>
                  <a:cubicBezTo>
                    <a:pt x="1197" y="405"/>
                    <a:pt x="1387" y="426"/>
                    <a:pt x="1578" y="468"/>
                  </a:cubicBezTo>
                  <a:cubicBezTo>
                    <a:pt x="1595" y="472"/>
                    <a:pt x="1611" y="474"/>
                    <a:pt x="1626" y="474"/>
                  </a:cubicBezTo>
                  <a:cubicBezTo>
                    <a:pt x="1845" y="474"/>
                    <a:pt x="1925" y="130"/>
                    <a:pt x="1686" y="77"/>
                  </a:cubicBezTo>
                  <a:cubicBezTo>
                    <a:pt x="1458" y="26"/>
                    <a:pt x="1231" y="1"/>
                    <a:pt x="100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36"/>
            <p:cNvSpPr/>
            <p:nvPr/>
          </p:nvSpPr>
          <p:spPr>
            <a:xfrm>
              <a:off x="4933629" y="4593511"/>
              <a:ext cx="30059" cy="11287"/>
            </a:xfrm>
            <a:custGeom>
              <a:rect b="b" l="l" r="r" t="t"/>
              <a:pathLst>
                <a:path extrusionOk="0" h="564" w="1502">
                  <a:moveTo>
                    <a:pt x="860" y="0"/>
                  </a:moveTo>
                  <a:cubicBezTo>
                    <a:pt x="628" y="0"/>
                    <a:pt x="398" y="63"/>
                    <a:pt x="190" y="184"/>
                  </a:cubicBezTo>
                  <a:cubicBezTo>
                    <a:pt x="1" y="296"/>
                    <a:pt x="117" y="563"/>
                    <a:pt x="294" y="563"/>
                  </a:cubicBezTo>
                  <a:cubicBezTo>
                    <a:pt x="326" y="563"/>
                    <a:pt x="361" y="554"/>
                    <a:pt x="396" y="534"/>
                  </a:cubicBezTo>
                  <a:cubicBezTo>
                    <a:pt x="542" y="448"/>
                    <a:pt x="697" y="406"/>
                    <a:pt x="855" y="406"/>
                  </a:cubicBezTo>
                  <a:cubicBezTo>
                    <a:pt x="960" y="406"/>
                    <a:pt x="1066" y="424"/>
                    <a:pt x="1172" y="461"/>
                  </a:cubicBezTo>
                  <a:cubicBezTo>
                    <a:pt x="1196" y="469"/>
                    <a:pt x="1219" y="473"/>
                    <a:pt x="1240" y="473"/>
                  </a:cubicBezTo>
                  <a:cubicBezTo>
                    <a:pt x="1437" y="473"/>
                    <a:pt x="1502" y="146"/>
                    <a:pt x="1280" y="71"/>
                  </a:cubicBezTo>
                  <a:cubicBezTo>
                    <a:pt x="1142" y="23"/>
                    <a:pt x="1001" y="0"/>
                    <a:pt x="86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36"/>
            <p:cNvSpPr/>
            <p:nvPr/>
          </p:nvSpPr>
          <p:spPr>
            <a:xfrm>
              <a:off x="4940654" y="4614024"/>
              <a:ext cx="37944" cy="13348"/>
            </a:xfrm>
            <a:custGeom>
              <a:rect b="b" l="l" r="r" t="t"/>
              <a:pathLst>
                <a:path extrusionOk="0" h="667" w="1896">
                  <a:moveTo>
                    <a:pt x="1138" y="0"/>
                  </a:moveTo>
                  <a:cubicBezTo>
                    <a:pt x="803" y="0"/>
                    <a:pt x="473" y="96"/>
                    <a:pt x="182" y="283"/>
                  </a:cubicBezTo>
                  <a:cubicBezTo>
                    <a:pt x="0" y="401"/>
                    <a:pt x="112" y="666"/>
                    <a:pt x="283" y="666"/>
                  </a:cubicBezTo>
                  <a:cubicBezTo>
                    <a:pt x="316" y="666"/>
                    <a:pt x="352" y="656"/>
                    <a:pt x="388" y="633"/>
                  </a:cubicBezTo>
                  <a:cubicBezTo>
                    <a:pt x="622" y="483"/>
                    <a:pt x="875" y="406"/>
                    <a:pt x="1136" y="406"/>
                  </a:cubicBezTo>
                  <a:cubicBezTo>
                    <a:pt x="1276" y="406"/>
                    <a:pt x="1419" y="428"/>
                    <a:pt x="1563" y="473"/>
                  </a:cubicBezTo>
                  <a:cubicBezTo>
                    <a:pt x="1585" y="480"/>
                    <a:pt x="1606" y="483"/>
                    <a:pt x="1626" y="483"/>
                  </a:cubicBezTo>
                  <a:cubicBezTo>
                    <a:pt x="1828" y="483"/>
                    <a:pt x="1896" y="153"/>
                    <a:pt x="1669" y="81"/>
                  </a:cubicBezTo>
                  <a:cubicBezTo>
                    <a:pt x="1494" y="27"/>
                    <a:pt x="1315" y="0"/>
                    <a:pt x="11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36"/>
            <p:cNvSpPr/>
            <p:nvPr/>
          </p:nvSpPr>
          <p:spPr>
            <a:xfrm>
              <a:off x="4955563" y="4631335"/>
              <a:ext cx="31520" cy="14449"/>
            </a:xfrm>
            <a:custGeom>
              <a:rect b="b" l="l" r="r" t="t"/>
              <a:pathLst>
                <a:path extrusionOk="0" h="722" w="1575">
                  <a:moveTo>
                    <a:pt x="1196" y="1"/>
                  </a:moveTo>
                  <a:cubicBezTo>
                    <a:pt x="829" y="1"/>
                    <a:pt x="474" y="116"/>
                    <a:pt x="174" y="332"/>
                  </a:cubicBezTo>
                  <a:cubicBezTo>
                    <a:pt x="1" y="459"/>
                    <a:pt x="109" y="722"/>
                    <a:pt x="272" y="722"/>
                  </a:cubicBezTo>
                  <a:cubicBezTo>
                    <a:pt x="306" y="722"/>
                    <a:pt x="343" y="710"/>
                    <a:pt x="379" y="684"/>
                  </a:cubicBezTo>
                  <a:cubicBezTo>
                    <a:pt x="631" y="499"/>
                    <a:pt x="906" y="407"/>
                    <a:pt x="1213" y="407"/>
                  </a:cubicBezTo>
                  <a:cubicBezTo>
                    <a:pt x="1247" y="407"/>
                    <a:pt x="1281" y="408"/>
                    <a:pt x="1316" y="411"/>
                  </a:cubicBezTo>
                  <a:cubicBezTo>
                    <a:pt x="1321" y="411"/>
                    <a:pt x="1325" y="411"/>
                    <a:pt x="1330" y="411"/>
                  </a:cubicBezTo>
                  <a:cubicBezTo>
                    <a:pt x="1575" y="411"/>
                    <a:pt x="1570" y="20"/>
                    <a:pt x="1316" y="5"/>
                  </a:cubicBezTo>
                  <a:cubicBezTo>
                    <a:pt x="1276" y="2"/>
                    <a:pt x="1235" y="1"/>
                    <a:pt x="11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36"/>
            <p:cNvSpPr/>
            <p:nvPr/>
          </p:nvSpPr>
          <p:spPr>
            <a:xfrm>
              <a:off x="4937391" y="4662534"/>
              <a:ext cx="112690" cy="73706"/>
            </a:xfrm>
            <a:custGeom>
              <a:rect b="b" l="l" r="r" t="t"/>
              <a:pathLst>
                <a:path extrusionOk="0" h="3683" w="5631">
                  <a:moveTo>
                    <a:pt x="3761" y="0"/>
                  </a:moveTo>
                  <a:cubicBezTo>
                    <a:pt x="1614" y="0"/>
                    <a:pt x="1" y="3682"/>
                    <a:pt x="1" y="3682"/>
                  </a:cubicBezTo>
                  <a:lnTo>
                    <a:pt x="5630" y="3682"/>
                  </a:lnTo>
                  <a:cubicBezTo>
                    <a:pt x="5590" y="2833"/>
                    <a:pt x="5369" y="1593"/>
                    <a:pt x="4499" y="726"/>
                  </a:cubicBezTo>
                  <a:cubicBezTo>
                    <a:pt x="4255" y="483"/>
                    <a:pt x="4017" y="239"/>
                    <a:pt x="3787" y="1"/>
                  </a:cubicBezTo>
                  <a:cubicBezTo>
                    <a:pt x="3778" y="0"/>
                    <a:pt x="3770" y="0"/>
                    <a:pt x="376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36"/>
            <p:cNvSpPr/>
            <p:nvPr/>
          </p:nvSpPr>
          <p:spPr>
            <a:xfrm>
              <a:off x="5531963" y="1633262"/>
              <a:ext cx="511900" cy="704740"/>
            </a:xfrm>
            <a:custGeom>
              <a:rect b="b" l="l" r="r" t="t"/>
              <a:pathLst>
                <a:path extrusionOk="0" h="35215" w="25579">
                  <a:moveTo>
                    <a:pt x="10139" y="0"/>
                  </a:moveTo>
                  <a:lnTo>
                    <a:pt x="1" y="5956"/>
                  </a:lnTo>
                  <a:cubicBezTo>
                    <a:pt x="1" y="5956"/>
                    <a:pt x="8285" y="27383"/>
                    <a:pt x="12406" y="33053"/>
                  </a:cubicBezTo>
                  <a:cubicBezTo>
                    <a:pt x="13524" y="34592"/>
                    <a:pt x="14695" y="35215"/>
                    <a:pt x="15858" y="35215"/>
                  </a:cubicBezTo>
                  <a:cubicBezTo>
                    <a:pt x="20792" y="35215"/>
                    <a:pt x="25578" y="24002"/>
                    <a:pt x="25578" y="24002"/>
                  </a:cubicBezTo>
                  <a:lnTo>
                    <a:pt x="17865" y="22841"/>
                  </a:lnTo>
                  <a:lnTo>
                    <a:pt x="10139" y="0"/>
                  </a:lnTo>
                  <a:close/>
                </a:path>
              </a:pathLst>
            </a:custGeom>
            <a:solidFill>
              <a:srgbClr val="9B6C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36"/>
            <p:cNvSpPr/>
            <p:nvPr/>
          </p:nvSpPr>
          <p:spPr>
            <a:xfrm>
              <a:off x="5867172" y="1859644"/>
              <a:ext cx="326904" cy="253979"/>
            </a:xfrm>
            <a:custGeom>
              <a:rect b="b" l="l" r="r" t="t"/>
              <a:pathLst>
                <a:path extrusionOk="0" h="12691" w="16335">
                  <a:moveTo>
                    <a:pt x="16334" y="0"/>
                  </a:moveTo>
                  <a:lnTo>
                    <a:pt x="10752" y="1045"/>
                  </a:lnTo>
                  <a:cubicBezTo>
                    <a:pt x="9726" y="3057"/>
                    <a:pt x="1" y="12690"/>
                    <a:pt x="1" y="12690"/>
                  </a:cubicBezTo>
                  <a:lnTo>
                    <a:pt x="8828" y="12690"/>
                  </a:lnTo>
                  <a:lnTo>
                    <a:pt x="16334" y="0"/>
                  </a:lnTo>
                  <a:close/>
                </a:path>
              </a:pathLst>
            </a:custGeom>
            <a:solidFill>
              <a:srgbClr val="9B6C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36"/>
            <p:cNvSpPr/>
            <p:nvPr/>
          </p:nvSpPr>
          <p:spPr>
            <a:xfrm>
              <a:off x="5809976" y="2091668"/>
              <a:ext cx="84693" cy="118394"/>
            </a:xfrm>
            <a:custGeom>
              <a:rect b="b" l="l" r="r" t="t"/>
              <a:pathLst>
                <a:path extrusionOk="0" h="5916" w="4232">
                  <a:moveTo>
                    <a:pt x="3961" y="1"/>
                  </a:moveTo>
                  <a:cubicBezTo>
                    <a:pt x="3917" y="1"/>
                    <a:pt x="3872" y="19"/>
                    <a:pt x="3833" y="62"/>
                  </a:cubicBezTo>
                  <a:cubicBezTo>
                    <a:pt x="2329" y="1737"/>
                    <a:pt x="1067" y="3600"/>
                    <a:pt x="75" y="5623"/>
                  </a:cubicBezTo>
                  <a:cubicBezTo>
                    <a:pt x="1" y="5775"/>
                    <a:pt x="135" y="5916"/>
                    <a:pt x="261" y="5916"/>
                  </a:cubicBezTo>
                  <a:cubicBezTo>
                    <a:pt x="318" y="5916"/>
                    <a:pt x="373" y="5887"/>
                    <a:pt x="408" y="5817"/>
                  </a:cubicBezTo>
                  <a:cubicBezTo>
                    <a:pt x="1384" y="3824"/>
                    <a:pt x="2622" y="1986"/>
                    <a:pt x="4105" y="334"/>
                  </a:cubicBezTo>
                  <a:cubicBezTo>
                    <a:pt x="4232" y="193"/>
                    <a:pt x="4102" y="1"/>
                    <a:pt x="39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36"/>
            <p:cNvSpPr/>
            <p:nvPr/>
          </p:nvSpPr>
          <p:spPr>
            <a:xfrm>
              <a:off x="5807655" y="2146002"/>
              <a:ext cx="43987" cy="23515"/>
            </a:xfrm>
            <a:custGeom>
              <a:rect b="b" l="l" r="r" t="t"/>
              <a:pathLst>
                <a:path extrusionOk="0" h="1175" w="2198">
                  <a:moveTo>
                    <a:pt x="1927" y="0"/>
                  </a:moveTo>
                  <a:cubicBezTo>
                    <a:pt x="1911" y="0"/>
                    <a:pt x="1893" y="3"/>
                    <a:pt x="1874" y="7"/>
                  </a:cubicBezTo>
                  <a:cubicBezTo>
                    <a:pt x="1256" y="169"/>
                    <a:pt x="684" y="436"/>
                    <a:pt x="167" y="806"/>
                  </a:cubicBezTo>
                  <a:cubicBezTo>
                    <a:pt x="1" y="925"/>
                    <a:pt x="104" y="1174"/>
                    <a:pt x="259" y="1174"/>
                  </a:cubicBezTo>
                  <a:cubicBezTo>
                    <a:pt x="291" y="1174"/>
                    <a:pt x="325" y="1164"/>
                    <a:pt x="360" y="1139"/>
                  </a:cubicBezTo>
                  <a:cubicBezTo>
                    <a:pt x="854" y="785"/>
                    <a:pt x="1387" y="533"/>
                    <a:pt x="1975" y="378"/>
                  </a:cubicBezTo>
                  <a:cubicBezTo>
                    <a:pt x="2197" y="320"/>
                    <a:pt x="2127" y="0"/>
                    <a:pt x="192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36"/>
            <p:cNvSpPr/>
            <p:nvPr/>
          </p:nvSpPr>
          <p:spPr>
            <a:xfrm>
              <a:off x="5545651" y="1583931"/>
              <a:ext cx="281656" cy="275612"/>
            </a:xfrm>
            <a:custGeom>
              <a:rect b="b" l="l" r="r" t="t"/>
              <a:pathLst>
                <a:path extrusionOk="0" h="13772" w="14074">
                  <a:moveTo>
                    <a:pt x="7895" y="0"/>
                  </a:moveTo>
                  <a:cubicBezTo>
                    <a:pt x="7895" y="0"/>
                    <a:pt x="316" y="1309"/>
                    <a:pt x="1" y="8821"/>
                  </a:cubicBezTo>
                  <a:lnTo>
                    <a:pt x="1787" y="13772"/>
                  </a:lnTo>
                  <a:lnTo>
                    <a:pt x="14073" y="10727"/>
                  </a:lnTo>
                  <a:cubicBezTo>
                    <a:pt x="14073" y="10727"/>
                    <a:pt x="10052" y="1139"/>
                    <a:pt x="78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36"/>
            <p:cNvSpPr/>
            <p:nvPr/>
          </p:nvSpPr>
          <p:spPr>
            <a:xfrm>
              <a:off x="5833831" y="4332308"/>
              <a:ext cx="130101" cy="291402"/>
            </a:xfrm>
            <a:custGeom>
              <a:rect b="b" l="l" r="r" t="t"/>
              <a:pathLst>
                <a:path extrusionOk="0" h="14561" w="6501">
                  <a:moveTo>
                    <a:pt x="175" y="0"/>
                  </a:moveTo>
                  <a:lnTo>
                    <a:pt x="1" y="14468"/>
                  </a:lnTo>
                  <a:lnTo>
                    <a:pt x="4551" y="14561"/>
                  </a:lnTo>
                  <a:lnTo>
                    <a:pt x="6501" y="632"/>
                  </a:lnTo>
                  <a:lnTo>
                    <a:pt x="175" y="0"/>
                  </a:lnTo>
                  <a:close/>
                </a:path>
              </a:pathLst>
            </a:custGeom>
            <a:solidFill>
              <a:srgbClr val="9B6C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36"/>
            <p:cNvSpPr/>
            <p:nvPr/>
          </p:nvSpPr>
          <p:spPr>
            <a:xfrm>
              <a:off x="5451393" y="2432782"/>
              <a:ext cx="593291" cy="1957202"/>
            </a:xfrm>
            <a:custGeom>
              <a:rect b="b" l="l" r="r" t="t"/>
              <a:pathLst>
                <a:path extrusionOk="0" h="97799" w="29646">
                  <a:moveTo>
                    <a:pt x="19882" y="1"/>
                  </a:moveTo>
                  <a:lnTo>
                    <a:pt x="0" y="8839"/>
                  </a:lnTo>
                  <a:cubicBezTo>
                    <a:pt x="0" y="8839"/>
                    <a:pt x="12882" y="48186"/>
                    <a:pt x="14590" y="54327"/>
                  </a:cubicBezTo>
                  <a:cubicBezTo>
                    <a:pt x="16071" y="59646"/>
                    <a:pt x="18813" y="97799"/>
                    <a:pt x="18813" y="97799"/>
                  </a:cubicBezTo>
                  <a:lnTo>
                    <a:pt x="26072" y="97799"/>
                  </a:lnTo>
                  <a:cubicBezTo>
                    <a:pt x="26072" y="97799"/>
                    <a:pt x="27305" y="96684"/>
                    <a:pt x="29472" y="59938"/>
                  </a:cubicBezTo>
                  <a:cubicBezTo>
                    <a:pt x="29526" y="58965"/>
                    <a:pt x="29585" y="57966"/>
                    <a:pt x="29646" y="56944"/>
                  </a:cubicBezTo>
                  <a:lnTo>
                    <a:pt x="29644" y="56944"/>
                  </a:lnTo>
                  <a:cubicBezTo>
                    <a:pt x="29554" y="56176"/>
                    <a:pt x="29461" y="55403"/>
                    <a:pt x="29369" y="54641"/>
                  </a:cubicBezTo>
                  <a:cubicBezTo>
                    <a:pt x="25849" y="25721"/>
                    <a:pt x="19882" y="1"/>
                    <a:pt x="1988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36"/>
            <p:cNvSpPr/>
            <p:nvPr/>
          </p:nvSpPr>
          <p:spPr>
            <a:xfrm>
              <a:off x="5789724" y="3597349"/>
              <a:ext cx="84012" cy="786371"/>
            </a:xfrm>
            <a:custGeom>
              <a:rect b="b" l="l" r="r" t="t"/>
              <a:pathLst>
                <a:path extrusionOk="0" h="39294" w="4198">
                  <a:moveTo>
                    <a:pt x="216" y="0"/>
                  </a:moveTo>
                  <a:cubicBezTo>
                    <a:pt x="209" y="0"/>
                    <a:pt x="201" y="1"/>
                    <a:pt x="194" y="2"/>
                  </a:cubicBezTo>
                  <a:cubicBezTo>
                    <a:pt x="83" y="12"/>
                    <a:pt x="1" y="111"/>
                    <a:pt x="11" y="223"/>
                  </a:cubicBezTo>
                  <a:lnTo>
                    <a:pt x="3784" y="39110"/>
                  </a:lnTo>
                  <a:cubicBezTo>
                    <a:pt x="3794" y="39215"/>
                    <a:pt x="3881" y="39293"/>
                    <a:pt x="3986" y="39293"/>
                  </a:cubicBezTo>
                  <a:lnTo>
                    <a:pt x="4005" y="39293"/>
                  </a:lnTo>
                  <a:cubicBezTo>
                    <a:pt x="4116" y="39283"/>
                    <a:pt x="4198" y="39184"/>
                    <a:pt x="4187" y="39072"/>
                  </a:cubicBezTo>
                  <a:lnTo>
                    <a:pt x="415" y="183"/>
                  </a:lnTo>
                  <a:cubicBezTo>
                    <a:pt x="405" y="79"/>
                    <a:pt x="317" y="0"/>
                    <a:pt x="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36"/>
            <p:cNvSpPr/>
            <p:nvPr/>
          </p:nvSpPr>
          <p:spPr>
            <a:xfrm>
              <a:off x="5881081" y="3526265"/>
              <a:ext cx="163602" cy="106266"/>
            </a:xfrm>
            <a:custGeom>
              <a:rect b="b" l="l" r="r" t="t"/>
              <a:pathLst>
                <a:path extrusionOk="0" h="5310" w="8175">
                  <a:moveTo>
                    <a:pt x="7695" y="0"/>
                  </a:moveTo>
                  <a:cubicBezTo>
                    <a:pt x="5355" y="0"/>
                    <a:pt x="2204" y="273"/>
                    <a:pt x="1207" y="1682"/>
                  </a:cubicBezTo>
                  <a:cubicBezTo>
                    <a:pt x="0" y="3388"/>
                    <a:pt x="3732" y="5310"/>
                    <a:pt x="7495" y="5310"/>
                  </a:cubicBezTo>
                  <a:cubicBezTo>
                    <a:pt x="7664" y="5310"/>
                    <a:pt x="7832" y="5306"/>
                    <a:pt x="8001" y="5298"/>
                  </a:cubicBezTo>
                  <a:cubicBezTo>
                    <a:pt x="8055" y="4325"/>
                    <a:pt x="8114" y="3326"/>
                    <a:pt x="8175" y="2304"/>
                  </a:cubicBezTo>
                  <a:cubicBezTo>
                    <a:pt x="8083" y="1536"/>
                    <a:pt x="7990" y="763"/>
                    <a:pt x="7898" y="1"/>
                  </a:cubicBezTo>
                  <a:cubicBezTo>
                    <a:pt x="7831" y="0"/>
                    <a:pt x="7764" y="0"/>
                    <a:pt x="76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36"/>
            <p:cNvSpPr/>
            <p:nvPr/>
          </p:nvSpPr>
          <p:spPr>
            <a:xfrm>
              <a:off x="5808816" y="4363688"/>
              <a:ext cx="174589" cy="99742"/>
            </a:xfrm>
            <a:custGeom>
              <a:rect b="b" l="l" r="r" t="t"/>
              <a:pathLst>
                <a:path extrusionOk="0" h="4984" w="8724">
                  <a:moveTo>
                    <a:pt x="1" y="1"/>
                  </a:moveTo>
                  <a:lnTo>
                    <a:pt x="1" y="4188"/>
                  </a:lnTo>
                  <a:lnTo>
                    <a:pt x="8555" y="4983"/>
                  </a:lnTo>
                  <a:lnTo>
                    <a:pt x="8724" y="762"/>
                  </a:lnTo>
                  <a:lnTo>
                    <a:pt x="1"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36"/>
            <p:cNvSpPr/>
            <p:nvPr/>
          </p:nvSpPr>
          <p:spPr>
            <a:xfrm>
              <a:off x="5223730" y="2166895"/>
              <a:ext cx="663735" cy="410016"/>
            </a:xfrm>
            <a:custGeom>
              <a:rect b="b" l="l" r="r" t="t"/>
              <a:pathLst>
                <a:path extrusionOk="0" h="20488" w="33166">
                  <a:moveTo>
                    <a:pt x="25153" y="1"/>
                  </a:moveTo>
                  <a:cubicBezTo>
                    <a:pt x="25153" y="1"/>
                    <a:pt x="20193" y="2638"/>
                    <a:pt x="13392" y="2638"/>
                  </a:cubicBezTo>
                  <a:cubicBezTo>
                    <a:pt x="10611" y="2638"/>
                    <a:pt x="7523" y="2197"/>
                    <a:pt x="4340" y="955"/>
                  </a:cubicBezTo>
                  <a:cubicBezTo>
                    <a:pt x="4340" y="955"/>
                    <a:pt x="0" y="10494"/>
                    <a:pt x="122" y="16641"/>
                  </a:cubicBezTo>
                  <a:cubicBezTo>
                    <a:pt x="175" y="19346"/>
                    <a:pt x="5433" y="20487"/>
                    <a:pt x="11623" y="20487"/>
                  </a:cubicBezTo>
                  <a:cubicBezTo>
                    <a:pt x="19501" y="20487"/>
                    <a:pt x="28890" y="18638"/>
                    <a:pt x="30976" y="15806"/>
                  </a:cubicBezTo>
                  <a:cubicBezTo>
                    <a:pt x="33166" y="12834"/>
                    <a:pt x="25153" y="1"/>
                    <a:pt x="2515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36"/>
            <p:cNvSpPr/>
            <p:nvPr/>
          </p:nvSpPr>
          <p:spPr>
            <a:xfrm>
              <a:off x="5286890" y="2213945"/>
              <a:ext cx="462569" cy="76128"/>
            </a:xfrm>
            <a:custGeom>
              <a:rect b="b" l="l" r="r" t="t"/>
              <a:pathLst>
                <a:path extrusionOk="0" h="3804" w="23114">
                  <a:moveTo>
                    <a:pt x="22853" y="0"/>
                  </a:moveTo>
                  <a:cubicBezTo>
                    <a:pt x="22825" y="0"/>
                    <a:pt x="22796" y="7"/>
                    <a:pt x="22766" y="24"/>
                  </a:cubicBezTo>
                  <a:cubicBezTo>
                    <a:pt x="18788" y="2306"/>
                    <a:pt x="14232" y="3469"/>
                    <a:pt x="9674" y="3469"/>
                  </a:cubicBezTo>
                  <a:cubicBezTo>
                    <a:pt x="6492" y="3469"/>
                    <a:pt x="3309" y="2903"/>
                    <a:pt x="321" y="1755"/>
                  </a:cubicBezTo>
                  <a:cubicBezTo>
                    <a:pt x="298" y="1746"/>
                    <a:pt x="277" y="1742"/>
                    <a:pt x="256" y="1742"/>
                  </a:cubicBezTo>
                  <a:cubicBezTo>
                    <a:pt x="93" y="1742"/>
                    <a:pt x="0" y="1986"/>
                    <a:pt x="178" y="2054"/>
                  </a:cubicBezTo>
                  <a:cubicBezTo>
                    <a:pt x="3218" y="3222"/>
                    <a:pt x="6459" y="3804"/>
                    <a:pt x="9702" y="3804"/>
                  </a:cubicBezTo>
                  <a:cubicBezTo>
                    <a:pt x="12571" y="3804"/>
                    <a:pt x="15441" y="3349"/>
                    <a:pt x="18176" y="2442"/>
                  </a:cubicBezTo>
                  <a:cubicBezTo>
                    <a:pt x="19840" y="1890"/>
                    <a:pt x="21438" y="1168"/>
                    <a:pt x="22958" y="296"/>
                  </a:cubicBezTo>
                  <a:cubicBezTo>
                    <a:pt x="23113" y="207"/>
                    <a:pt x="23002" y="0"/>
                    <a:pt x="228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36"/>
            <p:cNvSpPr/>
            <p:nvPr/>
          </p:nvSpPr>
          <p:spPr>
            <a:xfrm>
              <a:off x="5688421" y="2183986"/>
              <a:ext cx="24015" cy="52113"/>
            </a:xfrm>
            <a:custGeom>
              <a:rect b="b" l="l" r="r" t="t"/>
              <a:pathLst>
                <a:path extrusionOk="0" h="2604" w="1200">
                  <a:moveTo>
                    <a:pt x="229" y="1"/>
                  </a:moveTo>
                  <a:cubicBezTo>
                    <a:pt x="117" y="1"/>
                    <a:pt x="1" y="136"/>
                    <a:pt x="79" y="266"/>
                  </a:cubicBezTo>
                  <a:cubicBezTo>
                    <a:pt x="485" y="945"/>
                    <a:pt x="740" y="1675"/>
                    <a:pt x="852" y="2458"/>
                  </a:cubicBezTo>
                  <a:cubicBezTo>
                    <a:pt x="866" y="2556"/>
                    <a:pt x="946" y="2603"/>
                    <a:pt x="1024" y="2603"/>
                  </a:cubicBezTo>
                  <a:cubicBezTo>
                    <a:pt x="1113" y="2603"/>
                    <a:pt x="1199" y="2543"/>
                    <a:pt x="1183" y="2430"/>
                  </a:cubicBezTo>
                  <a:cubicBezTo>
                    <a:pt x="1064" y="1589"/>
                    <a:pt x="786" y="804"/>
                    <a:pt x="351" y="75"/>
                  </a:cubicBezTo>
                  <a:cubicBezTo>
                    <a:pt x="319" y="22"/>
                    <a:pt x="275" y="1"/>
                    <a:pt x="2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36"/>
            <p:cNvSpPr/>
            <p:nvPr/>
          </p:nvSpPr>
          <p:spPr>
            <a:xfrm>
              <a:off x="5358615" y="2207181"/>
              <a:ext cx="18752" cy="65101"/>
            </a:xfrm>
            <a:custGeom>
              <a:rect b="b" l="l" r="r" t="t"/>
              <a:pathLst>
                <a:path extrusionOk="0" h="3253" w="937">
                  <a:moveTo>
                    <a:pt x="717" y="0"/>
                  </a:moveTo>
                  <a:cubicBezTo>
                    <a:pt x="663" y="0"/>
                    <a:pt x="612" y="29"/>
                    <a:pt x="587" y="98"/>
                  </a:cubicBezTo>
                  <a:cubicBezTo>
                    <a:pt x="234" y="1073"/>
                    <a:pt x="41" y="2070"/>
                    <a:pt x="4" y="3106"/>
                  </a:cubicBezTo>
                  <a:cubicBezTo>
                    <a:pt x="1" y="3206"/>
                    <a:pt x="71" y="3253"/>
                    <a:pt x="148" y="3253"/>
                  </a:cubicBezTo>
                  <a:cubicBezTo>
                    <a:pt x="235" y="3253"/>
                    <a:pt x="331" y="3191"/>
                    <a:pt x="335" y="3078"/>
                  </a:cubicBezTo>
                  <a:cubicBezTo>
                    <a:pt x="370" y="2103"/>
                    <a:pt x="554" y="1158"/>
                    <a:pt x="888" y="240"/>
                  </a:cubicBezTo>
                  <a:cubicBezTo>
                    <a:pt x="937" y="108"/>
                    <a:pt x="822" y="0"/>
                    <a:pt x="71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36"/>
            <p:cNvSpPr/>
            <p:nvPr/>
          </p:nvSpPr>
          <p:spPr>
            <a:xfrm>
              <a:off x="5485974" y="2222450"/>
              <a:ext cx="13088" cy="61578"/>
            </a:xfrm>
            <a:custGeom>
              <a:rect b="b" l="l" r="r" t="t"/>
              <a:pathLst>
                <a:path extrusionOk="0" h="3077" w="654">
                  <a:moveTo>
                    <a:pt x="463" y="0"/>
                  </a:moveTo>
                  <a:cubicBezTo>
                    <a:pt x="391" y="0"/>
                    <a:pt x="318" y="40"/>
                    <a:pt x="295" y="129"/>
                  </a:cubicBezTo>
                  <a:cubicBezTo>
                    <a:pt x="58" y="1053"/>
                    <a:pt x="1" y="1982"/>
                    <a:pt x="121" y="2931"/>
                  </a:cubicBezTo>
                  <a:cubicBezTo>
                    <a:pt x="133" y="3030"/>
                    <a:pt x="212" y="3077"/>
                    <a:pt x="290" y="3077"/>
                  </a:cubicBezTo>
                  <a:cubicBezTo>
                    <a:pt x="379" y="3077"/>
                    <a:pt x="466" y="3016"/>
                    <a:pt x="452" y="2903"/>
                  </a:cubicBezTo>
                  <a:cubicBezTo>
                    <a:pt x="335" y="1986"/>
                    <a:pt x="393" y="1084"/>
                    <a:pt x="622" y="189"/>
                  </a:cubicBezTo>
                  <a:cubicBezTo>
                    <a:pt x="653" y="71"/>
                    <a:pt x="559" y="0"/>
                    <a:pt x="4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36"/>
            <p:cNvSpPr/>
            <p:nvPr/>
          </p:nvSpPr>
          <p:spPr>
            <a:xfrm>
              <a:off x="5598745" y="2218748"/>
              <a:ext cx="34341" cy="32921"/>
            </a:xfrm>
            <a:custGeom>
              <a:rect b="b" l="l" r="r" t="t"/>
              <a:pathLst>
                <a:path extrusionOk="0" h="1645" w="1716">
                  <a:moveTo>
                    <a:pt x="858" y="1"/>
                  </a:moveTo>
                  <a:cubicBezTo>
                    <a:pt x="835" y="1"/>
                    <a:pt x="811" y="2"/>
                    <a:pt x="788" y="4"/>
                  </a:cubicBezTo>
                  <a:cubicBezTo>
                    <a:pt x="335" y="42"/>
                    <a:pt x="1" y="441"/>
                    <a:pt x="39" y="893"/>
                  </a:cubicBezTo>
                  <a:cubicBezTo>
                    <a:pt x="75" y="1322"/>
                    <a:pt x="434" y="1645"/>
                    <a:pt x="856" y="1645"/>
                  </a:cubicBezTo>
                  <a:cubicBezTo>
                    <a:pt x="880" y="1645"/>
                    <a:pt x="903" y="1644"/>
                    <a:pt x="927" y="1642"/>
                  </a:cubicBezTo>
                  <a:cubicBezTo>
                    <a:pt x="1380" y="1603"/>
                    <a:pt x="1716" y="1207"/>
                    <a:pt x="1677" y="754"/>
                  </a:cubicBezTo>
                  <a:cubicBezTo>
                    <a:pt x="1641" y="325"/>
                    <a:pt x="1281" y="1"/>
                    <a:pt x="8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36"/>
            <p:cNvSpPr/>
            <p:nvPr/>
          </p:nvSpPr>
          <p:spPr>
            <a:xfrm>
              <a:off x="5262915" y="2320652"/>
              <a:ext cx="123017" cy="135605"/>
            </a:xfrm>
            <a:custGeom>
              <a:rect b="b" l="l" r="r" t="t"/>
              <a:pathLst>
                <a:path extrusionOk="0" h="6776" w="6147">
                  <a:moveTo>
                    <a:pt x="5958" y="0"/>
                  </a:moveTo>
                  <a:cubicBezTo>
                    <a:pt x="5885" y="0"/>
                    <a:pt x="5810" y="39"/>
                    <a:pt x="5784" y="125"/>
                  </a:cubicBezTo>
                  <a:cubicBezTo>
                    <a:pt x="4946" y="2839"/>
                    <a:pt x="3531" y="6284"/>
                    <a:pt x="210" y="6444"/>
                  </a:cubicBezTo>
                  <a:cubicBezTo>
                    <a:pt x="0" y="6455"/>
                    <a:pt x="24" y="6775"/>
                    <a:pt x="228" y="6775"/>
                  </a:cubicBezTo>
                  <a:cubicBezTo>
                    <a:pt x="231" y="6775"/>
                    <a:pt x="234" y="6775"/>
                    <a:pt x="237" y="6775"/>
                  </a:cubicBezTo>
                  <a:cubicBezTo>
                    <a:pt x="3722" y="6608"/>
                    <a:pt x="5230" y="3043"/>
                    <a:pt x="6111" y="186"/>
                  </a:cubicBezTo>
                  <a:cubicBezTo>
                    <a:pt x="6147" y="70"/>
                    <a:pt x="6055" y="0"/>
                    <a:pt x="595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36"/>
            <p:cNvSpPr/>
            <p:nvPr/>
          </p:nvSpPr>
          <p:spPr>
            <a:xfrm>
              <a:off x="5706772" y="2289812"/>
              <a:ext cx="105006" cy="82171"/>
            </a:xfrm>
            <a:custGeom>
              <a:rect b="b" l="l" r="r" t="t"/>
              <a:pathLst>
                <a:path extrusionOk="0" h="4106" w="5247">
                  <a:moveTo>
                    <a:pt x="227" y="0"/>
                  </a:moveTo>
                  <a:cubicBezTo>
                    <a:pt x="116" y="0"/>
                    <a:pt x="1" y="136"/>
                    <a:pt x="72" y="268"/>
                  </a:cubicBezTo>
                  <a:cubicBezTo>
                    <a:pt x="1119" y="2168"/>
                    <a:pt x="2901" y="3546"/>
                    <a:pt x="4995" y="4100"/>
                  </a:cubicBezTo>
                  <a:cubicBezTo>
                    <a:pt x="5011" y="4104"/>
                    <a:pt x="5026" y="4106"/>
                    <a:pt x="5040" y="4106"/>
                  </a:cubicBezTo>
                  <a:cubicBezTo>
                    <a:pt x="5210" y="4106"/>
                    <a:pt x="5246" y="3823"/>
                    <a:pt x="5056" y="3773"/>
                  </a:cubicBezTo>
                  <a:cubicBezTo>
                    <a:pt x="3042" y="3240"/>
                    <a:pt x="1347" y="1900"/>
                    <a:pt x="346" y="77"/>
                  </a:cubicBezTo>
                  <a:cubicBezTo>
                    <a:pt x="316" y="23"/>
                    <a:pt x="271" y="0"/>
                    <a:pt x="22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36"/>
            <p:cNvSpPr/>
            <p:nvPr/>
          </p:nvSpPr>
          <p:spPr>
            <a:xfrm>
              <a:off x="5148123" y="1465677"/>
              <a:ext cx="721891" cy="891677"/>
            </a:xfrm>
            <a:custGeom>
              <a:rect b="b" l="l" r="r" t="t"/>
              <a:pathLst>
                <a:path extrusionOk="0" h="44556" w="36072">
                  <a:moveTo>
                    <a:pt x="13853" y="0"/>
                  </a:moveTo>
                  <a:cubicBezTo>
                    <a:pt x="13113" y="0"/>
                    <a:pt x="12328" y="51"/>
                    <a:pt x="11516" y="177"/>
                  </a:cubicBezTo>
                  <a:cubicBezTo>
                    <a:pt x="4656" y="1235"/>
                    <a:pt x="1" y="2623"/>
                    <a:pt x="3178" y="12141"/>
                  </a:cubicBezTo>
                  <a:cubicBezTo>
                    <a:pt x="5693" y="19681"/>
                    <a:pt x="8447" y="22910"/>
                    <a:pt x="7679" y="27777"/>
                  </a:cubicBezTo>
                  <a:cubicBezTo>
                    <a:pt x="6910" y="32643"/>
                    <a:pt x="4730" y="36244"/>
                    <a:pt x="3461" y="38816"/>
                  </a:cubicBezTo>
                  <a:cubicBezTo>
                    <a:pt x="2222" y="41331"/>
                    <a:pt x="4896" y="44454"/>
                    <a:pt x="10584" y="44454"/>
                  </a:cubicBezTo>
                  <a:cubicBezTo>
                    <a:pt x="10711" y="44454"/>
                    <a:pt x="10839" y="44452"/>
                    <a:pt x="10969" y="44449"/>
                  </a:cubicBezTo>
                  <a:cubicBezTo>
                    <a:pt x="11675" y="44432"/>
                    <a:pt x="12321" y="44425"/>
                    <a:pt x="12926" y="44425"/>
                  </a:cubicBezTo>
                  <a:cubicBezTo>
                    <a:pt x="15554" y="44425"/>
                    <a:pt x="17405" y="44555"/>
                    <a:pt x="19936" y="44555"/>
                  </a:cubicBezTo>
                  <a:cubicBezTo>
                    <a:pt x="21066" y="44555"/>
                    <a:pt x="22332" y="44529"/>
                    <a:pt x="23863" y="44454"/>
                  </a:cubicBezTo>
                  <a:cubicBezTo>
                    <a:pt x="29613" y="44172"/>
                    <a:pt x="36072" y="40856"/>
                    <a:pt x="33673" y="38678"/>
                  </a:cubicBezTo>
                  <a:cubicBezTo>
                    <a:pt x="31272" y="36500"/>
                    <a:pt x="28062" y="24449"/>
                    <a:pt x="27617" y="23251"/>
                  </a:cubicBezTo>
                  <a:cubicBezTo>
                    <a:pt x="27171" y="22055"/>
                    <a:pt x="30242" y="19961"/>
                    <a:pt x="30532" y="17745"/>
                  </a:cubicBezTo>
                  <a:cubicBezTo>
                    <a:pt x="30821" y="15529"/>
                    <a:pt x="28832" y="12782"/>
                    <a:pt x="27965" y="11551"/>
                  </a:cubicBezTo>
                  <a:cubicBezTo>
                    <a:pt x="27098" y="10321"/>
                    <a:pt x="30052" y="6341"/>
                    <a:pt x="26946" y="5072"/>
                  </a:cubicBezTo>
                  <a:cubicBezTo>
                    <a:pt x="23757" y="3768"/>
                    <a:pt x="19404" y="953"/>
                    <a:pt x="19404" y="953"/>
                  </a:cubicBezTo>
                  <a:cubicBezTo>
                    <a:pt x="19404" y="953"/>
                    <a:pt x="17052" y="0"/>
                    <a:pt x="138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36"/>
            <p:cNvSpPr/>
            <p:nvPr/>
          </p:nvSpPr>
          <p:spPr>
            <a:xfrm>
              <a:off x="5316728" y="1666423"/>
              <a:ext cx="353161" cy="50091"/>
            </a:xfrm>
            <a:custGeom>
              <a:rect b="b" l="l" r="r" t="t"/>
              <a:pathLst>
                <a:path extrusionOk="0" h="2503" w="17647">
                  <a:moveTo>
                    <a:pt x="17374" y="0"/>
                  </a:moveTo>
                  <a:cubicBezTo>
                    <a:pt x="17313" y="0"/>
                    <a:pt x="17255" y="31"/>
                    <a:pt x="17221" y="105"/>
                  </a:cubicBezTo>
                  <a:cubicBezTo>
                    <a:pt x="16685" y="1263"/>
                    <a:pt x="15458" y="1689"/>
                    <a:pt x="14276" y="1882"/>
                  </a:cubicBezTo>
                  <a:cubicBezTo>
                    <a:pt x="13253" y="2050"/>
                    <a:pt x="12195" y="2096"/>
                    <a:pt x="11146" y="2096"/>
                  </a:cubicBezTo>
                  <a:cubicBezTo>
                    <a:pt x="10665" y="2096"/>
                    <a:pt x="10185" y="2086"/>
                    <a:pt x="9711" y="2074"/>
                  </a:cubicBezTo>
                  <a:cubicBezTo>
                    <a:pt x="6534" y="1990"/>
                    <a:pt x="3385" y="1477"/>
                    <a:pt x="337" y="575"/>
                  </a:cubicBezTo>
                  <a:cubicBezTo>
                    <a:pt x="315" y="569"/>
                    <a:pt x="295" y="566"/>
                    <a:pt x="275" y="566"/>
                  </a:cubicBezTo>
                  <a:cubicBezTo>
                    <a:pt x="70" y="566"/>
                    <a:pt x="0" y="898"/>
                    <a:pt x="229" y="965"/>
                  </a:cubicBezTo>
                  <a:cubicBezTo>
                    <a:pt x="3556" y="1950"/>
                    <a:pt x="7008" y="2474"/>
                    <a:pt x="10477" y="2492"/>
                  </a:cubicBezTo>
                  <a:cubicBezTo>
                    <a:pt x="10865" y="2494"/>
                    <a:pt x="11303" y="2502"/>
                    <a:pt x="11766" y="2502"/>
                  </a:cubicBezTo>
                  <a:cubicBezTo>
                    <a:pt x="13924" y="2502"/>
                    <a:pt x="16644" y="2309"/>
                    <a:pt x="17571" y="309"/>
                  </a:cubicBezTo>
                  <a:cubicBezTo>
                    <a:pt x="17646" y="147"/>
                    <a:pt x="17505" y="0"/>
                    <a:pt x="1737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36"/>
            <p:cNvSpPr/>
            <p:nvPr/>
          </p:nvSpPr>
          <p:spPr>
            <a:xfrm>
              <a:off x="5395438" y="1917240"/>
              <a:ext cx="291322" cy="39665"/>
            </a:xfrm>
            <a:custGeom>
              <a:rect b="b" l="l" r="r" t="t"/>
              <a:pathLst>
                <a:path extrusionOk="0" h="1982" w="14557">
                  <a:moveTo>
                    <a:pt x="11927" y="0"/>
                  </a:moveTo>
                  <a:cubicBezTo>
                    <a:pt x="7978" y="0"/>
                    <a:pt x="4044" y="532"/>
                    <a:pt x="230" y="1584"/>
                  </a:cubicBezTo>
                  <a:cubicBezTo>
                    <a:pt x="0" y="1646"/>
                    <a:pt x="71" y="1982"/>
                    <a:pt x="280" y="1982"/>
                  </a:cubicBezTo>
                  <a:cubicBezTo>
                    <a:pt x="298" y="1982"/>
                    <a:pt x="318" y="1979"/>
                    <a:pt x="338" y="1974"/>
                  </a:cubicBezTo>
                  <a:cubicBezTo>
                    <a:pt x="4123" y="931"/>
                    <a:pt x="8020" y="406"/>
                    <a:pt x="11935" y="406"/>
                  </a:cubicBezTo>
                  <a:cubicBezTo>
                    <a:pt x="12722" y="406"/>
                    <a:pt x="13510" y="427"/>
                    <a:pt x="14298" y="470"/>
                  </a:cubicBezTo>
                  <a:cubicBezTo>
                    <a:pt x="14302" y="470"/>
                    <a:pt x="14306" y="470"/>
                    <a:pt x="14311" y="470"/>
                  </a:cubicBezTo>
                  <a:cubicBezTo>
                    <a:pt x="14557" y="470"/>
                    <a:pt x="14553" y="78"/>
                    <a:pt x="14298" y="64"/>
                  </a:cubicBezTo>
                  <a:cubicBezTo>
                    <a:pt x="13507" y="21"/>
                    <a:pt x="12717" y="0"/>
                    <a:pt x="1192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36"/>
            <p:cNvSpPr/>
            <p:nvPr/>
          </p:nvSpPr>
          <p:spPr>
            <a:xfrm>
              <a:off x="5246825" y="1669805"/>
              <a:ext cx="131422" cy="660773"/>
            </a:xfrm>
            <a:custGeom>
              <a:rect b="b" l="l" r="r" t="t"/>
              <a:pathLst>
                <a:path extrusionOk="0" h="33018" w="6567">
                  <a:moveTo>
                    <a:pt x="298" y="1"/>
                  </a:moveTo>
                  <a:cubicBezTo>
                    <a:pt x="197" y="1"/>
                    <a:pt x="101" y="65"/>
                    <a:pt x="112" y="195"/>
                  </a:cubicBezTo>
                  <a:cubicBezTo>
                    <a:pt x="289" y="2392"/>
                    <a:pt x="1767" y="4213"/>
                    <a:pt x="2841" y="6051"/>
                  </a:cubicBezTo>
                  <a:cubicBezTo>
                    <a:pt x="4093" y="8193"/>
                    <a:pt x="5205" y="10449"/>
                    <a:pt x="5707" y="12895"/>
                  </a:cubicBezTo>
                  <a:cubicBezTo>
                    <a:pt x="6215" y="15377"/>
                    <a:pt x="5914" y="17800"/>
                    <a:pt x="4970" y="20138"/>
                  </a:cubicBezTo>
                  <a:cubicBezTo>
                    <a:pt x="4093" y="22312"/>
                    <a:pt x="2874" y="24344"/>
                    <a:pt x="1806" y="26427"/>
                  </a:cubicBezTo>
                  <a:cubicBezTo>
                    <a:pt x="752" y="28478"/>
                    <a:pt x="0" y="30536"/>
                    <a:pt x="354" y="32870"/>
                  </a:cubicBezTo>
                  <a:cubicBezTo>
                    <a:pt x="369" y="32973"/>
                    <a:pt x="441" y="33017"/>
                    <a:pt x="519" y="33017"/>
                  </a:cubicBezTo>
                  <a:cubicBezTo>
                    <a:pt x="636" y="33017"/>
                    <a:pt x="768" y="32917"/>
                    <a:pt x="745" y="32764"/>
                  </a:cubicBezTo>
                  <a:cubicBezTo>
                    <a:pt x="390" y="30421"/>
                    <a:pt x="1254" y="28363"/>
                    <a:pt x="2314" y="26325"/>
                  </a:cubicBezTo>
                  <a:cubicBezTo>
                    <a:pt x="3322" y="24387"/>
                    <a:pt x="4432" y="22483"/>
                    <a:pt x="5273" y="20464"/>
                  </a:cubicBezTo>
                  <a:cubicBezTo>
                    <a:pt x="6158" y="18335"/>
                    <a:pt x="6567" y="16125"/>
                    <a:pt x="6271" y="13826"/>
                  </a:cubicBezTo>
                  <a:cubicBezTo>
                    <a:pt x="5982" y="11591"/>
                    <a:pt x="5144" y="9472"/>
                    <a:pt x="4103" y="7488"/>
                  </a:cubicBezTo>
                  <a:cubicBezTo>
                    <a:pt x="3485" y="6307"/>
                    <a:pt x="2794" y="5169"/>
                    <a:pt x="2096" y="4036"/>
                  </a:cubicBezTo>
                  <a:cubicBezTo>
                    <a:pt x="1363" y="2843"/>
                    <a:pt x="632" y="1621"/>
                    <a:pt x="517" y="195"/>
                  </a:cubicBezTo>
                  <a:cubicBezTo>
                    <a:pt x="507" y="66"/>
                    <a:pt x="400" y="1"/>
                    <a:pt x="2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36"/>
            <p:cNvSpPr/>
            <p:nvPr/>
          </p:nvSpPr>
          <p:spPr>
            <a:xfrm>
              <a:off x="5328756" y="1476384"/>
              <a:ext cx="247014" cy="116173"/>
            </a:xfrm>
            <a:custGeom>
              <a:rect b="b" l="l" r="r" t="t"/>
              <a:pathLst>
                <a:path extrusionOk="0" h="5805" w="12343">
                  <a:moveTo>
                    <a:pt x="370" y="1"/>
                  </a:moveTo>
                  <a:cubicBezTo>
                    <a:pt x="246" y="25"/>
                    <a:pt x="123" y="49"/>
                    <a:pt x="1" y="75"/>
                  </a:cubicBezTo>
                  <a:cubicBezTo>
                    <a:pt x="415" y="1210"/>
                    <a:pt x="1193" y="2189"/>
                    <a:pt x="2152" y="2958"/>
                  </a:cubicBezTo>
                  <a:cubicBezTo>
                    <a:pt x="3557" y="4088"/>
                    <a:pt x="5347" y="4988"/>
                    <a:pt x="7065" y="5531"/>
                  </a:cubicBezTo>
                  <a:cubicBezTo>
                    <a:pt x="7607" y="5702"/>
                    <a:pt x="8188" y="5805"/>
                    <a:pt x="8760" y="5805"/>
                  </a:cubicBezTo>
                  <a:cubicBezTo>
                    <a:pt x="9773" y="5805"/>
                    <a:pt x="10757" y="5482"/>
                    <a:pt x="11438" y="4642"/>
                  </a:cubicBezTo>
                  <a:cubicBezTo>
                    <a:pt x="12141" y="3773"/>
                    <a:pt x="12339" y="2709"/>
                    <a:pt x="12343" y="1630"/>
                  </a:cubicBezTo>
                  <a:cubicBezTo>
                    <a:pt x="12211" y="1552"/>
                    <a:pt x="12084" y="1475"/>
                    <a:pt x="11962" y="1400"/>
                  </a:cubicBezTo>
                  <a:lnTo>
                    <a:pt x="11962" y="1400"/>
                  </a:lnTo>
                  <a:cubicBezTo>
                    <a:pt x="11986" y="2467"/>
                    <a:pt x="11831" y="3527"/>
                    <a:pt x="11145" y="4384"/>
                  </a:cubicBezTo>
                  <a:cubicBezTo>
                    <a:pt x="10538" y="5144"/>
                    <a:pt x="9686" y="5420"/>
                    <a:pt x="8797" y="5420"/>
                  </a:cubicBezTo>
                  <a:cubicBezTo>
                    <a:pt x="8097" y="5420"/>
                    <a:pt x="7375" y="5249"/>
                    <a:pt x="6732" y="5009"/>
                  </a:cubicBezTo>
                  <a:cubicBezTo>
                    <a:pt x="4300" y="4100"/>
                    <a:pt x="1318" y="2572"/>
                    <a:pt x="3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36"/>
            <p:cNvSpPr/>
            <p:nvPr/>
          </p:nvSpPr>
          <p:spPr>
            <a:xfrm>
              <a:off x="5235678" y="1052279"/>
              <a:ext cx="444257" cy="432510"/>
            </a:xfrm>
            <a:custGeom>
              <a:rect b="b" l="l" r="r" t="t"/>
              <a:pathLst>
                <a:path extrusionOk="0" h="21612" w="22199">
                  <a:moveTo>
                    <a:pt x="9817" y="0"/>
                  </a:moveTo>
                  <a:cubicBezTo>
                    <a:pt x="5636" y="0"/>
                    <a:pt x="3435" y="3750"/>
                    <a:pt x="3193" y="5706"/>
                  </a:cubicBezTo>
                  <a:cubicBezTo>
                    <a:pt x="2906" y="8032"/>
                    <a:pt x="1412" y="8234"/>
                    <a:pt x="792" y="11256"/>
                  </a:cubicBezTo>
                  <a:cubicBezTo>
                    <a:pt x="173" y="14276"/>
                    <a:pt x="2833" y="13347"/>
                    <a:pt x="1922" y="15185"/>
                  </a:cubicBezTo>
                  <a:cubicBezTo>
                    <a:pt x="1123" y="16801"/>
                    <a:pt x="0" y="17906"/>
                    <a:pt x="677" y="19246"/>
                  </a:cubicBezTo>
                  <a:cubicBezTo>
                    <a:pt x="1009" y="19903"/>
                    <a:pt x="2136" y="20959"/>
                    <a:pt x="3493" y="20959"/>
                  </a:cubicBezTo>
                  <a:cubicBezTo>
                    <a:pt x="4046" y="20959"/>
                    <a:pt x="4637" y="20783"/>
                    <a:pt x="5228" y="20334"/>
                  </a:cubicBezTo>
                  <a:cubicBezTo>
                    <a:pt x="5850" y="19862"/>
                    <a:pt x="6307" y="19681"/>
                    <a:pt x="6706" y="19681"/>
                  </a:cubicBezTo>
                  <a:cubicBezTo>
                    <a:pt x="7616" y="19681"/>
                    <a:pt x="8220" y="20620"/>
                    <a:pt x="9780" y="21170"/>
                  </a:cubicBezTo>
                  <a:cubicBezTo>
                    <a:pt x="10611" y="21463"/>
                    <a:pt x="11375" y="21611"/>
                    <a:pt x="12086" y="21611"/>
                  </a:cubicBezTo>
                  <a:cubicBezTo>
                    <a:pt x="13296" y="21611"/>
                    <a:pt x="14354" y="21184"/>
                    <a:pt x="15338" y="20317"/>
                  </a:cubicBezTo>
                  <a:cubicBezTo>
                    <a:pt x="15588" y="20097"/>
                    <a:pt x="15791" y="20009"/>
                    <a:pt x="15975" y="20009"/>
                  </a:cubicBezTo>
                  <a:cubicBezTo>
                    <a:pt x="16635" y="20009"/>
                    <a:pt x="17043" y="21149"/>
                    <a:pt x="18463" y="21429"/>
                  </a:cubicBezTo>
                  <a:cubicBezTo>
                    <a:pt x="18638" y="21464"/>
                    <a:pt x="18812" y="21480"/>
                    <a:pt x="18984" y="21480"/>
                  </a:cubicBezTo>
                  <a:cubicBezTo>
                    <a:pt x="20601" y="21480"/>
                    <a:pt x="22007" y="20043"/>
                    <a:pt x="21445" y="18761"/>
                  </a:cubicBezTo>
                  <a:cubicBezTo>
                    <a:pt x="20825" y="17342"/>
                    <a:pt x="22199" y="15895"/>
                    <a:pt x="21708" y="13792"/>
                  </a:cubicBezTo>
                  <a:cubicBezTo>
                    <a:pt x="21219" y="11691"/>
                    <a:pt x="20406" y="12036"/>
                    <a:pt x="19807" y="10307"/>
                  </a:cubicBezTo>
                  <a:cubicBezTo>
                    <a:pt x="19206" y="8577"/>
                    <a:pt x="21476" y="6464"/>
                    <a:pt x="18867" y="3060"/>
                  </a:cubicBezTo>
                  <a:cubicBezTo>
                    <a:pt x="17075" y="723"/>
                    <a:pt x="14687" y="358"/>
                    <a:pt x="13368" y="358"/>
                  </a:cubicBezTo>
                  <a:cubicBezTo>
                    <a:pt x="12767" y="358"/>
                    <a:pt x="12388" y="434"/>
                    <a:pt x="12388" y="434"/>
                  </a:cubicBezTo>
                  <a:lnTo>
                    <a:pt x="12388" y="435"/>
                  </a:lnTo>
                  <a:cubicBezTo>
                    <a:pt x="11461" y="133"/>
                    <a:pt x="10604" y="0"/>
                    <a:pt x="981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36"/>
            <p:cNvSpPr/>
            <p:nvPr/>
          </p:nvSpPr>
          <p:spPr>
            <a:xfrm>
              <a:off x="5572588" y="1318125"/>
              <a:ext cx="68543" cy="68543"/>
            </a:xfrm>
            <a:custGeom>
              <a:rect b="b" l="l" r="r" t="t"/>
              <a:pathLst>
                <a:path extrusionOk="0" h="3425" w="3425">
                  <a:moveTo>
                    <a:pt x="1712" y="385"/>
                  </a:moveTo>
                  <a:cubicBezTo>
                    <a:pt x="2445" y="385"/>
                    <a:pt x="3040" y="980"/>
                    <a:pt x="3040" y="1713"/>
                  </a:cubicBezTo>
                  <a:cubicBezTo>
                    <a:pt x="3040" y="2444"/>
                    <a:pt x="2445" y="3040"/>
                    <a:pt x="1712" y="3040"/>
                  </a:cubicBezTo>
                  <a:cubicBezTo>
                    <a:pt x="981" y="3040"/>
                    <a:pt x="385" y="2444"/>
                    <a:pt x="385" y="1713"/>
                  </a:cubicBezTo>
                  <a:cubicBezTo>
                    <a:pt x="385" y="980"/>
                    <a:pt x="981" y="385"/>
                    <a:pt x="1712" y="385"/>
                  </a:cubicBezTo>
                  <a:close/>
                  <a:moveTo>
                    <a:pt x="1712" y="0"/>
                  </a:moveTo>
                  <a:cubicBezTo>
                    <a:pt x="768" y="0"/>
                    <a:pt x="1" y="768"/>
                    <a:pt x="1" y="1713"/>
                  </a:cubicBezTo>
                  <a:cubicBezTo>
                    <a:pt x="1" y="2657"/>
                    <a:pt x="768" y="3424"/>
                    <a:pt x="1712" y="3424"/>
                  </a:cubicBezTo>
                  <a:cubicBezTo>
                    <a:pt x="2655" y="3424"/>
                    <a:pt x="3425" y="2657"/>
                    <a:pt x="3425" y="1713"/>
                  </a:cubicBezTo>
                  <a:cubicBezTo>
                    <a:pt x="3425" y="770"/>
                    <a:pt x="2655" y="0"/>
                    <a:pt x="171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36"/>
            <p:cNvSpPr/>
            <p:nvPr/>
          </p:nvSpPr>
          <p:spPr>
            <a:xfrm>
              <a:off x="5378587" y="1300114"/>
              <a:ext cx="161661" cy="228703"/>
            </a:xfrm>
            <a:custGeom>
              <a:rect b="b" l="l" r="r" t="t"/>
              <a:pathLst>
                <a:path extrusionOk="0" h="11428" w="8078">
                  <a:moveTo>
                    <a:pt x="1290" y="0"/>
                  </a:moveTo>
                  <a:lnTo>
                    <a:pt x="0" y="8448"/>
                  </a:lnTo>
                  <a:lnTo>
                    <a:pt x="0" y="8450"/>
                  </a:lnTo>
                  <a:cubicBezTo>
                    <a:pt x="0" y="8450"/>
                    <a:pt x="2316" y="11427"/>
                    <a:pt x="5241" y="11427"/>
                  </a:cubicBezTo>
                  <a:cubicBezTo>
                    <a:pt x="6145" y="11427"/>
                    <a:pt x="7107" y="11143"/>
                    <a:pt x="8077" y="10398"/>
                  </a:cubicBezTo>
                  <a:lnTo>
                    <a:pt x="7679" y="7936"/>
                  </a:lnTo>
                  <a:lnTo>
                    <a:pt x="7243" y="5250"/>
                  </a:lnTo>
                  <a:lnTo>
                    <a:pt x="6939" y="3369"/>
                  </a:lnTo>
                  <a:lnTo>
                    <a:pt x="1290" y="0"/>
                  </a:lnTo>
                  <a:close/>
                </a:path>
              </a:pathLst>
            </a:custGeom>
            <a:solidFill>
              <a:srgbClr val="9B6C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36"/>
            <p:cNvSpPr/>
            <p:nvPr/>
          </p:nvSpPr>
          <p:spPr>
            <a:xfrm>
              <a:off x="5428318" y="1362013"/>
              <a:ext cx="103945" cy="97201"/>
            </a:xfrm>
            <a:custGeom>
              <a:rect b="b" l="l" r="r" t="t"/>
              <a:pathLst>
                <a:path extrusionOk="0" h="4857" w="5194">
                  <a:moveTo>
                    <a:pt x="1" y="1"/>
                  </a:moveTo>
                  <a:lnTo>
                    <a:pt x="1" y="1"/>
                  </a:lnTo>
                  <a:cubicBezTo>
                    <a:pt x="2137" y="4268"/>
                    <a:pt x="4061" y="4857"/>
                    <a:pt x="4964" y="4857"/>
                  </a:cubicBezTo>
                  <a:cubicBezTo>
                    <a:pt x="5050" y="4857"/>
                    <a:pt x="5127" y="4851"/>
                    <a:pt x="5194" y="4843"/>
                  </a:cubicBezTo>
                  <a:lnTo>
                    <a:pt x="4757" y="2156"/>
                  </a:lnTo>
                  <a:lnTo>
                    <a:pt x="1" y="1"/>
                  </a:lnTo>
                  <a:close/>
                </a:path>
              </a:pathLst>
            </a:custGeom>
            <a:solidFill>
              <a:srgbClr val="3C363C">
                <a:alpha val="456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36"/>
            <p:cNvSpPr/>
            <p:nvPr/>
          </p:nvSpPr>
          <p:spPr>
            <a:xfrm>
              <a:off x="5315267" y="1106653"/>
              <a:ext cx="310714" cy="307392"/>
            </a:xfrm>
            <a:custGeom>
              <a:rect b="b" l="l" r="r" t="t"/>
              <a:pathLst>
                <a:path extrusionOk="0" h="15360" w="15526">
                  <a:moveTo>
                    <a:pt x="8786" y="1"/>
                  </a:moveTo>
                  <a:cubicBezTo>
                    <a:pt x="0" y="1"/>
                    <a:pt x="1966" y="5700"/>
                    <a:pt x="2673" y="8335"/>
                  </a:cubicBezTo>
                  <a:cubicBezTo>
                    <a:pt x="3178" y="10215"/>
                    <a:pt x="3695" y="10842"/>
                    <a:pt x="5039" y="12686"/>
                  </a:cubicBezTo>
                  <a:cubicBezTo>
                    <a:pt x="6238" y="14332"/>
                    <a:pt x="8334" y="15194"/>
                    <a:pt x="9413" y="15302"/>
                  </a:cubicBezTo>
                  <a:cubicBezTo>
                    <a:pt x="9791" y="15340"/>
                    <a:pt x="10149" y="15360"/>
                    <a:pt x="10488" y="15360"/>
                  </a:cubicBezTo>
                  <a:cubicBezTo>
                    <a:pt x="13667" y="15360"/>
                    <a:pt x="15151" y="13627"/>
                    <a:pt x="14810" y="8811"/>
                  </a:cubicBezTo>
                  <a:cubicBezTo>
                    <a:pt x="14575" y="5500"/>
                    <a:pt x="15525" y="3674"/>
                    <a:pt x="14711" y="2380"/>
                  </a:cubicBezTo>
                  <a:lnTo>
                    <a:pt x="14709" y="2380"/>
                  </a:lnTo>
                  <a:cubicBezTo>
                    <a:pt x="14655" y="2321"/>
                    <a:pt x="14599" y="2262"/>
                    <a:pt x="14544" y="2206"/>
                  </a:cubicBezTo>
                  <a:cubicBezTo>
                    <a:pt x="13200" y="834"/>
                    <a:pt x="11356" y="68"/>
                    <a:pt x="9438" y="11"/>
                  </a:cubicBezTo>
                  <a:cubicBezTo>
                    <a:pt x="9214" y="4"/>
                    <a:pt x="8997" y="1"/>
                    <a:pt x="8786" y="1"/>
                  </a:cubicBezTo>
                  <a:close/>
                </a:path>
              </a:pathLst>
            </a:custGeom>
            <a:solidFill>
              <a:srgbClr val="9B6C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36"/>
            <p:cNvSpPr/>
            <p:nvPr/>
          </p:nvSpPr>
          <p:spPr>
            <a:xfrm>
              <a:off x="5334179" y="1086200"/>
              <a:ext cx="295044" cy="178011"/>
            </a:xfrm>
            <a:custGeom>
              <a:rect b="b" l="l" r="r" t="t"/>
              <a:pathLst>
                <a:path extrusionOk="0" h="8895" w="14743">
                  <a:moveTo>
                    <a:pt x="8155" y="1"/>
                  </a:moveTo>
                  <a:cubicBezTo>
                    <a:pt x="4419" y="1"/>
                    <a:pt x="1726" y="2077"/>
                    <a:pt x="1030" y="3656"/>
                  </a:cubicBezTo>
                  <a:cubicBezTo>
                    <a:pt x="155" y="5647"/>
                    <a:pt x="0" y="8894"/>
                    <a:pt x="971" y="8894"/>
                  </a:cubicBezTo>
                  <a:cubicBezTo>
                    <a:pt x="1049" y="8894"/>
                    <a:pt x="1133" y="8874"/>
                    <a:pt x="1225" y="8830"/>
                  </a:cubicBezTo>
                  <a:cubicBezTo>
                    <a:pt x="2470" y="8240"/>
                    <a:pt x="3840" y="8172"/>
                    <a:pt x="4672" y="7779"/>
                  </a:cubicBezTo>
                  <a:cubicBezTo>
                    <a:pt x="5502" y="7387"/>
                    <a:pt x="5530" y="5117"/>
                    <a:pt x="5530" y="5117"/>
                  </a:cubicBezTo>
                  <a:cubicBezTo>
                    <a:pt x="7043" y="3226"/>
                    <a:pt x="8538" y="2588"/>
                    <a:pt x="9866" y="2588"/>
                  </a:cubicBezTo>
                  <a:cubicBezTo>
                    <a:pt x="12618" y="2588"/>
                    <a:pt x="14655" y="5324"/>
                    <a:pt x="14655" y="5324"/>
                  </a:cubicBezTo>
                  <a:cubicBezTo>
                    <a:pt x="14742" y="3468"/>
                    <a:pt x="12568" y="935"/>
                    <a:pt x="12568" y="935"/>
                  </a:cubicBezTo>
                  <a:cubicBezTo>
                    <a:pt x="10991" y="272"/>
                    <a:pt x="9505" y="1"/>
                    <a:pt x="81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36"/>
            <p:cNvSpPr/>
            <p:nvPr/>
          </p:nvSpPr>
          <p:spPr>
            <a:xfrm>
              <a:off x="5466342" y="1275118"/>
              <a:ext cx="39585" cy="20593"/>
            </a:xfrm>
            <a:custGeom>
              <a:rect b="b" l="l" r="r" t="t"/>
              <a:pathLst>
                <a:path extrusionOk="0" h="1029" w="1978">
                  <a:moveTo>
                    <a:pt x="1002" y="1"/>
                  </a:moveTo>
                  <a:cubicBezTo>
                    <a:pt x="996" y="1"/>
                    <a:pt x="990" y="1"/>
                    <a:pt x="984" y="1"/>
                  </a:cubicBezTo>
                  <a:cubicBezTo>
                    <a:pt x="441" y="4"/>
                    <a:pt x="0" y="238"/>
                    <a:pt x="2" y="521"/>
                  </a:cubicBezTo>
                  <a:cubicBezTo>
                    <a:pt x="4" y="802"/>
                    <a:pt x="438" y="1028"/>
                    <a:pt x="974" y="1028"/>
                  </a:cubicBezTo>
                  <a:cubicBezTo>
                    <a:pt x="980" y="1028"/>
                    <a:pt x="986" y="1028"/>
                    <a:pt x="992" y="1028"/>
                  </a:cubicBezTo>
                  <a:cubicBezTo>
                    <a:pt x="1537" y="1025"/>
                    <a:pt x="1978" y="791"/>
                    <a:pt x="1974" y="508"/>
                  </a:cubicBezTo>
                  <a:cubicBezTo>
                    <a:pt x="1972" y="227"/>
                    <a:pt x="1538" y="1"/>
                    <a:pt x="1002" y="1"/>
                  </a:cubicBezTo>
                  <a:close/>
                </a:path>
              </a:pathLst>
            </a:custGeom>
            <a:solidFill>
              <a:srgbClr val="D8524A">
                <a:alpha val="5062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36"/>
            <p:cNvSpPr/>
            <p:nvPr/>
          </p:nvSpPr>
          <p:spPr>
            <a:xfrm>
              <a:off x="5579312" y="1280102"/>
              <a:ext cx="33141" cy="20593"/>
            </a:xfrm>
            <a:custGeom>
              <a:rect b="b" l="l" r="r" t="t"/>
              <a:pathLst>
                <a:path extrusionOk="0" h="1029" w="1656">
                  <a:moveTo>
                    <a:pt x="998" y="1"/>
                  </a:moveTo>
                  <a:cubicBezTo>
                    <a:pt x="994" y="1"/>
                    <a:pt x="989" y="1"/>
                    <a:pt x="984" y="1"/>
                  </a:cubicBezTo>
                  <a:cubicBezTo>
                    <a:pt x="439" y="4"/>
                    <a:pt x="0" y="238"/>
                    <a:pt x="2" y="521"/>
                  </a:cubicBezTo>
                  <a:cubicBezTo>
                    <a:pt x="4" y="803"/>
                    <a:pt x="441" y="1028"/>
                    <a:pt x="979" y="1028"/>
                  </a:cubicBezTo>
                  <a:cubicBezTo>
                    <a:pt x="983" y="1028"/>
                    <a:pt x="987" y="1028"/>
                    <a:pt x="991" y="1028"/>
                  </a:cubicBezTo>
                  <a:cubicBezTo>
                    <a:pt x="1249" y="1026"/>
                    <a:pt x="1482" y="972"/>
                    <a:pt x="1656" y="889"/>
                  </a:cubicBezTo>
                  <a:cubicBezTo>
                    <a:pt x="1647" y="648"/>
                    <a:pt x="1633" y="400"/>
                    <a:pt x="1616" y="144"/>
                  </a:cubicBezTo>
                  <a:cubicBezTo>
                    <a:pt x="1616" y="133"/>
                    <a:pt x="1614" y="121"/>
                    <a:pt x="1614" y="112"/>
                  </a:cubicBezTo>
                  <a:cubicBezTo>
                    <a:pt x="1447" y="42"/>
                    <a:pt x="1231" y="1"/>
                    <a:pt x="998" y="1"/>
                  </a:cubicBezTo>
                  <a:close/>
                </a:path>
              </a:pathLst>
            </a:custGeom>
            <a:solidFill>
              <a:srgbClr val="D8524A">
                <a:alpha val="5062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36"/>
            <p:cNvSpPr/>
            <p:nvPr/>
          </p:nvSpPr>
          <p:spPr>
            <a:xfrm>
              <a:off x="5359695" y="1224667"/>
              <a:ext cx="88475" cy="103645"/>
            </a:xfrm>
            <a:custGeom>
              <a:rect b="b" l="l" r="r" t="t"/>
              <a:pathLst>
                <a:path extrusionOk="0" h="5179" w="4421">
                  <a:moveTo>
                    <a:pt x="1633" y="0"/>
                  </a:moveTo>
                  <a:cubicBezTo>
                    <a:pt x="1587" y="0"/>
                    <a:pt x="1540" y="3"/>
                    <a:pt x="1494" y="10"/>
                  </a:cubicBezTo>
                  <a:cubicBezTo>
                    <a:pt x="154" y="203"/>
                    <a:pt x="1" y="1397"/>
                    <a:pt x="138" y="2613"/>
                  </a:cubicBezTo>
                  <a:cubicBezTo>
                    <a:pt x="267" y="3736"/>
                    <a:pt x="967" y="5178"/>
                    <a:pt x="2395" y="5178"/>
                  </a:cubicBezTo>
                  <a:cubicBezTo>
                    <a:pt x="2511" y="5178"/>
                    <a:pt x="2632" y="5169"/>
                    <a:pt x="2758" y="5149"/>
                  </a:cubicBezTo>
                  <a:cubicBezTo>
                    <a:pt x="3595" y="5017"/>
                    <a:pt x="4006" y="4480"/>
                    <a:pt x="4192" y="3916"/>
                  </a:cubicBezTo>
                  <a:cubicBezTo>
                    <a:pt x="4420" y="3227"/>
                    <a:pt x="4288" y="2472"/>
                    <a:pt x="3888" y="1867"/>
                  </a:cubicBezTo>
                  <a:cubicBezTo>
                    <a:pt x="3394" y="1124"/>
                    <a:pt x="2504" y="0"/>
                    <a:pt x="1633" y="0"/>
                  </a:cubicBezTo>
                  <a:close/>
                </a:path>
              </a:pathLst>
            </a:custGeom>
            <a:solidFill>
              <a:srgbClr val="9B6C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36"/>
            <p:cNvSpPr/>
            <p:nvPr/>
          </p:nvSpPr>
          <p:spPr>
            <a:xfrm>
              <a:off x="5346207" y="1310461"/>
              <a:ext cx="68523" cy="68503"/>
            </a:xfrm>
            <a:custGeom>
              <a:rect b="b" l="l" r="r" t="t"/>
              <a:pathLst>
                <a:path extrusionOk="0" h="3423" w="3424">
                  <a:moveTo>
                    <a:pt x="1712" y="383"/>
                  </a:moveTo>
                  <a:cubicBezTo>
                    <a:pt x="2445" y="383"/>
                    <a:pt x="3040" y="978"/>
                    <a:pt x="3040" y="1711"/>
                  </a:cubicBezTo>
                  <a:cubicBezTo>
                    <a:pt x="3040" y="2442"/>
                    <a:pt x="2445" y="3038"/>
                    <a:pt x="1712" y="3038"/>
                  </a:cubicBezTo>
                  <a:cubicBezTo>
                    <a:pt x="981" y="3038"/>
                    <a:pt x="386" y="2442"/>
                    <a:pt x="386" y="1711"/>
                  </a:cubicBezTo>
                  <a:cubicBezTo>
                    <a:pt x="386" y="978"/>
                    <a:pt x="981" y="383"/>
                    <a:pt x="1712" y="383"/>
                  </a:cubicBezTo>
                  <a:close/>
                  <a:moveTo>
                    <a:pt x="1712" y="0"/>
                  </a:moveTo>
                  <a:cubicBezTo>
                    <a:pt x="769" y="0"/>
                    <a:pt x="1" y="768"/>
                    <a:pt x="1" y="1711"/>
                  </a:cubicBezTo>
                  <a:cubicBezTo>
                    <a:pt x="1" y="2655"/>
                    <a:pt x="769" y="3423"/>
                    <a:pt x="1712" y="3423"/>
                  </a:cubicBezTo>
                  <a:cubicBezTo>
                    <a:pt x="2656" y="3423"/>
                    <a:pt x="3423" y="2655"/>
                    <a:pt x="3423" y="1711"/>
                  </a:cubicBezTo>
                  <a:cubicBezTo>
                    <a:pt x="3423" y="768"/>
                    <a:pt x="2656" y="0"/>
                    <a:pt x="171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36"/>
            <p:cNvSpPr/>
            <p:nvPr/>
          </p:nvSpPr>
          <p:spPr>
            <a:xfrm>
              <a:off x="5377706" y="1244519"/>
              <a:ext cx="38764" cy="57456"/>
            </a:xfrm>
            <a:custGeom>
              <a:rect b="b" l="l" r="r" t="t"/>
              <a:pathLst>
                <a:path extrusionOk="0" h="2871" w="1937">
                  <a:moveTo>
                    <a:pt x="453" y="0"/>
                  </a:moveTo>
                  <a:cubicBezTo>
                    <a:pt x="360" y="0"/>
                    <a:pt x="265" y="14"/>
                    <a:pt x="169" y="43"/>
                  </a:cubicBezTo>
                  <a:cubicBezTo>
                    <a:pt x="0" y="95"/>
                    <a:pt x="84" y="330"/>
                    <a:pt x="238" y="330"/>
                  </a:cubicBezTo>
                  <a:cubicBezTo>
                    <a:pt x="254" y="330"/>
                    <a:pt x="271" y="327"/>
                    <a:pt x="288" y="322"/>
                  </a:cubicBezTo>
                  <a:cubicBezTo>
                    <a:pt x="351" y="303"/>
                    <a:pt x="412" y="294"/>
                    <a:pt x="473" y="294"/>
                  </a:cubicBezTo>
                  <a:cubicBezTo>
                    <a:pt x="940" y="294"/>
                    <a:pt x="1322" y="829"/>
                    <a:pt x="1461" y="1208"/>
                  </a:cubicBezTo>
                  <a:cubicBezTo>
                    <a:pt x="1639" y="1688"/>
                    <a:pt x="1595" y="2209"/>
                    <a:pt x="1522" y="2705"/>
                  </a:cubicBezTo>
                  <a:cubicBezTo>
                    <a:pt x="1507" y="2811"/>
                    <a:pt x="1590" y="2871"/>
                    <a:pt x="1674" y="2871"/>
                  </a:cubicBezTo>
                  <a:cubicBezTo>
                    <a:pt x="1741" y="2871"/>
                    <a:pt x="1809" y="2831"/>
                    <a:pt x="1821" y="2745"/>
                  </a:cubicBezTo>
                  <a:cubicBezTo>
                    <a:pt x="1929" y="2024"/>
                    <a:pt x="1936" y="1250"/>
                    <a:pt x="1498" y="630"/>
                  </a:cubicBezTo>
                  <a:cubicBezTo>
                    <a:pt x="1250" y="278"/>
                    <a:pt x="872" y="0"/>
                    <a:pt x="4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36"/>
            <p:cNvSpPr/>
            <p:nvPr/>
          </p:nvSpPr>
          <p:spPr>
            <a:xfrm>
              <a:off x="5470785" y="1226388"/>
              <a:ext cx="73506" cy="81891"/>
            </a:xfrm>
            <a:custGeom>
              <a:rect b="b" l="l" r="r" t="t"/>
              <a:pathLst>
                <a:path extrusionOk="0" h="4092" w="3673">
                  <a:moveTo>
                    <a:pt x="1824" y="308"/>
                  </a:moveTo>
                  <a:cubicBezTo>
                    <a:pt x="2184" y="308"/>
                    <a:pt x="2528" y="458"/>
                    <a:pt x="2805" y="740"/>
                  </a:cubicBezTo>
                  <a:cubicBezTo>
                    <a:pt x="3112" y="1049"/>
                    <a:pt x="3298" y="1477"/>
                    <a:pt x="3329" y="1945"/>
                  </a:cubicBezTo>
                  <a:cubicBezTo>
                    <a:pt x="3361" y="2413"/>
                    <a:pt x="3235" y="2862"/>
                    <a:pt x="2974" y="3211"/>
                  </a:cubicBezTo>
                  <a:cubicBezTo>
                    <a:pt x="2718" y="3552"/>
                    <a:pt x="2363" y="3754"/>
                    <a:pt x="1975" y="3782"/>
                  </a:cubicBezTo>
                  <a:cubicBezTo>
                    <a:pt x="1947" y="3784"/>
                    <a:pt x="1918" y="3784"/>
                    <a:pt x="1890" y="3784"/>
                  </a:cubicBezTo>
                  <a:cubicBezTo>
                    <a:pt x="1532" y="3784"/>
                    <a:pt x="1185" y="3632"/>
                    <a:pt x="908" y="3352"/>
                  </a:cubicBezTo>
                  <a:cubicBezTo>
                    <a:pt x="603" y="3042"/>
                    <a:pt x="417" y="2614"/>
                    <a:pt x="386" y="2145"/>
                  </a:cubicBezTo>
                  <a:cubicBezTo>
                    <a:pt x="319" y="1190"/>
                    <a:pt x="927" y="366"/>
                    <a:pt x="1738" y="310"/>
                  </a:cubicBezTo>
                  <a:cubicBezTo>
                    <a:pt x="1767" y="309"/>
                    <a:pt x="1796" y="308"/>
                    <a:pt x="1824" y="308"/>
                  </a:cubicBezTo>
                  <a:close/>
                  <a:moveTo>
                    <a:pt x="1827" y="0"/>
                  </a:moveTo>
                  <a:cubicBezTo>
                    <a:pt x="1791" y="0"/>
                    <a:pt x="1754" y="2"/>
                    <a:pt x="1717" y="4"/>
                  </a:cubicBezTo>
                  <a:cubicBezTo>
                    <a:pt x="737" y="70"/>
                    <a:pt x="1" y="1042"/>
                    <a:pt x="78" y="2166"/>
                  </a:cubicBezTo>
                  <a:cubicBezTo>
                    <a:pt x="116" y="2708"/>
                    <a:pt x="332" y="3205"/>
                    <a:pt x="690" y="3568"/>
                  </a:cubicBezTo>
                  <a:cubicBezTo>
                    <a:pt x="1025" y="3908"/>
                    <a:pt x="1447" y="4092"/>
                    <a:pt x="1886" y="4092"/>
                  </a:cubicBezTo>
                  <a:cubicBezTo>
                    <a:pt x="1923" y="4092"/>
                    <a:pt x="1959" y="4091"/>
                    <a:pt x="1996" y="4088"/>
                  </a:cubicBezTo>
                  <a:cubicBezTo>
                    <a:pt x="2041" y="4085"/>
                    <a:pt x="2085" y="4079"/>
                    <a:pt x="2128" y="4074"/>
                  </a:cubicBezTo>
                  <a:cubicBezTo>
                    <a:pt x="2555" y="4008"/>
                    <a:pt x="2939" y="3771"/>
                    <a:pt x="3221" y="3395"/>
                  </a:cubicBezTo>
                  <a:cubicBezTo>
                    <a:pt x="3526" y="2988"/>
                    <a:pt x="3672" y="2466"/>
                    <a:pt x="3636" y="1924"/>
                  </a:cubicBezTo>
                  <a:cubicBezTo>
                    <a:pt x="3599" y="1383"/>
                    <a:pt x="3382" y="885"/>
                    <a:pt x="3025" y="523"/>
                  </a:cubicBezTo>
                  <a:cubicBezTo>
                    <a:pt x="2690" y="184"/>
                    <a:pt x="2268" y="0"/>
                    <a:pt x="182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36"/>
            <p:cNvSpPr/>
            <p:nvPr/>
          </p:nvSpPr>
          <p:spPr>
            <a:xfrm>
              <a:off x="5552836" y="1232392"/>
              <a:ext cx="73486" cy="81911"/>
            </a:xfrm>
            <a:custGeom>
              <a:rect b="b" l="l" r="r" t="t"/>
              <a:pathLst>
                <a:path extrusionOk="0" h="4093" w="3672">
                  <a:moveTo>
                    <a:pt x="1824" y="309"/>
                  </a:moveTo>
                  <a:cubicBezTo>
                    <a:pt x="2182" y="309"/>
                    <a:pt x="2528" y="459"/>
                    <a:pt x="2805" y="740"/>
                  </a:cubicBezTo>
                  <a:cubicBezTo>
                    <a:pt x="3111" y="1050"/>
                    <a:pt x="3296" y="1478"/>
                    <a:pt x="3329" y="1946"/>
                  </a:cubicBezTo>
                  <a:cubicBezTo>
                    <a:pt x="3360" y="2415"/>
                    <a:pt x="3235" y="2864"/>
                    <a:pt x="2974" y="3212"/>
                  </a:cubicBezTo>
                  <a:cubicBezTo>
                    <a:pt x="2718" y="3553"/>
                    <a:pt x="2363" y="3755"/>
                    <a:pt x="1975" y="3781"/>
                  </a:cubicBezTo>
                  <a:cubicBezTo>
                    <a:pt x="1944" y="3783"/>
                    <a:pt x="1914" y="3784"/>
                    <a:pt x="1885" y="3784"/>
                  </a:cubicBezTo>
                  <a:cubicBezTo>
                    <a:pt x="1528" y="3784"/>
                    <a:pt x="1184" y="3632"/>
                    <a:pt x="907" y="3353"/>
                  </a:cubicBezTo>
                  <a:cubicBezTo>
                    <a:pt x="603" y="3043"/>
                    <a:pt x="417" y="2615"/>
                    <a:pt x="385" y="2146"/>
                  </a:cubicBezTo>
                  <a:lnTo>
                    <a:pt x="383" y="2146"/>
                  </a:lnTo>
                  <a:cubicBezTo>
                    <a:pt x="319" y="1189"/>
                    <a:pt x="925" y="367"/>
                    <a:pt x="1738" y="312"/>
                  </a:cubicBezTo>
                  <a:cubicBezTo>
                    <a:pt x="1766" y="310"/>
                    <a:pt x="1795" y="309"/>
                    <a:pt x="1824" y="309"/>
                  </a:cubicBezTo>
                  <a:close/>
                  <a:moveTo>
                    <a:pt x="1822" y="0"/>
                  </a:moveTo>
                  <a:cubicBezTo>
                    <a:pt x="1787" y="0"/>
                    <a:pt x="1752" y="1"/>
                    <a:pt x="1717" y="4"/>
                  </a:cubicBezTo>
                  <a:cubicBezTo>
                    <a:pt x="737" y="71"/>
                    <a:pt x="0" y="1041"/>
                    <a:pt x="77" y="2167"/>
                  </a:cubicBezTo>
                  <a:cubicBezTo>
                    <a:pt x="82" y="2251"/>
                    <a:pt x="94" y="2333"/>
                    <a:pt x="108" y="2413"/>
                  </a:cubicBezTo>
                  <a:cubicBezTo>
                    <a:pt x="128" y="2407"/>
                    <a:pt x="149" y="2403"/>
                    <a:pt x="170" y="2403"/>
                  </a:cubicBezTo>
                  <a:cubicBezTo>
                    <a:pt x="202" y="2403"/>
                    <a:pt x="234" y="2411"/>
                    <a:pt x="260" y="2430"/>
                  </a:cubicBezTo>
                  <a:cubicBezTo>
                    <a:pt x="504" y="2597"/>
                    <a:pt x="608" y="2954"/>
                    <a:pt x="397" y="3189"/>
                  </a:cubicBezTo>
                  <a:cubicBezTo>
                    <a:pt x="479" y="3327"/>
                    <a:pt x="577" y="3456"/>
                    <a:pt x="688" y="3569"/>
                  </a:cubicBezTo>
                  <a:cubicBezTo>
                    <a:pt x="1024" y="3908"/>
                    <a:pt x="1445" y="4093"/>
                    <a:pt x="1886" y="4093"/>
                  </a:cubicBezTo>
                  <a:cubicBezTo>
                    <a:pt x="1923" y="4093"/>
                    <a:pt x="1959" y="4092"/>
                    <a:pt x="1995" y="4089"/>
                  </a:cubicBezTo>
                  <a:cubicBezTo>
                    <a:pt x="2039" y="4086"/>
                    <a:pt x="2084" y="4080"/>
                    <a:pt x="2128" y="4075"/>
                  </a:cubicBezTo>
                  <a:cubicBezTo>
                    <a:pt x="2554" y="4009"/>
                    <a:pt x="2939" y="3772"/>
                    <a:pt x="3219" y="3396"/>
                  </a:cubicBezTo>
                  <a:cubicBezTo>
                    <a:pt x="3524" y="2989"/>
                    <a:pt x="3672" y="2467"/>
                    <a:pt x="3635" y="1925"/>
                  </a:cubicBezTo>
                  <a:cubicBezTo>
                    <a:pt x="3599" y="1384"/>
                    <a:pt x="3381" y="886"/>
                    <a:pt x="3024" y="524"/>
                  </a:cubicBezTo>
                  <a:cubicBezTo>
                    <a:pt x="2687" y="184"/>
                    <a:pt x="2264" y="0"/>
                    <a:pt x="182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36"/>
            <p:cNvSpPr/>
            <p:nvPr/>
          </p:nvSpPr>
          <p:spPr>
            <a:xfrm>
              <a:off x="5538627" y="1258548"/>
              <a:ext cx="21053" cy="8285"/>
            </a:xfrm>
            <a:custGeom>
              <a:rect b="b" l="l" r="r" t="t"/>
              <a:pathLst>
                <a:path extrusionOk="0" h="414" w="1052">
                  <a:moveTo>
                    <a:pt x="421" y="1"/>
                  </a:moveTo>
                  <a:cubicBezTo>
                    <a:pt x="321" y="1"/>
                    <a:pt x="219" y="20"/>
                    <a:pt x="120" y="61"/>
                  </a:cubicBezTo>
                  <a:cubicBezTo>
                    <a:pt x="1" y="110"/>
                    <a:pt x="60" y="282"/>
                    <a:pt x="170" y="282"/>
                  </a:cubicBezTo>
                  <a:cubicBezTo>
                    <a:pt x="184" y="282"/>
                    <a:pt x="200" y="279"/>
                    <a:pt x="216" y="272"/>
                  </a:cubicBezTo>
                  <a:cubicBezTo>
                    <a:pt x="283" y="244"/>
                    <a:pt x="355" y="230"/>
                    <a:pt x="426" y="230"/>
                  </a:cubicBezTo>
                  <a:cubicBezTo>
                    <a:pt x="560" y="230"/>
                    <a:pt x="693" y="280"/>
                    <a:pt x="792" y="378"/>
                  </a:cubicBezTo>
                  <a:cubicBezTo>
                    <a:pt x="818" y="403"/>
                    <a:pt x="848" y="414"/>
                    <a:pt x="877" y="414"/>
                  </a:cubicBezTo>
                  <a:cubicBezTo>
                    <a:pt x="968" y="414"/>
                    <a:pt x="1052" y="313"/>
                    <a:pt x="972" y="234"/>
                  </a:cubicBezTo>
                  <a:lnTo>
                    <a:pt x="972" y="232"/>
                  </a:lnTo>
                  <a:cubicBezTo>
                    <a:pt x="819" y="82"/>
                    <a:pt x="623" y="1"/>
                    <a:pt x="42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36"/>
            <p:cNvSpPr/>
            <p:nvPr/>
          </p:nvSpPr>
          <p:spPr>
            <a:xfrm>
              <a:off x="5420853" y="1229390"/>
              <a:ext cx="57576" cy="27877"/>
            </a:xfrm>
            <a:custGeom>
              <a:rect b="b" l="l" r="r" t="t"/>
              <a:pathLst>
                <a:path extrusionOk="0" h="1393" w="2877">
                  <a:moveTo>
                    <a:pt x="166" y="0"/>
                  </a:moveTo>
                  <a:cubicBezTo>
                    <a:pt x="25" y="0"/>
                    <a:pt x="1" y="222"/>
                    <a:pt x="146" y="228"/>
                  </a:cubicBezTo>
                  <a:cubicBezTo>
                    <a:pt x="1093" y="282"/>
                    <a:pt x="1958" y="672"/>
                    <a:pt x="2620" y="1356"/>
                  </a:cubicBezTo>
                  <a:cubicBezTo>
                    <a:pt x="2645" y="1382"/>
                    <a:pt x="2675" y="1393"/>
                    <a:pt x="2704" y="1393"/>
                  </a:cubicBezTo>
                  <a:cubicBezTo>
                    <a:pt x="2793" y="1393"/>
                    <a:pt x="2876" y="1292"/>
                    <a:pt x="2799" y="1210"/>
                  </a:cubicBezTo>
                  <a:cubicBezTo>
                    <a:pt x="2097" y="484"/>
                    <a:pt x="1183" y="58"/>
                    <a:pt x="174" y="0"/>
                  </a:cubicBezTo>
                  <a:cubicBezTo>
                    <a:pt x="171" y="0"/>
                    <a:pt x="168" y="0"/>
                    <a:pt x="16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36"/>
            <p:cNvSpPr/>
            <p:nvPr/>
          </p:nvSpPr>
          <p:spPr>
            <a:xfrm>
              <a:off x="5547753" y="1127486"/>
              <a:ext cx="64160" cy="91157"/>
            </a:xfrm>
            <a:custGeom>
              <a:rect b="b" l="l" r="r" t="t"/>
              <a:pathLst>
                <a:path extrusionOk="0" h="4555" w="3206">
                  <a:moveTo>
                    <a:pt x="2364" y="1"/>
                  </a:moveTo>
                  <a:cubicBezTo>
                    <a:pt x="1537" y="1"/>
                    <a:pt x="1005" y="1182"/>
                    <a:pt x="1005" y="1182"/>
                  </a:cubicBezTo>
                  <a:cubicBezTo>
                    <a:pt x="1626" y="3322"/>
                    <a:pt x="0" y="4554"/>
                    <a:pt x="0" y="4554"/>
                  </a:cubicBezTo>
                  <a:cubicBezTo>
                    <a:pt x="3205" y="3016"/>
                    <a:pt x="2947" y="195"/>
                    <a:pt x="2947" y="195"/>
                  </a:cubicBezTo>
                  <a:cubicBezTo>
                    <a:pt x="2740" y="57"/>
                    <a:pt x="2545" y="1"/>
                    <a:pt x="23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36"/>
            <p:cNvSpPr/>
            <p:nvPr/>
          </p:nvSpPr>
          <p:spPr>
            <a:xfrm>
              <a:off x="4878134" y="4196483"/>
              <a:ext cx="294704" cy="333869"/>
            </a:xfrm>
            <a:custGeom>
              <a:rect b="b" l="l" r="r" t="t"/>
              <a:pathLst>
                <a:path extrusionOk="0" h="16683" w="14726">
                  <a:moveTo>
                    <a:pt x="9773" y="0"/>
                  </a:moveTo>
                  <a:lnTo>
                    <a:pt x="1" y="14585"/>
                  </a:lnTo>
                  <a:lnTo>
                    <a:pt x="3648" y="16682"/>
                  </a:lnTo>
                  <a:lnTo>
                    <a:pt x="14726" y="3988"/>
                  </a:lnTo>
                  <a:lnTo>
                    <a:pt x="9773" y="0"/>
                  </a:lnTo>
                  <a:close/>
                </a:path>
              </a:pathLst>
            </a:custGeom>
            <a:solidFill>
              <a:srgbClr val="9B6C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36"/>
            <p:cNvSpPr/>
            <p:nvPr/>
          </p:nvSpPr>
          <p:spPr>
            <a:xfrm>
              <a:off x="4968951" y="2482433"/>
              <a:ext cx="858216" cy="1881275"/>
            </a:xfrm>
            <a:custGeom>
              <a:rect b="b" l="l" r="r" t="t"/>
              <a:pathLst>
                <a:path extrusionOk="0" h="94005" w="42884">
                  <a:moveTo>
                    <a:pt x="34028" y="0"/>
                  </a:moveTo>
                  <a:lnTo>
                    <a:pt x="12853" y="874"/>
                  </a:lnTo>
                  <a:cubicBezTo>
                    <a:pt x="12430" y="11512"/>
                    <a:pt x="19209" y="31484"/>
                    <a:pt x="26346" y="51921"/>
                  </a:cubicBezTo>
                  <a:cubicBezTo>
                    <a:pt x="26346" y="51921"/>
                    <a:pt x="4231" y="78458"/>
                    <a:pt x="1" y="89609"/>
                  </a:cubicBezTo>
                  <a:lnTo>
                    <a:pt x="7309" y="94005"/>
                  </a:lnTo>
                  <a:cubicBezTo>
                    <a:pt x="7309" y="94005"/>
                    <a:pt x="36850" y="65795"/>
                    <a:pt x="39867" y="59819"/>
                  </a:cubicBezTo>
                  <a:cubicBezTo>
                    <a:pt x="42883" y="53843"/>
                    <a:pt x="34028" y="0"/>
                    <a:pt x="3402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36"/>
            <p:cNvSpPr/>
            <p:nvPr/>
          </p:nvSpPr>
          <p:spPr>
            <a:xfrm>
              <a:off x="4952941" y="4199405"/>
              <a:ext cx="215234" cy="197503"/>
            </a:xfrm>
            <a:custGeom>
              <a:rect b="b" l="l" r="r" t="t"/>
              <a:pathLst>
                <a:path extrusionOk="0" h="9869" w="10755">
                  <a:moveTo>
                    <a:pt x="1976" y="0"/>
                  </a:moveTo>
                  <a:lnTo>
                    <a:pt x="0" y="3693"/>
                  </a:lnTo>
                  <a:lnTo>
                    <a:pt x="8222" y="9869"/>
                  </a:lnTo>
                  <a:lnTo>
                    <a:pt x="10755" y="6751"/>
                  </a:lnTo>
                  <a:lnTo>
                    <a:pt x="1976"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36"/>
            <p:cNvSpPr/>
            <p:nvPr/>
          </p:nvSpPr>
          <p:spPr>
            <a:xfrm>
              <a:off x="5029749" y="2452194"/>
              <a:ext cx="550424" cy="1796842"/>
            </a:xfrm>
            <a:custGeom>
              <a:rect b="b" l="l" r="r" t="t"/>
              <a:pathLst>
                <a:path extrusionOk="0" h="89786" w="27504">
                  <a:moveTo>
                    <a:pt x="12929" y="0"/>
                  </a:moveTo>
                  <a:cubicBezTo>
                    <a:pt x="12926" y="0"/>
                    <a:pt x="12922" y="0"/>
                    <a:pt x="12919" y="0"/>
                  </a:cubicBezTo>
                  <a:cubicBezTo>
                    <a:pt x="12808" y="5"/>
                    <a:pt x="12722" y="101"/>
                    <a:pt x="12727" y="214"/>
                  </a:cubicBezTo>
                  <a:cubicBezTo>
                    <a:pt x="13121" y="7444"/>
                    <a:pt x="15163" y="18670"/>
                    <a:pt x="18056" y="29508"/>
                  </a:cubicBezTo>
                  <a:cubicBezTo>
                    <a:pt x="21029" y="40651"/>
                    <a:pt x="24373" y="49418"/>
                    <a:pt x="27025" y="53039"/>
                  </a:cubicBezTo>
                  <a:cubicBezTo>
                    <a:pt x="25432" y="54903"/>
                    <a:pt x="6468" y="77210"/>
                    <a:pt x="53" y="89489"/>
                  </a:cubicBezTo>
                  <a:cubicBezTo>
                    <a:pt x="1" y="89589"/>
                    <a:pt x="39" y="89710"/>
                    <a:pt x="138" y="89763"/>
                  </a:cubicBezTo>
                  <a:cubicBezTo>
                    <a:pt x="168" y="89778"/>
                    <a:pt x="201" y="89785"/>
                    <a:pt x="232" y="89785"/>
                  </a:cubicBezTo>
                  <a:cubicBezTo>
                    <a:pt x="305" y="89785"/>
                    <a:pt x="375" y="89745"/>
                    <a:pt x="411" y="89677"/>
                  </a:cubicBezTo>
                  <a:cubicBezTo>
                    <a:pt x="7054" y="76961"/>
                    <a:pt x="27235" y="53415"/>
                    <a:pt x="27439" y="53180"/>
                  </a:cubicBezTo>
                  <a:cubicBezTo>
                    <a:pt x="27500" y="53107"/>
                    <a:pt x="27503" y="53001"/>
                    <a:pt x="27446" y="52926"/>
                  </a:cubicBezTo>
                  <a:cubicBezTo>
                    <a:pt x="24809" y="49430"/>
                    <a:pt x="21445" y="40636"/>
                    <a:pt x="18448" y="29404"/>
                  </a:cubicBezTo>
                  <a:cubicBezTo>
                    <a:pt x="15561" y="18590"/>
                    <a:pt x="13525" y="7397"/>
                    <a:pt x="13133" y="192"/>
                  </a:cubicBezTo>
                  <a:cubicBezTo>
                    <a:pt x="13126" y="84"/>
                    <a:pt x="13037" y="0"/>
                    <a:pt x="1292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36"/>
            <p:cNvSpPr/>
            <p:nvPr/>
          </p:nvSpPr>
          <p:spPr>
            <a:xfrm>
              <a:off x="5621879" y="3510495"/>
              <a:ext cx="170967" cy="120475"/>
            </a:xfrm>
            <a:custGeom>
              <a:rect b="b" l="l" r="r" t="t"/>
              <a:pathLst>
                <a:path extrusionOk="0" h="6020" w="8543">
                  <a:moveTo>
                    <a:pt x="4160" y="1"/>
                  </a:moveTo>
                  <a:cubicBezTo>
                    <a:pt x="3186" y="1"/>
                    <a:pt x="2330" y="171"/>
                    <a:pt x="1780" y="625"/>
                  </a:cubicBezTo>
                  <a:cubicBezTo>
                    <a:pt x="1" y="2094"/>
                    <a:pt x="3958" y="5390"/>
                    <a:pt x="8041" y="6020"/>
                  </a:cubicBezTo>
                  <a:cubicBezTo>
                    <a:pt x="8407" y="4272"/>
                    <a:pt x="8538" y="2505"/>
                    <a:pt x="8543" y="719"/>
                  </a:cubicBezTo>
                  <a:cubicBezTo>
                    <a:pt x="7208" y="353"/>
                    <a:pt x="5562" y="1"/>
                    <a:pt x="416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36"/>
            <p:cNvSpPr/>
            <p:nvPr/>
          </p:nvSpPr>
          <p:spPr>
            <a:xfrm>
              <a:off x="5611332" y="2478450"/>
              <a:ext cx="188938" cy="1205293"/>
            </a:xfrm>
            <a:custGeom>
              <a:rect b="b" l="l" r="r" t="t"/>
              <a:pathLst>
                <a:path extrusionOk="0" h="60227" w="9441">
                  <a:moveTo>
                    <a:pt x="249" y="0"/>
                  </a:moveTo>
                  <a:cubicBezTo>
                    <a:pt x="130" y="0"/>
                    <a:pt x="1" y="100"/>
                    <a:pt x="33" y="253"/>
                  </a:cubicBezTo>
                  <a:cubicBezTo>
                    <a:pt x="3557" y="16994"/>
                    <a:pt x="7277" y="33732"/>
                    <a:pt x="8732" y="50811"/>
                  </a:cubicBezTo>
                  <a:cubicBezTo>
                    <a:pt x="8904" y="52846"/>
                    <a:pt x="9167" y="54794"/>
                    <a:pt x="8652" y="56796"/>
                  </a:cubicBezTo>
                  <a:cubicBezTo>
                    <a:pt x="8379" y="57856"/>
                    <a:pt x="8024" y="58909"/>
                    <a:pt x="7592" y="59916"/>
                  </a:cubicBezTo>
                  <a:cubicBezTo>
                    <a:pt x="7523" y="60078"/>
                    <a:pt x="7665" y="60227"/>
                    <a:pt x="7794" y="60227"/>
                  </a:cubicBezTo>
                  <a:cubicBezTo>
                    <a:pt x="7853" y="60227"/>
                    <a:pt x="7910" y="60196"/>
                    <a:pt x="7942" y="60121"/>
                  </a:cubicBezTo>
                  <a:cubicBezTo>
                    <a:pt x="8286" y="59318"/>
                    <a:pt x="8581" y="58492"/>
                    <a:pt x="8831" y="57658"/>
                  </a:cubicBezTo>
                  <a:cubicBezTo>
                    <a:pt x="9291" y="56134"/>
                    <a:pt x="9441" y="54751"/>
                    <a:pt x="9324" y="53170"/>
                  </a:cubicBezTo>
                  <a:cubicBezTo>
                    <a:pt x="9002" y="48785"/>
                    <a:pt x="8535" y="44410"/>
                    <a:pt x="7950" y="40051"/>
                  </a:cubicBezTo>
                  <a:cubicBezTo>
                    <a:pt x="6812" y="31556"/>
                    <a:pt x="5219" y="23131"/>
                    <a:pt x="3492" y="14738"/>
                  </a:cubicBezTo>
                  <a:cubicBezTo>
                    <a:pt x="2491" y="9869"/>
                    <a:pt x="1449" y="5009"/>
                    <a:pt x="423" y="145"/>
                  </a:cubicBezTo>
                  <a:cubicBezTo>
                    <a:pt x="402" y="44"/>
                    <a:pt x="328" y="0"/>
                    <a:pt x="2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36"/>
            <p:cNvSpPr/>
            <p:nvPr/>
          </p:nvSpPr>
          <p:spPr>
            <a:xfrm>
              <a:off x="5649356" y="2470525"/>
              <a:ext cx="78249" cy="188037"/>
            </a:xfrm>
            <a:custGeom>
              <a:rect b="b" l="l" r="r" t="t"/>
              <a:pathLst>
                <a:path extrusionOk="0" h="9396" w="3910">
                  <a:moveTo>
                    <a:pt x="1017" y="0"/>
                  </a:moveTo>
                  <a:cubicBezTo>
                    <a:pt x="916" y="0"/>
                    <a:pt x="812" y="65"/>
                    <a:pt x="805" y="195"/>
                  </a:cubicBezTo>
                  <a:cubicBezTo>
                    <a:pt x="725" y="1782"/>
                    <a:pt x="1321" y="3243"/>
                    <a:pt x="1622" y="4777"/>
                  </a:cubicBezTo>
                  <a:cubicBezTo>
                    <a:pt x="1925" y="6324"/>
                    <a:pt x="1782" y="8222"/>
                    <a:pt x="201" y="9022"/>
                  </a:cubicBezTo>
                  <a:cubicBezTo>
                    <a:pt x="1" y="9124"/>
                    <a:pt x="125" y="9396"/>
                    <a:pt x="312" y="9396"/>
                  </a:cubicBezTo>
                  <a:cubicBezTo>
                    <a:pt x="342" y="9396"/>
                    <a:pt x="374" y="9389"/>
                    <a:pt x="407" y="9372"/>
                  </a:cubicBezTo>
                  <a:cubicBezTo>
                    <a:pt x="3909" y="7598"/>
                    <a:pt x="1072" y="2942"/>
                    <a:pt x="1209" y="195"/>
                  </a:cubicBezTo>
                  <a:cubicBezTo>
                    <a:pt x="1216" y="65"/>
                    <a:pt x="1118" y="0"/>
                    <a:pt x="101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36"/>
            <p:cNvSpPr/>
            <p:nvPr/>
          </p:nvSpPr>
          <p:spPr>
            <a:xfrm>
              <a:off x="4839350" y="4479500"/>
              <a:ext cx="41026" cy="91697"/>
            </a:xfrm>
            <a:custGeom>
              <a:rect b="b" l="l" r="r" t="t"/>
              <a:pathLst>
                <a:path extrusionOk="0" h="4582" w="2050">
                  <a:moveTo>
                    <a:pt x="1847" y="0"/>
                  </a:moveTo>
                  <a:cubicBezTo>
                    <a:pt x="1746" y="0"/>
                    <a:pt x="1644" y="65"/>
                    <a:pt x="1643" y="195"/>
                  </a:cubicBezTo>
                  <a:lnTo>
                    <a:pt x="1641" y="195"/>
                  </a:lnTo>
                  <a:cubicBezTo>
                    <a:pt x="1615" y="1689"/>
                    <a:pt x="1094" y="3087"/>
                    <a:pt x="128" y="4227"/>
                  </a:cubicBezTo>
                  <a:cubicBezTo>
                    <a:pt x="1" y="4378"/>
                    <a:pt x="136" y="4581"/>
                    <a:pt x="283" y="4581"/>
                  </a:cubicBezTo>
                  <a:cubicBezTo>
                    <a:pt x="329" y="4581"/>
                    <a:pt x="375" y="4561"/>
                    <a:pt x="415" y="4514"/>
                  </a:cubicBezTo>
                  <a:cubicBezTo>
                    <a:pt x="1453" y="3290"/>
                    <a:pt x="2019" y="1800"/>
                    <a:pt x="2047" y="195"/>
                  </a:cubicBezTo>
                  <a:cubicBezTo>
                    <a:pt x="2049" y="65"/>
                    <a:pt x="1949" y="0"/>
                    <a:pt x="184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36"/>
            <p:cNvSpPr/>
            <p:nvPr/>
          </p:nvSpPr>
          <p:spPr>
            <a:xfrm>
              <a:off x="4808491" y="4535135"/>
              <a:ext cx="242111" cy="220218"/>
            </a:xfrm>
            <a:custGeom>
              <a:rect b="b" l="l" r="r" t="t"/>
              <a:pathLst>
                <a:path extrusionOk="0" h="11004" w="12098">
                  <a:moveTo>
                    <a:pt x="1106" y="0"/>
                  </a:moveTo>
                  <a:cubicBezTo>
                    <a:pt x="1101" y="7"/>
                    <a:pt x="1096" y="14"/>
                    <a:pt x="1091" y="23"/>
                  </a:cubicBezTo>
                  <a:cubicBezTo>
                    <a:pt x="1091" y="23"/>
                    <a:pt x="812" y="272"/>
                    <a:pt x="812" y="274"/>
                  </a:cubicBezTo>
                  <a:cubicBezTo>
                    <a:pt x="293" y="772"/>
                    <a:pt x="164" y="831"/>
                    <a:pt x="138" y="1069"/>
                  </a:cubicBezTo>
                  <a:cubicBezTo>
                    <a:pt x="1" y="2378"/>
                    <a:pt x="5084" y="11004"/>
                    <a:pt x="5084" y="11004"/>
                  </a:cubicBezTo>
                  <a:lnTo>
                    <a:pt x="12044" y="11004"/>
                  </a:lnTo>
                  <a:cubicBezTo>
                    <a:pt x="12044" y="11004"/>
                    <a:pt x="12098" y="10612"/>
                    <a:pt x="12071" y="10048"/>
                  </a:cubicBezTo>
                  <a:lnTo>
                    <a:pt x="5716" y="10048"/>
                  </a:lnTo>
                  <a:cubicBezTo>
                    <a:pt x="4008" y="7972"/>
                    <a:pt x="1902" y="3997"/>
                    <a:pt x="11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36"/>
            <p:cNvSpPr/>
            <p:nvPr/>
          </p:nvSpPr>
          <p:spPr>
            <a:xfrm>
              <a:off x="5882962" y="1577267"/>
              <a:ext cx="379357" cy="359765"/>
            </a:xfrm>
            <a:custGeom>
              <a:rect b="b" l="l" r="r" t="t"/>
              <a:pathLst>
                <a:path extrusionOk="0" h="17977" w="18956">
                  <a:moveTo>
                    <a:pt x="5881" y="1"/>
                  </a:moveTo>
                  <a:cubicBezTo>
                    <a:pt x="5134" y="1"/>
                    <a:pt x="4382" y="560"/>
                    <a:pt x="4202" y="1251"/>
                  </a:cubicBezTo>
                  <a:lnTo>
                    <a:pt x="180" y="16725"/>
                  </a:lnTo>
                  <a:cubicBezTo>
                    <a:pt x="0" y="17416"/>
                    <a:pt x="460" y="17976"/>
                    <a:pt x="1207" y="17976"/>
                  </a:cubicBezTo>
                  <a:lnTo>
                    <a:pt x="13077" y="17976"/>
                  </a:lnTo>
                  <a:cubicBezTo>
                    <a:pt x="13824" y="17976"/>
                    <a:pt x="14574" y="17416"/>
                    <a:pt x="14755" y="16725"/>
                  </a:cubicBezTo>
                  <a:lnTo>
                    <a:pt x="18776" y="1251"/>
                  </a:lnTo>
                  <a:cubicBezTo>
                    <a:pt x="18956" y="560"/>
                    <a:pt x="18496" y="1"/>
                    <a:pt x="177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36"/>
            <p:cNvSpPr/>
            <p:nvPr/>
          </p:nvSpPr>
          <p:spPr>
            <a:xfrm>
              <a:off x="5907437" y="1577267"/>
              <a:ext cx="379417" cy="359765"/>
            </a:xfrm>
            <a:custGeom>
              <a:rect b="b" l="l" r="r" t="t"/>
              <a:pathLst>
                <a:path extrusionOk="0" h="17977" w="18959">
                  <a:moveTo>
                    <a:pt x="5881" y="1"/>
                  </a:moveTo>
                  <a:cubicBezTo>
                    <a:pt x="5135" y="1"/>
                    <a:pt x="4383" y="560"/>
                    <a:pt x="4203" y="1251"/>
                  </a:cubicBezTo>
                  <a:lnTo>
                    <a:pt x="180" y="16725"/>
                  </a:lnTo>
                  <a:cubicBezTo>
                    <a:pt x="1" y="17416"/>
                    <a:pt x="461" y="17976"/>
                    <a:pt x="1209" y="17976"/>
                  </a:cubicBezTo>
                  <a:lnTo>
                    <a:pt x="13078" y="17976"/>
                  </a:lnTo>
                  <a:cubicBezTo>
                    <a:pt x="13825" y="17976"/>
                    <a:pt x="14577" y="17416"/>
                    <a:pt x="14756" y="16725"/>
                  </a:cubicBezTo>
                  <a:lnTo>
                    <a:pt x="18779" y="1251"/>
                  </a:lnTo>
                  <a:cubicBezTo>
                    <a:pt x="18958" y="560"/>
                    <a:pt x="18497" y="1"/>
                    <a:pt x="177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36"/>
            <p:cNvSpPr/>
            <p:nvPr/>
          </p:nvSpPr>
          <p:spPr>
            <a:xfrm>
              <a:off x="6069118" y="1734185"/>
              <a:ext cx="76188" cy="64300"/>
            </a:xfrm>
            <a:custGeom>
              <a:rect b="b" l="l" r="r" t="t"/>
              <a:pathLst>
                <a:path extrusionOk="0" h="3213" w="3807">
                  <a:moveTo>
                    <a:pt x="2309" y="0"/>
                  </a:moveTo>
                  <a:cubicBezTo>
                    <a:pt x="1383" y="0"/>
                    <a:pt x="448" y="719"/>
                    <a:pt x="226" y="1607"/>
                  </a:cubicBezTo>
                  <a:cubicBezTo>
                    <a:pt x="1" y="2493"/>
                    <a:pt x="570" y="3212"/>
                    <a:pt x="1498" y="3212"/>
                  </a:cubicBezTo>
                  <a:cubicBezTo>
                    <a:pt x="2424" y="3212"/>
                    <a:pt x="3357" y="2493"/>
                    <a:pt x="3582" y="1607"/>
                  </a:cubicBezTo>
                  <a:cubicBezTo>
                    <a:pt x="3806" y="719"/>
                    <a:pt x="3237" y="0"/>
                    <a:pt x="23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36"/>
            <p:cNvSpPr/>
            <p:nvPr/>
          </p:nvSpPr>
          <p:spPr>
            <a:xfrm>
              <a:off x="6137201" y="1731243"/>
              <a:ext cx="144690" cy="168585"/>
            </a:xfrm>
            <a:custGeom>
              <a:rect b="b" l="l" r="r" t="t"/>
              <a:pathLst>
                <a:path extrusionOk="0" h="8424" w="7230">
                  <a:moveTo>
                    <a:pt x="5143" y="1"/>
                  </a:moveTo>
                  <a:cubicBezTo>
                    <a:pt x="4432" y="1"/>
                    <a:pt x="3346" y="1071"/>
                    <a:pt x="2358" y="1269"/>
                  </a:cubicBezTo>
                  <a:cubicBezTo>
                    <a:pt x="2358" y="1269"/>
                    <a:pt x="1774" y="1610"/>
                    <a:pt x="2382" y="2054"/>
                  </a:cubicBezTo>
                  <a:cubicBezTo>
                    <a:pt x="2544" y="2171"/>
                    <a:pt x="2756" y="2214"/>
                    <a:pt x="2987" y="2214"/>
                  </a:cubicBezTo>
                  <a:cubicBezTo>
                    <a:pt x="3604" y="2214"/>
                    <a:pt x="4348" y="1908"/>
                    <a:pt x="4588" y="1908"/>
                  </a:cubicBezTo>
                  <a:cubicBezTo>
                    <a:pt x="4597" y="1908"/>
                    <a:pt x="4605" y="1908"/>
                    <a:pt x="4612" y="1909"/>
                  </a:cubicBezTo>
                  <a:cubicBezTo>
                    <a:pt x="4899" y="1940"/>
                    <a:pt x="4530" y="2880"/>
                    <a:pt x="4530" y="2880"/>
                  </a:cubicBezTo>
                  <a:cubicBezTo>
                    <a:pt x="4530" y="2880"/>
                    <a:pt x="3895" y="2832"/>
                    <a:pt x="3128" y="2832"/>
                  </a:cubicBezTo>
                  <a:cubicBezTo>
                    <a:pt x="2115" y="2832"/>
                    <a:pt x="872" y="2917"/>
                    <a:pt x="556" y="3309"/>
                  </a:cubicBezTo>
                  <a:cubicBezTo>
                    <a:pt x="0" y="3998"/>
                    <a:pt x="3414" y="4755"/>
                    <a:pt x="3414" y="4755"/>
                  </a:cubicBezTo>
                  <a:cubicBezTo>
                    <a:pt x="3414" y="4755"/>
                    <a:pt x="3226" y="4746"/>
                    <a:pt x="2950" y="4746"/>
                  </a:cubicBezTo>
                  <a:cubicBezTo>
                    <a:pt x="2320" y="4746"/>
                    <a:pt x="1232" y="4795"/>
                    <a:pt x="867" y="5121"/>
                  </a:cubicBezTo>
                  <a:cubicBezTo>
                    <a:pt x="345" y="5591"/>
                    <a:pt x="2841" y="6416"/>
                    <a:pt x="2841" y="6416"/>
                  </a:cubicBezTo>
                  <a:cubicBezTo>
                    <a:pt x="2841" y="6416"/>
                    <a:pt x="2840" y="6416"/>
                    <a:pt x="2836" y="6416"/>
                  </a:cubicBezTo>
                  <a:cubicBezTo>
                    <a:pt x="2745" y="6416"/>
                    <a:pt x="1485" y="6429"/>
                    <a:pt x="1421" y="7142"/>
                  </a:cubicBezTo>
                  <a:cubicBezTo>
                    <a:pt x="1355" y="7882"/>
                    <a:pt x="1863" y="8160"/>
                    <a:pt x="2612" y="8357"/>
                  </a:cubicBezTo>
                  <a:cubicBezTo>
                    <a:pt x="2786" y="8403"/>
                    <a:pt x="2960" y="8423"/>
                    <a:pt x="3129" y="8423"/>
                  </a:cubicBezTo>
                  <a:cubicBezTo>
                    <a:pt x="3683" y="8423"/>
                    <a:pt x="4176" y="8206"/>
                    <a:pt x="4408" y="7983"/>
                  </a:cubicBezTo>
                  <a:cubicBezTo>
                    <a:pt x="4711" y="7692"/>
                    <a:pt x="4474" y="6930"/>
                    <a:pt x="4474" y="6930"/>
                  </a:cubicBezTo>
                  <a:cubicBezTo>
                    <a:pt x="4474" y="6930"/>
                    <a:pt x="5775" y="6319"/>
                    <a:pt x="5832" y="5828"/>
                  </a:cubicBezTo>
                  <a:cubicBezTo>
                    <a:pt x="5890" y="5337"/>
                    <a:pt x="5543" y="5001"/>
                    <a:pt x="5543" y="5001"/>
                  </a:cubicBezTo>
                  <a:cubicBezTo>
                    <a:pt x="5543" y="5001"/>
                    <a:pt x="6154" y="4915"/>
                    <a:pt x="6384" y="4331"/>
                  </a:cubicBezTo>
                  <a:cubicBezTo>
                    <a:pt x="6615" y="3746"/>
                    <a:pt x="6337" y="3382"/>
                    <a:pt x="6337" y="3382"/>
                  </a:cubicBezTo>
                  <a:cubicBezTo>
                    <a:pt x="6337" y="3382"/>
                    <a:pt x="6875" y="2296"/>
                    <a:pt x="7052" y="1658"/>
                  </a:cubicBezTo>
                  <a:cubicBezTo>
                    <a:pt x="7230" y="1023"/>
                    <a:pt x="6111" y="492"/>
                    <a:pt x="5433" y="78"/>
                  </a:cubicBezTo>
                  <a:cubicBezTo>
                    <a:pt x="5346" y="24"/>
                    <a:pt x="5249" y="1"/>
                    <a:pt x="5143" y="1"/>
                  </a:cubicBezTo>
                  <a:close/>
                </a:path>
              </a:pathLst>
            </a:custGeom>
            <a:solidFill>
              <a:srgbClr val="9B6C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36"/>
            <p:cNvSpPr/>
            <p:nvPr/>
          </p:nvSpPr>
          <p:spPr>
            <a:xfrm>
              <a:off x="5010857" y="1429975"/>
              <a:ext cx="105586" cy="320480"/>
            </a:xfrm>
            <a:custGeom>
              <a:rect b="b" l="l" r="r" t="t"/>
              <a:pathLst>
                <a:path extrusionOk="0" h="16014" w="5276">
                  <a:moveTo>
                    <a:pt x="2598" y="1"/>
                  </a:moveTo>
                  <a:cubicBezTo>
                    <a:pt x="2598" y="1"/>
                    <a:pt x="624" y="6362"/>
                    <a:pt x="293" y="9011"/>
                  </a:cubicBezTo>
                  <a:cubicBezTo>
                    <a:pt x="1" y="11357"/>
                    <a:pt x="645" y="16013"/>
                    <a:pt x="2025" y="16013"/>
                  </a:cubicBezTo>
                  <a:cubicBezTo>
                    <a:pt x="2204" y="16013"/>
                    <a:pt x="2395" y="15935"/>
                    <a:pt x="2598" y="15764"/>
                  </a:cubicBezTo>
                  <a:cubicBezTo>
                    <a:pt x="5276" y="13501"/>
                    <a:pt x="2598" y="1"/>
                    <a:pt x="25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36"/>
            <p:cNvSpPr/>
            <p:nvPr/>
          </p:nvSpPr>
          <p:spPr>
            <a:xfrm>
              <a:off x="4764123" y="838886"/>
              <a:ext cx="604658" cy="918274"/>
            </a:xfrm>
            <a:custGeom>
              <a:rect b="b" l="l" r="r" t="t"/>
              <a:pathLst>
                <a:path extrusionOk="0" h="45885" w="30214">
                  <a:moveTo>
                    <a:pt x="8991" y="1"/>
                  </a:moveTo>
                  <a:cubicBezTo>
                    <a:pt x="8991" y="1"/>
                    <a:pt x="0" y="24697"/>
                    <a:pt x="1255" y="30996"/>
                  </a:cubicBezTo>
                  <a:cubicBezTo>
                    <a:pt x="2099" y="35231"/>
                    <a:pt x="24032" y="45885"/>
                    <a:pt x="24032" y="45885"/>
                  </a:cubicBezTo>
                  <a:cubicBezTo>
                    <a:pt x="24032" y="45885"/>
                    <a:pt x="30213" y="40741"/>
                    <a:pt x="23584" y="34030"/>
                  </a:cubicBezTo>
                  <a:cubicBezTo>
                    <a:pt x="23584" y="34030"/>
                    <a:pt x="15103" y="30341"/>
                    <a:pt x="10236" y="26666"/>
                  </a:cubicBezTo>
                  <a:cubicBezTo>
                    <a:pt x="10236" y="26666"/>
                    <a:pt x="9823" y="23714"/>
                    <a:pt x="11682" y="11539"/>
                  </a:cubicBezTo>
                  <a:cubicBezTo>
                    <a:pt x="12161" y="8409"/>
                    <a:pt x="13195" y="605"/>
                    <a:pt x="13195" y="605"/>
                  </a:cubicBezTo>
                  <a:lnTo>
                    <a:pt x="8991" y="1"/>
                  </a:lnTo>
                  <a:close/>
                </a:path>
              </a:pathLst>
            </a:custGeom>
            <a:solidFill>
              <a:srgbClr val="9B6C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36"/>
            <p:cNvSpPr/>
            <p:nvPr/>
          </p:nvSpPr>
          <p:spPr>
            <a:xfrm>
              <a:off x="4965269" y="1371198"/>
              <a:ext cx="9206" cy="104485"/>
            </a:xfrm>
            <a:custGeom>
              <a:rect b="b" l="l" r="r" t="t"/>
              <a:pathLst>
                <a:path extrusionOk="0" h="5221" w="460">
                  <a:moveTo>
                    <a:pt x="257" y="0"/>
                  </a:moveTo>
                  <a:cubicBezTo>
                    <a:pt x="155" y="0"/>
                    <a:pt x="53" y="66"/>
                    <a:pt x="53" y="196"/>
                  </a:cubicBezTo>
                  <a:cubicBezTo>
                    <a:pt x="35" y="1806"/>
                    <a:pt x="18" y="3415"/>
                    <a:pt x="2" y="5025"/>
                  </a:cubicBezTo>
                  <a:cubicBezTo>
                    <a:pt x="0" y="5156"/>
                    <a:pt x="101" y="5221"/>
                    <a:pt x="202" y="5221"/>
                  </a:cubicBezTo>
                  <a:cubicBezTo>
                    <a:pt x="303" y="5221"/>
                    <a:pt x="405" y="5156"/>
                    <a:pt x="406" y="5025"/>
                  </a:cubicBezTo>
                  <a:cubicBezTo>
                    <a:pt x="423" y="3415"/>
                    <a:pt x="441" y="1806"/>
                    <a:pt x="458" y="196"/>
                  </a:cubicBezTo>
                  <a:cubicBezTo>
                    <a:pt x="459" y="66"/>
                    <a:pt x="358" y="0"/>
                    <a:pt x="25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36"/>
            <p:cNvSpPr/>
            <p:nvPr/>
          </p:nvSpPr>
          <p:spPr>
            <a:xfrm>
              <a:off x="4907793" y="703622"/>
              <a:ext cx="164203" cy="209771"/>
            </a:xfrm>
            <a:custGeom>
              <a:rect b="b" l="l" r="r" t="t"/>
              <a:pathLst>
                <a:path extrusionOk="0" h="10482" w="8205">
                  <a:moveTo>
                    <a:pt x="7923" y="1"/>
                  </a:moveTo>
                  <a:cubicBezTo>
                    <a:pt x="7375" y="1"/>
                    <a:pt x="5638" y="3381"/>
                    <a:pt x="5638" y="3381"/>
                  </a:cubicBezTo>
                  <a:cubicBezTo>
                    <a:pt x="5638" y="3381"/>
                    <a:pt x="5490" y="2848"/>
                    <a:pt x="5266" y="2067"/>
                  </a:cubicBezTo>
                  <a:cubicBezTo>
                    <a:pt x="4437" y="2350"/>
                    <a:pt x="3527" y="2420"/>
                    <a:pt x="2670" y="2545"/>
                  </a:cubicBezTo>
                  <a:cubicBezTo>
                    <a:pt x="1774" y="2676"/>
                    <a:pt x="888" y="2881"/>
                    <a:pt x="0" y="3087"/>
                  </a:cubicBezTo>
                  <a:cubicBezTo>
                    <a:pt x="785" y="5808"/>
                    <a:pt x="1835" y="8633"/>
                    <a:pt x="2778" y="9672"/>
                  </a:cubicBezTo>
                  <a:cubicBezTo>
                    <a:pt x="3317" y="10264"/>
                    <a:pt x="3815" y="10482"/>
                    <a:pt x="4256" y="10482"/>
                  </a:cubicBezTo>
                  <a:cubicBezTo>
                    <a:pt x="5477" y="10482"/>
                    <a:pt x="6258" y="8810"/>
                    <a:pt x="6258" y="8810"/>
                  </a:cubicBezTo>
                  <a:cubicBezTo>
                    <a:pt x="6258" y="8810"/>
                    <a:pt x="7247" y="6875"/>
                    <a:pt x="7200" y="5108"/>
                  </a:cubicBezTo>
                  <a:cubicBezTo>
                    <a:pt x="7153" y="3341"/>
                    <a:pt x="8204" y="1699"/>
                    <a:pt x="8083" y="277"/>
                  </a:cubicBezTo>
                  <a:cubicBezTo>
                    <a:pt x="8066" y="84"/>
                    <a:pt x="8009" y="1"/>
                    <a:pt x="7923" y="1"/>
                  </a:cubicBezTo>
                  <a:close/>
                </a:path>
              </a:pathLst>
            </a:custGeom>
            <a:solidFill>
              <a:srgbClr val="9B6C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36"/>
            <p:cNvSpPr/>
            <p:nvPr/>
          </p:nvSpPr>
          <p:spPr>
            <a:xfrm>
              <a:off x="4863145" y="626914"/>
              <a:ext cx="155577" cy="167365"/>
            </a:xfrm>
            <a:custGeom>
              <a:rect b="b" l="l" r="r" t="t"/>
              <a:pathLst>
                <a:path extrusionOk="0" h="8363" w="7774">
                  <a:moveTo>
                    <a:pt x="4251" y="0"/>
                  </a:moveTo>
                  <a:cubicBezTo>
                    <a:pt x="3435" y="0"/>
                    <a:pt x="4517" y="4305"/>
                    <a:pt x="4517" y="4305"/>
                  </a:cubicBezTo>
                  <a:cubicBezTo>
                    <a:pt x="4517" y="4305"/>
                    <a:pt x="3060" y="382"/>
                    <a:pt x="2416" y="382"/>
                  </a:cubicBezTo>
                  <a:cubicBezTo>
                    <a:pt x="2406" y="382"/>
                    <a:pt x="2396" y="383"/>
                    <a:pt x="2386" y="385"/>
                  </a:cubicBezTo>
                  <a:cubicBezTo>
                    <a:pt x="1758" y="512"/>
                    <a:pt x="3034" y="4989"/>
                    <a:pt x="3034" y="4989"/>
                  </a:cubicBezTo>
                  <a:cubicBezTo>
                    <a:pt x="3034" y="4989"/>
                    <a:pt x="1597" y="2423"/>
                    <a:pt x="798" y="2418"/>
                  </a:cubicBezTo>
                  <a:cubicBezTo>
                    <a:pt x="798" y="2418"/>
                    <a:pt x="797" y="2418"/>
                    <a:pt x="797" y="2418"/>
                  </a:cubicBezTo>
                  <a:cubicBezTo>
                    <a:pt x="1" y="2418"/>
                    <a:pt x="2671" y="8363"/>
                    <a:pt x="2671" y="8363"/>
                  </a:cubicBezTo>
                  <a:lnTo>
                    <a:pt x="7774" y="6753"/>
                  </a:lnTo>
                  <a:cubicBezTo>
                    <a:pt x="7774" y="6753"/>
                    <a:pt x="7469" y="1561"/>
                    <a:pt x="6291" y="282"/>
                  </a:cubicBezTo>
                  <a:cubicBezTo>
                    <a:pt x="6233" y="219"/>
                    <a:pt x="6183" y="190"/>
                    <a:pt x="6142" y="190"/>
                  </a:cubicBezTo>
                  <a:cubicBezTo>
                    <a:pt x="5648" y="190"/>
                    <a:pt x="6244" y="4291"/>
                    <a:pt x="6244" y="4291"/>
                  </a:cubicBezTo>
                  <a:cubicBezTo>
                    <a:pt x="6244" y="4291"/>
                    <a:pt x="5183" y="148"/>
                    <a:pt x="4292" y="3"/>
                  </a:cubicBezTo>
                  <a:cubicBezTo>
                    <a:pt x="4278" y="1"/>
                    <a:pt x="4264" y="0"/>
                    <a:pt x="4251" y="0"/>
                  </a:cubicBezTo>
                  <a:close/>
                </a:path>
              </a:pathLst>
            </a:custGeom>
            <a:solidFill>
              <a:srgbClr val="9B6C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36"/>
            <p:cNvSpPr/>
            <p:nvPr/>
          </p:nvSpPr>
          <p:spPr>
            <a:xfrm>
              <a:off x="4917279" y="717130"/>
              <a:ext cx="81271" cy="25996"/>
            </a:xfrm>
            <a:custGeom>
              <a:rect b="b" l="l" r="r" t="t"/>
              <a:pathLst>
                <a:path extrusionOk="0" h="1299" w="4061">
                  <a:moveTo>
                    <a:pt x="3287" y="0"/>
                  </a:moveTo>
                  <a:cubicBezTo>
                    <a:pt x="2166" y="0"/>
                    <a:pt x="1097" y="335"/>
                    <a:pt x="156" y="981"/>
                  </a:cubicBezTo>
                  <a:cubicBezTo>
                    <a:pt x="1" y="1089"/>
                    <a:pt x="122" y="1298"/>
                    <a:pt x="277" y="1298"/>
                  </a:cubicBezTo>
                  <a:cubicBezTo>
                    <a:pt x="311" y="1298"/>
                    <a:pt x="346" y="1288"/>
                    <a:pt x="381" y="1264"/>
                  </a:cubicBezTo>
                  <a:cubicBezTo>
                    <a:pt x="1249" y="666"/>
                    <a:pt x="2241" y="359"/>
                    <a:pt x="3279" y="359"/>
                  </a:cubicBezTo>
                  <a:cubicBezTo>
                    <a:pt x="3448" y="359"/>
                    <a:pt x="3618" y="367"/>
                    <a:pt x="3789" y="384"/>
                  </a:cubicBezTo>
                  <a:cubicBezTo>
                    <a:pt x="3796" y="384"/>
                    <a:pt x="3803" y="385"/>
                    <a:pt x="3810" y="385"/>
                  </a:cubicBezTo>
                  <a:cubicBezTo>
                    <a:pt x="4023" y="385"/>
                    <a:pt x="4061" y="49"/>
                    <a:pt x="3836" y="27"/>
                  </a:cubicBezTo>
                  <a:cubicBezTo>
                    <a:pt x="3652" y="9"/>
                    <a:pt x="3469" y="0"/>
                    <a:pt x="32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36"/>
            <p:cNvSpPr/>
            <p:nvPr/>
          </p:nvSpPr>
          <p:spPr>
            <a:xfrm>
              <a:off x="4971093" y="775987"/>
              <a:ext cx="36903" cy="103925"/>
            </a:xfrm>
            <a:custGeom>
              <a:rect b="b" l="l" r="r" t="t"/>
              <a:pathLst>
                <a:path extrusionOk="0" h="5193" w="1844">
                  <a:moveTo>
                    <a:pt x="271" y="1"/>
                  </a:moveTo>
                  <a:cubicBezTo>
                    <a:pt x="131" y="1"/>
                    <a:pt x="0" y="156"/>
                    <a:pt x="122" y="282"/>
                  </a:cubicBezTo>
                  <a:cubicBezTo>
                    <a:pt x="1382" y="1589"/>
                    <a:pt x="1461" y="3525"/>
                    <a:pt x="287" y="4911"/>
                  </a:cubicBezTo>
                  <a:cubicBezTo>
                    <a:pt x="177" y="5041"/>
                    <a:pt x="305" y="5193"/>
                    <a:pt x="439" y="5193"/>
                  </a:cubicBezTo>
                  <a:cubicBezTo>
                    <a:pt x="488" y="5193"/>
                    <a:pt x="537" y="5173"/>
                    <a:pt x="576" y="5127"/>
                  </a:cubicBezTo>
                  <a:cubicBezTo>
                    <a:pt x="1844" y="3629"/>
                    <a:pt x="1769" y="1473"/>
                    <a:pt x="404" y="59"/>
                  </a:cubicBezTo>
                  <a:cubicBezTo>
                    <a:pt x="364" y="18"/>
                    <a:pt x="317" y="1"/>
                    <a:pt x="2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36"/>
            <p:cNvSpPr/>
            <p:nvPr/>
          </p:nvSpPr>
          <p:spPr>
            <a:xfrm>
              <a:off x="5051002" y="1429975"/>
              <a:ext cx="259942" cy="385581"/>
            </a:xfrm>
            <a:custGeom>
              <a:rect b="b" l="l" r="r" t="t"/>
              <a:pathLst>
                <a:path extrusionOk="0" h="19267" w="12989">
                  <a:moveTo>
                    <a:pt x="592" y="1"/>
                  </a:moveTo>
                  <a:cubicBezTo>
                    <a:pt x="592" y="1"/>
                    <a:pt x="3470" y="12021"/>
                    <a:pt x="0" y="16011"/>
                  </a:cubicBezTo>
                  <a:cubicBezTo>
                    <a:pt x="0" y="16011"/>
                    <a:pt x="7583" y="17471"/>
                    <a:pt x="10073" y="19266"/>
                  </a:cubicBezTo>
                  <a:cubicBezTo>
                    <a:pt x="10073" y="19266"/>
                    <a:pt x="12988" y="13271"/>
                    <a:pt x="12475" y="10158"/>
                  </a:cubicBezTo>
                  <a:cubicBezTo>
                    <a:pt x="11963" y="7046"/>
                    <a:pt x="9249" y="4494"/>
                    <a:pt x="9249" y="4494"/>
                  </a:cubicBezTo>
                  <a:lnTo>
                    <a:pt x="59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3" name="Google Shape;863;p36"/>
          <p:cNvGrpSpPr/>
          <p:nvPr/>
        </p:nvGrpSpPr>
        <p:grpSpPr>
          <a:xfrm flipH="1">
            <a:off x="2915379" y="806047"/>
            <a:ext cx="612717" cy="505198"/>
            <a:chOff x="2611525" y="1031125"/>
            <a:chExt cx="800100" cy="659700"/>
          </a:xfrm>
        </p:grpSpPr>
        <p:sp>
          <p:nvSpPr>
            <p:cNvPr id="864" name="Google Shape;864;p36"/>
            <p:cNvSpPr/>
            <p:nvPr/>
          </p:nvSpPr>
          <p:spPr>
            <a:xfrm>
              <a:off x="2611525" y="1031125"/>
              <a:ext cx="800100" cy="659700"/>
            </a:xfrm>
            <a:prstGeom prst="wedgeEllipseCallout">
              <a:avLst>
                <a:gd fmla="val -37942" name="adj1"/>
                <a:gd fmla="val 65302" name="adj2"/>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65" name="Google Shape;865;p36"/>
            <p:cNvGrpSpPr/>
            <p:nvPr/>
          </p:nvGrpSpPr>
          <p:grpSpPr>
            <a:xfrm>
              <a:off x="2826089" y="1192098"/>
              <a:ext cx="370879" cy="337755"/>
              <a:chOff x="-40378075" y="3267450"/>
              <a:chExt cx="317425" cy="289075"/>
            </a:xfrm>
          </p:grpSpPr>
          <p:sp>
            <p:nvSpPr>
              <p:cNvPr id="866" name="Google Shape;866;p36"/>
              <p:cNvSpPr/>
              <p:nvPr/>
            </p:nvSpPr>
            <p:spPr>
              <a:xfrm>
                <a:off x="-40218975" y="3308400"/>
                <a:ext cx="158325" cy="248125"/>
              </a:xfrm>
              <a:custGeom>
                <a:rect b="b" l="l" r="r" t="t"/>
                <a:pathLst>
                  <a:path extrusionOk="0" h="9925" w="6333">
                    <a:moveTo>
                      <a:pt x="4694" y="1"/>
                    </a:moveTo>
                    <a:lnTo>
                      <a:pt x="4694" y="7877"/>
                    </a:lnTo>
                    <a:cubicBezTo>
                      <a:pt x="4694" y="8097"/>
                      <a:pt x="4474" y="8255"/>
                      <a:pt x="4253" y="8255"/>
                    </a:cubicBezTo>
                    <a:cubicBezTo>
                      <a:pt x="2993" y="8255"/>
                      <a:pt x="1638" y="8696"/>
                      <a:pt x="693" y="9452"/>
                    </a:cubicBezTo>
                    <a:cubicBezTo>
                      <a:pt x="536" y="9546"/>
                      <a:pt x="189" y="9925"/>
                      <a:pt x="0" y="9925"/>
                    </a:cubicBezTo>
                    <a:lnTo>
                      <a:pt x="5073" y="9925"/>
                    </a:lnTo>
                    <a:cubicBezTo>
                      <a:pt x="5734" y="9925"/>
                      <a:pt x="6333" y="9357"/>
                      <a:pt x="6333" y="8696"/>
                    </a:cubicBezTo>
                    <a:lnTo>
                      <a:pt x="6333" y="1229"/>
                    </a:lnTo>
                    <a:cubicBezTo>
                      <a:pt x="6333" y="536"/>
                      <a:pt x="5766" y="1"/>
                      <a:pt x="507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36"/>
              <p:cNvSpPr/>
              <p:nvPr/>
            </p:nvSpPr>
            <p:spPr>
              <a:xfrm>
                <a:off x="-40316650" y="3267450"/>
                <a:ext cx="86675" cy="257575"/>
              </a:xfrm>
              <a:custGeom>
                <a:rect b="b" l="l" r="r" t="t"/>
                <a:pathLst>
                  <a:path extrusionOk="0" h="10303" w="3467">
                    <a:moveTo>
                      <a:pt x="1" y="0"/>
                    </a:moveTo>
                    <a:lnTo>
                      <a:pt x="1" y="9105"/>
                    </a:lnTo>
                    <a:cubicBezTo>
                      <a:pt x="1166" y="9200"/>
                      <a:pt x="2489" y="9578"/>
                      <a:pt x="3466" y="10302"/>
                    </a:cubicBezTo>
                    <a:lnTo>
                      <a:pt x="3466" y="1197"/>
                    </a:lnTo>
                    <a:cubicBezTo>
                      <a:pt x="2489" y="473"/>
                      <a:pt x="1229" y="95"/>
                      <a:pt x="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36"/>
              <p:cNvSpPr/>
              <p:nvPr/>
            </p:nvSpPr>
            <p:spPr>
              <a:xfrm>
                <a:off x="-40209525" y="3267450"/>
                <a:ext cx="86650" cy="257575"/>
              </a:xfrm>
              <a:custGeom>
                <a:rect b="b" l="l" r="r" t="t"/>
                <a:pathLst>
                  <a:path extrusionOk="0" h="10303" w="3466">
                    <a:moveTo>
                      <a:pt x="3466" y="0"/>
                    </a:moveTo>
                    <a:cubicBezTo>
                      <a:pt x="2300" y="95"/>
                      <a:pt x="977" y="473"/>
                      <a:pt x="0" y="1197"/>
                    </a:cubicBezTo>
                    <a:lnTo>
                      <a:pt x="0" y="10302"/>
                    </a:lnTo>
                    <a:cubicBezTo>
                      <a:pt x="977" y="9578"/>
                      <a:pt x="2237" y="9200"/>
                      <a:pt x="3466" y="9105"/>
                    </a:cubicBezTo>
                    <a:lnTo>
                      <a:pt x="346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36"/>
              <p:cNvSpPr/>
              <p:nvPr/>
            </p:nvSpPr>
            <p:spPr>
              <a:xfrm>
                <a:off x="-40378075" y="3308400"/>
                <a:ext cx="157550" cy="248125"/>
              </a:xfrm>
              <a:custGeom>
                <a:rect b="b" l="l" r="r" t="t"/>
                <a:pathLst>
                  <a:path extrusionOk="0" h="9925" w="6302">
                    <a:moveTo>
                      <a:pt x="1229" y="1"/>
                    </a:moveTo>
                    <a:cubicBezTo>
                      <a:pt x="567" y="1"/>
                      <a:pt x="0" y="536"/>
                      <a:pt x="0" y="1198"/>
                    </a:cubicBezTo>
                    <a:lnTo>
                      <a:pt x="0" y="8664"/>
                    </a:lnTo>
                    <a:cubicBezTo>
                      <a:pt x="32" y="9357"/>
                      <a:pt x="567" y="9925"/>
                      <a:pt x="1229" y="9925"/>
                    </a:cubicBezTo>
                    <a:lnTo>
                      <a:pt x="6301" y="9925"/>
                    </a:lnTo>
                    <a:cubicBezTo>
                      <a:pt x="6112" y="9925"/>
                      <a:pt x="5766" y="9609"/>
                      <a:pt x="5608" y="9452"/>
                    </a:cubicBezTo>
                    <a:cubicBezTo>
                      <a:pt x="4631" y="8664"/>
                      <a:pt x="3277" y="8255"/>
                      <a:pt x="2048" y="8255"/>
                    </a:cubicBezTo>
                    <a:cubicBezTo>
                      <a:pt x="1828" y="8255"/>
                      <a:pt x="1638" y="8066"/>
                      <a:pt x="1638" y="7877"/>
                    </a:cubicBezTo>
                    <a:lnTo>
                      <a:pt x="163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37"/>
          <p:cNvSpPr txBox="1"/>
          <p:nvPr>
            <p:ph type="title"/>
          </p:nvPr>
        </p:nvSpPr>
        <p:spPr>
          <a:xfrm>
            <a:off x="713225" y="383000"/>
            <a:ext cx="7562100" cy="674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Project Scheduling</a:t>
            </a:r>
            <a:endParaRPr/>
          </a:p>
        </p:txBody>
      </p:sp>
      <p:sp>
        <p:nvSpPr>
          <p:cNvPr id="875" name="Google Shape;875;p37"/>
          <p:cNvSpPr txBox="1"/>
          <p:nvPr>
            <p:ph idx="1" type="body"/>
          </p:nvPr>
        </p:nvSpPr>
        <p:spPr>
          <a:xfrm>
            <a:off x="664625" y="1098100"/>
            <a:ext cx="7610700" cy="379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b="1" sz="1400"/>
          </a:p>
          <a:p>
            <a:pPr indent="0" lvl="0" marL="0" rtl="0" algn="l">
              <a:spcBef>
                <a:spcPts val="1000"/>
              </a:spcBef>
              <a:spcAft>
                <a:spcPts val="0"/>
              </a:spcAft>
              <a:buNone/>
            </a:pPr>
            <a:r>
              <a:rPr lang="en"/>
              <a:t> </a:t>
            </a:r>
            <a:endParaRPr/>
          </a:p>
          <a:p>
            <a:pPr indent="0" lvl="0" marL="0" rtl="0" algn="l">
              <a:spcBef>
                <a:spcPts val="1000"/>
              </a:spcBef>
              <a:spcAft>
                <a:spcPts val="1000"/>
              </a:spcAft>
              <a:buNone/>
            </a:pPr>
            <a:r>
              <a:t/>
            </a:r>
            <a:endParaRPr/>
          </a:p>
        </p:txBody>
      </p:sp>
      <p:sp>
        <p:nvSpPr>
          <p:cNvPr id="876" name="Google Shape;876;p37">
            <a:hlinkClick action="ppaction://hlinkshowjump?jump=nextslide"/>
          </p:cNvPr>
          <p:cNvSpPr/>
          <p:nvPr/>
        </p:nvSpPr>
        <p:spPr>
          <a:xfrm rot="10800000">
            <a:off x="8795200" y="4467625"/>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37">
            <a:hlinkClick action="ppaction://hlinksldjump" r:id="rId3"/>
          </p:cNvPr>
          <p:cNvSpPr/>
          <p:nvPr/>
        </p:nvSpPr>
        <p:spPr>
          <a:xfrm>
            <a:off x="8777675" y="2488988"/>
            <a:ext cx="163200" cy="163200"/>
          </a:xfrm>
          <a:prstGeom prst="rect">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37">
            <a:hlinkClick action="ppaction://hlinkshowjump?jump=previousslide"/>
          </p:cNvPr>
          <p:cNvSpPr/>
          <p:nvPr/>
        </p:nvSpPr>
        <p:spPr>
          <a:xfrm flipH="1">
            <a:off x="8795200" y="539500"/>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879" name="Google Shape;879;p37"/>
          <p:cNvGraphicFramePr/>
          <p:nvPr/>
        </p:nvGraphicFramePr>
        <p:xfrm>
          <a:off x="353388" y="1252650"/>
          <a:ext cx="3000000" cy="3000000"/>
        </p:xfrm>
        <a:graphic>
          <a:graphicData uri="http://schemas.openxmlformats.org/drawingml/2006/table">
            <a:tbl>
              <a:tblPr>
                <a:noFill/>
                <a:tableStyleId>{E0DC0049-D09D-4465-A186-822489509525}</a:tableStyleId>
              </a:tblPr>
              <a:tblGrid>
                <a:gridCol w="1252050"/>
                <a:gridCol w="686975"/>
                <a:gridCol w="686975"/>
                <a:gridCol w="686975"/>
                <a:gridCol w="686975"/>
                <a:gridCol w="686975"/>
                <a:gridCol w="686975"/>
                <a:gridCol w="686975"/>
                <a:gridCol w="686975"/>
                <a:gridCol w="686975"/>
                <a:gridCol w="686975"/>
              </a:tblGrid>
              <a:tr h="383175">
                <a:tc>
                  <a:txBody>
                    <a:bodyPr/>
                    <a:lstStyle/>
                    <a:p>
                      <a:pPr indent="0" lvl="0" marL="0" rtl="0" algn="l">
                        <a:lnSpc>
                          <a:spcPct val="115000"/>
                        </a:lnSpc>
                        <a:spcBef>
                          <a:spcPts val="0"/>
                        </a:spcBef>
                        <a:spcAft>
                          <a:spcPts val="0"/>
                        </a:spcAft>
                        <a:buNone/>
                      </a:pPr>
                      <a:r>
                        <a:rPr lang="en" sz="1300"/>
                        <a:t>Workweek</a:t>
                      </a:r>
                      <a:endParaRPr sz="1300"/>
                    </a:p>
                  </a:txBody>
                  <a:tcPr marT="91425" marB="91425" marR="68575" marL="6857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E1E7EC"/>
                    </a:solidFill>
                  </a:tcPr>
                </a:tc>
                <a:tc>
                  <a:txBody>
                    <a:bodyPr/>
                    <a:lstStyle/>
                    <a:p>
                      <a:pPr indent="0" lvl="0" marL="0" rtl="0" algn="ctr">
                        <a:spcBef>
                          <a:spcPts val="0"/>
                        </a:spcBef>
                        <a:spcAft>
                          <a:spcPts val="0"/>
                        </a:spcAft>
                        <a:buNone/>
                      </a:pPr>
                      <a:r>
                        <a:rPr lang="en" sz="1300"/>
                        <a:t>01/05</a:t>
                      </a:r>
                      <a:endParaRPr sz="1300"/>
                    </a:p>
                  </a:txBody>
                  <a:tcPr marT="91425" marB="91425" marR="68575" marL="68575">
                    <a:lnL cap="flat" cmpd="sng" w="2857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E1E7EC"/>
                    </a:solidFill>
                  </a:tcPr>
                </a:tc>
                <a:tc>
                  <a:txBody>
                    <a:bodyPr/>
                    <a:lstStyle/>
                    <a:p>
                      <a:pPr indent="0" lvl="0" marL="0" rtl="0" algn="ctr">
                        <a:spcBef>
                          <a:spcPts val="0"/>
                        </a:spcBef>
                        <a:spcAft>
                          <a:spcPts val="0"/>
                        </a:spcAft>
                        <a:buNone/>
                      </a:pPr>
                      <a:r>
                        <a:rPr lang="en" sz="1300"/>
                        <a:t>0</a:t>
                      </a:r>
                      <a:r>
                        <a:rPr lang="en" sz="1300"/>
                        <a:t>1/12</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E1E7EC"/>
                    </a:solidFill>
                  </a:tcPr>
                </a:tc>
                <a:tc>
                  <a:txBody>
                    <a:bodyPr/>
                    <a:lstStyle/>
                    <a:p>
                      <a:pPr indent="0" lvl="0" marL="0" rtl="0" algn="ctr">
                        <a:spcBef>
                          <a:spcPts val="0"/>
                        </a:spcBef>
                        <a:spcAft>
                          <a:spcPts val="0"/>
                        </a:spcAft>
                        <a:buNone/>
                      </a:pPr>
                      <a:r>
                        <a:rPr lang="en" sz="1300"/>
                        <a:t>01/19</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E1E7EC"/>
                    </a:solidFill>
                  </a:tcPr>
                </a:tc>
                <a:tc>
                  <a:txBody>
                    <a:bodyPr/>
                    <a:lstStyle/>
                    <a:p>
                      <a:pPr indent="0" lvl="0" marL="0" rtl="0" algn="ctr">
                        <a:spcBef>
                          <a:spcPts val="0"/>
                        </a:spcBef>
                        <a:spcAft>
                          <a:spcPts val="0"/>
                        </a:spcAft>
                        <a:buNone/>
                      </a:pPr>
                      <a:r>
                        <a:rPr lang="en" sz="1300"/>
                        <a:t>01/26</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E1E7EC"/>
                    </a:solidFill>
                  </a:tcPr>
                </a:tc>
                <a:tc>
                  <a:txBody>
                    <a:bodyPr/>
                    <a:lstStyle/>
                    <a:p>
                      <a:pPr indent="0" lvl="0" marL="0" rtl="0" algn="ctr">
                        <a:spcBef>
                          <a:spcPts val="0"/>
                        </a:spcBef>
                        <a:spcAft>
                          <a:spcPts val="0"/>
                        </a:spcAft>
                        <a:buNone/>
                      </a:pPr>
                      <a:r>
                        <a:rPr lang="en" sz="1300"/>
                        <a:t>02/02</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E1E7EC"/>
                    </a:solidFill>
                  </a:tcPr>
                </a:tc>
                <a:tc>
                  <a:txBody>
                    <a:bodyPr/>
                    <a:lstStyle/>
                    <a:p>
                      <a:pPr indent="0" lvl="0" marL="0" rtl="0" algn="ctr">
                        <a:spcBef>
                          <a:spcPts val="0"/>
                        </a:spcBef>
                        <a:spcAft>
                          <a:spcPts val="0"/>
                        </a:spcAft>
                        <a:buNone/>
                      </a:pPr>
                      <a:r>
                        <a:rPr lang="en" sz="1300"/>
                        <a:t>02/09</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E1E7EC"/>
                    </a:solidFill>
                  </a:tcPr>
                </a:tc>
                <a:tc>
                  <a:txBody>
                    <a:bodyPr/>
                    <a:lstStyle/>
                    <a:p>
                      <a:pPr indent="0" lvl="0" marL="0" rtl="0" algn="ctr">
                        <a:spcBef>
                          <a:spcPts val="0"/>
                        </a:spcBef>
                        <a:spcAft>
                          <a:spcPts val="0"/>
                        </a:spcAft>
                        <a:buNone/>
                      </a:pPr>
                      <a:r>
                        <a:rPr lang="en" sz="1300"/>
                        <a:t>02/16</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E1E7EC"/>
                    </a:solidFill>
                  </a:tcPr>
                </a:tc>
                <a:tc>
                  <a:txBody>
                    <a:bodyPr/>
                    <a:lstStyle/>
                    <a:p>
                      <a:pPr indent="0" lvl="0" marL="0" rtl="0" algn="ctr">
                        <a:spcBef>
                          <a:spcPts val="0"/>
                        </a:spcBef>
                        <a:spcAft>
                          <a:spcPts val="0"/>
                        </a:spcAft>
                        <a:buNone/>
                      </a:pPr>
                      <a:r>
                        <a:rPr lang="en" sz="1300"/>
                        <a:t>02/23</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E1E7EC"/>
                    </a:solidFill>
                  </a:tcPr>
                </a:tc>
                <a:tc>
                  <a:txBody>
                    <a:bodyPr/>
                    <a:lstStyle/>
                    <a:p>
                      <a:pPr indent="0" lvl="0" marL="0" rtl="0" algn="ctr">
                        <a:spcBef>
                          <a:spcPts val="0"/>
                        </a:spcBef>
                        <a:spcAft>
                          <a:spcPts val="0"/>
                        </a:spcAft>
                        <a:buNone/>
                      </a:pPr>
                      <a:r>
                        <a:rPr lang="en" sz="1300"/>
                        <a:t>03/02</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E1E7EC"/>
                    </a:solidFill>
                  </a:tcPr>
                </a:tc>
                <a:tc>
                  <a:txBody>
                    <a:bodyPr/>
                    <a:lstStyle/>
                    <a:p>
                      <a:pPr indent="0" lvl="0" marL="0" rtl="0" algn="ctr">
                        <a:spcBef>
                          <a:spcPts val="0"/>
                        </a:spcBef>
                        <a:spcAft>
                          <a:spcPts val="0"/>
                        </a:spcAft>
                        <a:buNone/>
                      </a:pPr>
                      <a:r>
                        <a:rPr lang="en" sz="1300"/>
                        <a:t>03/09</a:t>
                      </a:r>
                      <a:endParaRPr sz="1300"/>
                    </a:p>
                  </a:txBody>
                  <a:tcPr marT="91425" marB="91425" marR="68575" marL="68575">
                    <a:lnL cap="flat" cmpd="sng" w="952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E1E7EC"/>
                    </a:solidFill>
                  </a:tcPr>
                </a:tc>
              </a:tr>
              <a:tr h="180975">
                <a:tc>
                  <a:txBody>
                    <a:bodyPr/>
                    <a:lstStyle/>
                    <a:p>
                      <a:pPr indent="0" lvl="0" marL="0" rtl="0" algn="l">
                        <a:lnSpc>
                          <a:spcPct val="115000"/>
                        </a:lnSpc>
                        <a:spcBef>
                          <a:spcPts val="0"/>
                        </a:spcBef>
                        <a:spcAft>
                          <a:spcPts val="0"/>
                        </a:spcAft>
                        <a:buNone/>
                      </a:pPr>
                      <a:r>
                        <a:rPr lang="en" sz="1300"/>
                        <a:t>Architecture</a:t>
                      </a:r>
                      <a:endParaRPr sz="1300"/>
                    </a:p>
                  </a:txBody>
                  <a:tcPr marT="91425" marB="91425" marR="68575" marL="6857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1E7EC"/>
                    </a:solidFill>
                  </a:tcPr>
                </a:tc>
                <a:tc>
                  <a:txBody>
                    <a:bodyPr/>
                    <a:lstStyle/>
                    <a:p>
                      <a:pPr indent="0" lvl="0" marL="0" rtl="0" algn="l">
                        <a:lnSpc>
                          <a:spcPct val="115000"/>
                        </a:lnSpc>
                        <a:spcBef>
                          <a:spcPts val="0"/>
                        </a:spcBef>
                        <a:spcAft>
                          <a:spcPts val="0"/>
                        </a:spcAft>
                        <a:buNone/>
                      </a:pPr>
                      <a:r>
                        <a:t/>
                      </a:r>
                      <a:endParaRPr sz="1300"/>
                    </a:p>
                  </a:txBody>
                  <a:tcPr marT="91425" marB="91425" marR="68575" marL="68575">
                    <a:lnL cap="flat" cmpd="sng" w="2857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5"/>
                    </a:solidFill>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952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80975">
                <a:tc>
                  <a:txBody>
                    <a:bodyPr/>
                    <a:lstStyle/>
                    <a:p>
                      <a:pPr indent="0" lvl="0" marL="0" rtl="0" algn="l">
                        <a:lnSpc>
                          <a:spcPct val="115000"/>
                        </a:lnSpc>
                        <a:spcBef>
                          <a:spcPts val="0"/>
                        </a:spcBef>
                        <a:spcAft>
                          <a:spcPts val="0"/>
                        </a:spcAft>
                        <a:buNone/>
                      </a:pPr>
                      <a:r>
                        <a:rPr lang="en" sz="1300"/>
                        <a:t>UI Prototyping</a:t>
                      </a:r>
                      <a:endParaRPr sz="1300"/>
                    </a:p>
                  </a:txBody>
                  <a:tcPr marT="91425" marB="91425" marR="68575" marL="6857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1E7EC"/>
                    </a:solidFill>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2857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5"/>
                    </a:solidFill>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952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747025">
                <a:tc>
                  <a:txBody>
                    <a:bodyPr/>
                    <a:lstStyle/>
                    <a:p>
                      <a:pPr indent="0" lvl="0" marL="0" rtl="0" algn="l">
                        <a:lnSpc>
                          <a:spcPct val="115000"/>
                        </a:lnSpc>
                        <a:spcBef>
                          <a:spcPts val="0"/>
                        </a:spcBef>
                        <a:spcAft>
                          <a:spcPts val="0"/>
                        </a:spcAft>
                        <a:buNone/>
                      </a:pPr>
                      <a:r>
                        <a:rPr lang="en" sz="1300"/>
                        <a:t>Core Features</a:t>
                      </a:r>
                      <a:endParaRPr sz="1300"/>
                    </a:p>
                  </a:txBody>
                  <a:tcPr marT="91425" marB="91425" marR="68575" marL="6857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1E7EC"/>
                    </a:solidFill>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2857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5"/>
                    </a:solidFill>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5"/>
                    </a:solidFill>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952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950">
                <a:tc>
                  <a:txBody>
                    <a:bodyPr/>
                    <a:lstStyle/>
                    <a:p>
                      <a:pPr indent="0" lvl="0" marL="0" rtl="0" algn="l">
                        <a:lnSpc>
                          <a:spcPct val="115000"/>
                        </a:lnSpc>
                        <a:spcBef>
                          <a:spcPts val="0"/>
                        </a:spcBef>
                        <a:spcAft>
                          <a:spcPts val="0"/>
                        </a:spcAft>
                        <a:buNone/>
                      </a:pPr>
                      <a:r>
                        <a:rPr lang="en" sz="1300"/>
                        <a:t>Advanced Features</a:t>
                      </a:r>
                      <a:endParaRPr sz="1300"/>
                    </a:p>
                  </a:txBody>
                  <a:tcPr marT="91425" marB="91425" marR="68575" marL="6857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1E7EC"/>
                    </a:solidFill>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2857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5"/>
                    </a:solidFill>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5"/>
                    </a:solidFill>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952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533400">
                <a:tc>
                  <a:txBody>
                    <a:bodyPr/>
                    <a:lstStyle/>
                    <a:p>
                      <a:pPr indent="0" lvl="0" marL="0" rtl="0" algn="l">
                        <a:lnSpc>
                          <a:spcPct val="115000"/>
                        </a:lnSpc>
                        <a:spcBef>
                          <a:spcPts val="0"/>
                        </a:spcBef>
                        <a:spcAft>
                          <a:spcPts val="0"/>
                        </a:spcAft>
                        <a:buNone/>
                      </a:pPr>
                      <a:r>
                        <a:rPr lang="en" sz="1300"/>
                        <a:t>Integration / Testing / Documentation</a:t>
                      </a:r>
                      <a:endParaRPr sz="1300"/>
                    </a:p>
                  </a:txBody>
                  <a:tcPr marT="91425" marB="91425" marR="68575" marL="6857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E1E7EC"/>
                    </a:solidFill>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2857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chemeClr val="accent5"/>
                    </a:solidFill>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chemeClr val="accent5"/>
                    </a:solidFill>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chemeClr val="accent5"/>
                    </a:solidFill>
                  </a:tcPr>
                </a:tc>
                <a:tc>
                  <a:txBody>
                    <a:bodyPr/>
                    <a:lstStyle/>
                    <a:p>
                      <a:pPr indent="0" lvl="0" marL="0" rtl="0" algn="l">
                        <a:lnSpc>
                          <a:spcPct val="115000"/>
                        </a:lnSpc>
                        <a:spcBef>
                          <a:spcPts val="0"/>
                        </a:spcBef>
                        <a:spcAft>
                          <a:spcPts val="0"/>
                        </a:spcAft>
                        <a:buNone/>
                      </a:pPr>
                      <a:r>
                        <a:rPr lang="en" sz="1300"/>
                        <a:t> </a:t>
                      </a:r>
                      <a:endParaRPr sz="1300"/>
                    </a:p>
                  </a:txBody>
                  <a:tcPr marT="91425" marB="91425" marR="68575" marL="68575">
                    <a:lnL cap="flat" cmpd="sng" w="952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chemeClr val="accent5"/>
                    </a:solidFill>
                  </a:tcPr>
                </a:tc>
              </a:tr>
            </a:tbl>
          </a:graphicData>
        </a:graphic>
      </p:graphicFrame>
      <p:pic>
        <p:nvPicPr>
          <p:cNvPr id="880" name="Google Shape;880;p37" title="CS3354 Slide-11/13/2025, 8:53 PM.mp4">
            <a:hlinkClick r:id="rId4"/>
          </p:cNvPr>
          <p:cNvPicPr preferRelativeResize="0"/>
          <p:nvPr/>
        </p:nvPicPr>
        <p:blipFill>
          <a:blip r:embed="rId5">
            <a:alphaModFix/>
          </a:blip>
          <a:stretch>
            <a:fillRect/>
          </a:stretch>
        </p:blipFill>
        <p:spPr>
          <a:xfrm>
            <a:off x="7136750" y="218138"/>
            <a:ext cx="1338450" cy="10038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0"/>
                                        </p:tgtEl>
                                        <p:attrNameLst>
                                          <p:attrName>style.visibility</p:attrName>
                                        </p:attrNameLst>
                                      </p:cBhvr>
                                      <p:to>
                                        <p:strVal val="visible"/>
                                      </p:to>
                                    </p:set>
                                    <p:animEffect filter="fade" transition="in">
                                      <p:cBhvr>
                                        <p:cTn dur="1000"/>
                                        <p:tgtEl>
                                          <p:spTgt spid="8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p38"/>
          <p:cNvSpPr txBox="1"/>
          <p:nvPr>
            <p:ph type="title"/>
          </p:nvPr>
        </p:nvSpPr>
        <p:spPr>
          <a:xfrm>
            <a:off x="713225" y="383000"/>
            <a:ext cx="7562100" cy="674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Project Scheduling</a:t>
            </a:r>
            <a:endParaRPr/>
          </a:p>
        </p:txBody>
      </p:sp>
      <p:sp>
        <p:nvSpPr>
          <p:cNvPr id="886" name="Google Shape;886;p38"/>
          <p:cNvSpPr txBox="1"/>
          <p:nvPr>
            <p:ph idx="1" type="body"/>
          </p:nvPr>
        </p:nvSpPr>
        <p:spPr>
          <a:xfrm>
            <a:off x="664625" y="1098100"/>
            <a:ext cx="7610700" cy="379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b="1" sz="1400"/>
          </a:p>
          <a:p>
            <a:pPr indent="0" lvl="0" marL="0" rtl="0" algn="l">
              <a:spcBef>
                <a:spcPts val="1000"/>
              </a:spcBef>
              <a:spcAft>
                <a:spcPts val="0"/>
              </a:spcAft>
              <a:buNone/>
            </a:pPr>
            <a:r>
              <a:rPr lang="en"/>
              <a:t> </a:t>
            </a:r>
            <a:endParaRPr/>
          </a:p>
          <a:p>
            <a:pPr indent="0" lvl="0" marL="0" rtl="0" algn="l">
              <a:spcBef>
                <a:spcPts val="1000"/>
              </a:spcBef>
              <a:spcAft>
                <a:spcPts val="1000"/>
              </a:spcAft>
              <a:buNone/>
            </a:pPr>
            <a:r>
              <a:t/>
            </a:r>
            <a:endParaRPr/>
          </a:p>
        </p:txBody>
      </p:sp>
      <p:sp>
        <p:nvSpPr>
          <p:cNvPr id="887" name="Google Shape;887;p38">
            <a:hlinkClick action="ppaction://hlinkshowjump?jump=nextslide"/>
          </p:cNvPr>
          <p:cNvSpPr/>
          <p:nvPr/>
        </p:nvSpPr>
        <p:spPr>
          <a:xfrm rot="10800000">
            <a:off x="8795200" y="4467625"/>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38">
            <a:hlinkClick action="ppaction://hlinksldjump" r:id="rId3"/>
          </p:cNvPr>
          <p:cNvSpPr/>
          <p:nvPr/>
        </p:nvSpPr>
        <p:spPr>
          <a:xfrm>
            <a:off x="8777675" y="2488988"/>
            <a:ext cx="163200" cy="163200"/>
          </a:xfrm>
          <a:prstGeom prst="rect">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38">
            <a:hlinkClick action="ppaction://hlinkshowjump?jump=previousslide"/>
          </p:cNvPr>
          <p:cNvSpPr/>
          <p:nvPr/>
        </p:nvSpPr>
        <p:spPr>
          <a:xfrm flipH="1">
            <a:off x="8795200" y="539500"/>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890" name="Google Shape;890;p38"/>
          <p:cNvGraphicFramePr/>
          <p:nvPr/>
        </p:nvGraphicFramePr>
        <p:xfrm>
          <a:off x="914800" y="1235125"/>
          <a:ext cx="3000000" cy="3000000"/>
        </p:xfrm>
        <a:graphic>
          <a:graphicData uri="http://schemas.openxmlformats.org/drawingml/2006/table">
            <a:tbl>
              <a:tblPr>
                <a:noFill/>
                <a:tableStyleId>{75FD36E1-138D-49D2-A26C-2B218A005E71}</a:tableStyleId>
              </a:tblPr>
              <a:tblGrid>
                <a:gridCol w="3229425"/>
                <a:gridCol w="1605975"/>
              </a:tblGrid>
              <a:tr h="381000">
                <a:tc>
                  <a:txBody>
                    <a:bodyPr/>
                    <a:lstStyle/>
                    <a:p>
                      <a:pPr indent="0" lvl="0" marL="0" rtl="0" algn="l">
                        <a:spcBef>
                          <a:spcPts val="0"/>
                        </a:spcBef>
                        <a:spcAft>
                          <a:spcPts val="0"/>
                        </a:spcAft>
                        <a:buNone/>
                      </a:pPr>
                      <a:r>
                        <a:rPr lang="en"/>
                        <a:t>Activity</a:t>
                      </a:r>
                      <a:endParaRPr/>
                    </a:p>
                  </a:txBody>
                  <a:tcPr marT="91425" marB="91425" marR="91425" marL="91425">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Duration / Date</a:t>
                      </a:r>
                      <a:endParaRPr/>
                    </a:p>
                  </a:txBody>
                  <a:tcPr marT="91425" marB="91425" marR="91425" marL="91425">
                    <a:lnB cap="flat" cmpd="sng" w="2857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t>Implementation start date</a:t>
                      </a:r>
                      <a:endParaRPr/>
                    </a:p>
                  </a:txBody>
                  <a:tcPr marT="91425" marB="91425" marR="91425" marL="91425">
                    <a:lnT cap="flat" cmpd="sng" w="28575">
                      <a:solidFill>
                        <a:srgbClr val="9E9E9E"/>
                      </a:solidFill>
                      <a:prstDash val="solid"/>
                      <a:round/>
                      <a:headEnd len="sm" w="sm" type="none"/>
                      <a:tailEnd len="sm" w="sm" type="none"/>
                    </a:lnT>
                  </a:tcPr>
                </a:tc>
                <a:tc>
                  <a:txBody>
                    <a:bodyPr/>
                    <a:lstStyle/>
                    <a:p>
                      <a:pPr indent="0" lvl="0" marL="0" rtl="0" algn="ctr">
                        <a:lnSpc>
                          <a:spcPct val="115000"/>
                        </a:lnSpc>
                        <a:spcBef>
                          <a:spcPts val="0"/>
                        </a:spcBef>
                        <a:spcAft>
                          <a:spcPts val="0"/>
                        </a:spcAft>
                        <a:buNone/>
                      </a:pPr>
                      <a:r>
                        <a:rPr lang="en"/>
                        <a:t>11/20/2025</a:t>
                      </a:r>
                      <a:endParaRPr/>
                    </a:p>
                  </a:txBody>
                  <a:tcPr marT="91425" marB="91425" marR="91425" marL="91425">
                    <a:lnT cap="flat" cmpd="sng" w="28575">
                      <a:solidFill>
                        <a:srgbClr val="9E9E9E"/>
                      </a:solidFill>
                      <a:prstDash val="solid"/>
                      <a:round/>
                      <a:headEnd len="sm" w="sm" type="none"/>
                      <a:tailEnd len="sm" w="sm" type="none"/>
                    </a:lnT>
                  </a:tcPr>
                </a:tc>
              </a:tr>
              <a:tr h="381000">
                <a:tc>
                  <a:txBody>
                    <a:bodyPr/>
                    <a:lstStyle/>
                    <a:p>
                      <a:pPr indent="0" lvl="0" marL="0" rtl="0" algn="l">
                        <a:spcBef>
                          <a:spcPts val="0"/>
                        </a:spcBef>
                        <a:spcAft>
                          <a:spcPts val="0"/>
                        </a:spcAft>
                        <a:buNone/>
                      </a:pPr>
                      <a:r>
                        <a:rPr lang="en"/>
                        <a:t>Project Architecture</a:t>
                      </a:r>
                      <a:endParaRPr/>
                    </a:p>
                  </a:txBody>
                  <a:tcPr marT="91425" marB="91425" marR="91425" marL="91425"/>
                </a:tc>
                <a:tc>
                  <a:txBody>
                    <a:bodyPr/>
                    <a:lstStyle/>
                    <a:p>
                      <a:pPr indent="0" lvl="0" marL="0" rtl="0" algn="ctr">
                        <a:spcBef>
                          <a:spcPts val="0"/>
                        </a:spcBef>
                        <a:spcAft>
                          <a:spcPts val="0"/>
                        </a:spcAft>
                        <a:buNone/>
                      </a:pPr>
                      <a:r>
                        <a:rPr lang="en"/>
                        <a:t>1 week</a:t>
                      </a:r>
                      <a:endParaRPr/>
                    </a:p>
                  </a:txBody>
                  <a:tcPr marT="91425" marB="91425" marR="91425" marL="91425"/>
                </a:tc>
              </a:tr>
              <a:tr h="381000">
                <a:tc>
                  <a:txBody>
                    <a:bodyPr/>
                    <a:lstStyle/>
                    <a:p>
                      <a:pPr indent="0" lvl="0" marL="0" rtl="0" algn="l">
                        <a:spcBef>
                          <a:spcPts val="0"/>
                        </a:spcBef>
                        <a:spcAft>
                          <a:spcPts val="0"/>
                        </a:spcAft>
                        <a:buNone/>
                      </a:pPr>
                      <a:r>
                        <a:rPr lang="en"/>
                        <a:t>UI Prototyping</a:t>
                      </a:r>
                      <a:endParaRPr/>
                    </a:p>
                  </a:txBody>
                  <a:tcPr marT="91425" marB="91425" marR="91425" marL="91425"/>
                </a:tc>
                <a:tc>
                  <a:txBody>
                    <a:bodyPr/>
                    <a:lstStyle/>
                    <a:p>
                      <a:pPr indent="0" lvl="0" marL="0" rtl="0" algn="ctr">
                        <a:spcBef>
                          <a:spcPts val="0"/>
                        </a:spcBef>
                        <a:spcAft>
                          <a:spcPts val="0"/>
                        </a:spcAft>
                        <a:buNone/>
                      </a:pPr>
                      <a:r>
                        <a:rPr lang="en"/>
                        <a:t>1 week</a:t>
                      </a:r>
                      <a:endParaRPr/>
                    </a:p>
                  </a:txBody>
                  <a:tcPr marT="91425" marB="91425" marR="91425" marL="91425"/>
                </a:tc>
              </a:tr>
              <a:tr h="381000">
                <a:tc>
                  <a:txBody>
                    <a:bodyPr/>
                    <a:lstStyle/>
                    <a:p>
                      <a:pPr indent="0" lvl="0" marL="0" rtl="0" algn="l">
                        <a:spcBef>
                          <a:spcPts val="0"/>
                        </a:spcBef>
                        <a:spcAft>
                          <a:spcPts val="0"/>
                        </a:spcAft>
                        <a:buNone/>
                      </a:pPr>
                      <a:r>
                        <a:rPr lang="en"/>
                        <a:t>Core Feature </a:t>
                      </a:r>
                      <a:r>
                        <a:rPr lang="en"/>
                        <a:t>Implementation</a:t>
                      </a:r>
                      <a:endParaRPr/>
                    </a:p>
                  </a:txBody>
                  <a:tcPr marT="91425" marB="91425" marR="91425" marL="91425"/>
                </a:tc>
                <a:tc>
                  <a:txBody>
                    <a:bodyPr/>
                    <a:lstStyle/>
                    <a:p>
                      <a:pPr indent="0" lvl="0" marL="0" rtl="0" algn="ctr">
                        <a:spcBef>
                          <a:spcPts val="0"/>
                        </a:spcBef>
                        <a:spcAft>
                          <a:spcPts val="0"/>
                        </a:spcAft>
                        <a:buNone/>
                      </a:pPr>
                      <a:r>
                        <a:rPr lang="en"/>
                        <a:t>2 weeks</a:t>
                      </a:r>
                      <a:endParaRPr/>
                    </a:p>
                  </a:txBody>
                  <a:tcPr marT="91425" marB="91425" marR="91425" marL="91425"/>
                </a:tc>
              </a:tr>
              <a:tr h="381000">
                <a:tc>
                  <a:txBody>
                    <a:bodyPr/>
                    <a:lstStyle/>
                    <a:p>
                      <a:pPr indent="0" lvl="0" marL="0" rtl="0" algn="l">
                        <a:spcBef>
                          <a:spcPts val="0"/>
                        </a:spcBef>
                        <a:spcAft>
                          <a:spcPts val="0"/>
                        </a:spcAft>
                        <a:buNone/>
                      </a:pPr>
                      <a:r>
                        <a:rPr lang="en"/>
                        <a:t>Advanced Feature Implementation</a:t>
                      </a:r>
                      <a:endParaRPr/>
                    </a:p>
                  </a:txBody>
                  <a:tcPr marT="91425" marB="91425" marR="91425" marL="91425"/>
                </a:tc>
                <a:tc>
                  <a:txBody>
                    <a:bodyPr/>
                    <a:lstStyle/>
                    <a:p>
                      <a:pPr indent="0" lvl="0" marL="0" rtl="0" algn="ctr">
                        <a:spcBef>
                          <a:spcPts val="0"/>
                        </a:spcBef>
                        <a:spcAft>
                          <a:spcPts val="0"/>
                        </a:spcAft>
                        <a:buNone/>
                      </a:pPr>
                      <a:r>
                        <a:rPr lang="en"/>
                        <a:t>2 weeks</a:t>
                      </a:r>
                      <a:endParaRPr/>
                    </a:p>
                  </a:txBody>
                  <a:tcPr marT="91425" marB="91425" marR="91425" marL="91425"/>
                </a:tc>
              </a:tr>
              <a:tr h="381000">
                <a:tc>
                  <a:txBody>
                    <a:bodyPr/>
                    <a:lstStyle/>
                    <a:p>
                      <a:pPr indent="0" lvl="0" marL="0" rtl="0" algn="l">
                        <a:spcBef>
                          <a:spcPts val="0"/>
                        </a:spcBef>
                        <a:spcAft>
                          <a:spcPts val="0"/>
                        </a:spcAft>
                        <a:buNone/>
                      </a:pPr>
                      <a:r>
                        <a:rPr lang="en"/>
                        <a:t>Integration, Testing, Documentation</a:t>
                      </a:r>
                      <a:endParaRPr/>
                    </a:p>
                  </a:txBody>
                  <a:tcPr marT="91425" marB="91425" marR="91425" marL="91425"/>
                </a:tc>
                <a:tc>
                  <a:txBody>
                    <a:bodyPr/>
                    <a:lstStyle/>
                    <a:p>
                      <a:pPr indent="0" lvl="0" marL="0" rtl="0" algn="ctr">
                        <a:spcBef>
                          <a:spcPts val="0"/>
                        </a:spcBef>
                        <a:spcAft>
                          <a:spcPts val="0"/>
                        </a:spcAft>
                        <a:buNone/>
                      </a:pPr>
                      <a:r>
                        <a:rPr lang="en"/>
                        <a:t>4 weeks</a:t>
                      </a:r>
                      <a:endParaRPr/>
                    </a:p>
                  </a:txBody>
                  <a:tcPr marT="91425" marB="91425" marR="91425" marL="91425"/>
                </a:tc>
              </a:tr>
              <a:tr h="381000">
                <a:tc>
                  <a:txBody>
                    <a:bodyPr/>
                    <a:lstStyle/>
                    <a:p>
                      <a:pPr indent="0" lvl="0" marL="0" rtl="0" algn="l">
                        <a:spcBef>
                          <a:spcPts val="0"/>
                        </a:spcBef>
                        <a:spcAft>
                          <a:spcPts val="0"/>
                        </a:spcAft>
                        <a:buNone/>
                      </a:pPr>
                      <a:r>
                        <a:rPr lang="en"/>
                        <a:t>Projected end date</a:t>
                      </a:r>
                      <a:endParaRPr/>
                    </a:p>
                  </a:txBody>
                  <a:tcPr marT="91425" marB="91425" marR="91425" marL="91425"/>
                </a:tc>
                <a:tc>
                  <a:txBody>
                    <a:bodyPr/>
                    <a:lstStyle/>
                    <a:p>
                      <a:pPr indent="0" lvl="0" marL="0" rtl="0" algn="ctr">
                        <a:spcBef>
                          <a:spcPts val="0"/>
                        </a:spcBef>
                        <a:spcAft>
                          <a:spcPts val="0"/>
                        </a:spcAft>
                        <a:buNone/>
                      </a:pPr>
                      <a:r>
                        <a:rPr lang="en"/>
                        <a:t>01/29/2026</a:t>
                      </a:r>
                      <a:endParaRPr/>
                    </a:p>
                  </a:txBody>
                  <a:tcPr marT="91425" marB="91425" marR="91425" marL="91425"/>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p39"/>
          <p:cNvSpPr txBox="1"/>
          <p:nvPr>
            <p:ph type="title"/>
          </p:nvPr>
        </p:nvSpPr>
        <p:spPr>
          <a:xfrm>
            <a:off x="4813075" y="2921463"/>
            <a:ext cx="36177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How It Works</a:t>
            </a:r>
            <a:endParaRPr/>
          </a:p>
        </p:txBody>
      </p:sp>
      <p:sp>
        <p:nvSpPr>
          <p:cNvPr id="896" name="Google Shape;896;p39"/>
          <p:cNvSpPr txBox="1"/>
          <p:nvPr>
            <p:ph idx="2" type="title"/>
          </p:nvPr>
        </p:nvSpPr>
        <p:spPr>
          <a:xfrm>
            <a:off x="5968075" y="1487163"/>
            <a:ext cx="1307700" cy="120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grpSp>
        <p:nvGrpSpPr>
          <p:cNvPr id="897" name="Google Shape;897;p39"/>
          <p:cNvGrpSpPr/>
          <p:nvPr/>
        </p:nvGrpSpPr>
        <p:grpSpPr>
          <a:xfrm>
            <a:off x="125422" y="239569"/>
            <a:ext cx="4066616" cy="4494992"/>
            <a:chOff x="125422" y="239569"/>
            <a:chExt cx="4066616" cy="4494992"/>
          </a:xfrm>
        </p:grpSpPr>
        <p:sp>
          <p:nvSpPr>
            <p:cNvPr id="898" name="Google Shape;898;p39"/>
            <p:cNvSpPr/>
            <p:nvPr/>
          </p:nvSpPr>
          <p:spPr>
            <a:xfrm flipH="1">
              <a:off x="125430" y="3173151"/>
              <a:ext cx="3119719" cy="1561411"/>
            </a:xfrm>
            <a:custGeom>
              <a:rect b="b" l="l" r="r" t="t"/>
              <a:pathLst>
                <a:path extrusionOk="0" h="32526" w="64984">
                  <a:moveTo>
                    <a:pt x="40012" y="1"/>
                  </a:moveTo>
                  <a:cubicBezTo>
                    <a:pt x="36896" y="1"/>
                    <a:pt x="34164" y="1251"/>
                    <a:pt x="31547" y="2618"/>
                  </a:cubicBezTo>
                  <a:cubicBezTo>
                    <a:pt x="28443" y="4240"/>
                    <a:pt x="25967" y="6405"/>
                    <a:pt x="21456" y="6405"/>
                  </a:cubicBezTo>
                  <a:cubicBezTo>
                    <a:pt x="21245" y="6405"/>
                    <a:pt x="21028" y="6401"/>
                    <a:pt x="20808" y="6391"/>
                  </a:cubicBezTo>
                  <a:cubicBezTo>
                    <a:pt x="17708" y="6253"/>
                    <a:pt x="15532" y="5489"/>
                    <a:pt x="13201" y="5489"/>
                  </a:cubicBezTo>
                  <a:cubicBezTo>
                    <a:pt x="11827" y="5489"/>
                    <a:pt x="10399" y="5754"/>
                    <a:pt x="8696" y="6570"/>
                  </a:cubicBezTo>
                  <a:cubicBezTo>
                    <a:pt x="4193" y="8727"/>
                    <a:pt x="1761" y="12773"/>
                    <a:pt x="1198" y="17809"/>
                  </a:cubicBezTo>
                  <a:cubicBezTo>
                    <a:pt x="0" y="28497"/>
                    <a:pt x="8710" y="32526"/>
                    <a:pt x="15528" y="32526"/>
                  </a:cubicBezTo>
                  <a:cubicBezTo>
                    <a:pt x="18533" y="32526"/>
                    <a:pt x="21171" y="31743"/>
                    <a:pt x="22431" y="30403"/>
                  </a:cubicBezTo>
                  <a:cubicBezTo>
                    <a:pt x="28847" y="23583"/>
                    <a:pt x="27231" y="22950"/>
                    <a:pt x="37145" y="22950"/>
                  </a:cubicBezTo>
                  <a:cubicBezTo>
                    <a:pt x="39165" y="22950"/>
                    <a:pt x="41664" y="22976"/>
                    <a:pt x="44807" y="22981"/>
                  </a:cubicBezTo>
                  <a:cubicBezTo>
                    <a:pt x="44815" y="22981"/>
                    <a:pt x="44823" y="22981"/>
                    <a:pt x="44832" y="22981"/>
                  </a:cubicBezTo>
                  <a:cubicBezTo>
                    <a:pt x="56092" y="22981"/>
                    <a:pt x="64983" y="9600"/>
                    <a:pt x="45684" y="1143"/>
                  </a:cubicBezTo>
                  <a:cubicBezTo>
                    <a:pt x="44411" y="586"/>
                    <a:pt x="42899" y="259"/>
                    <a:pt x="41364" y="80"/>
                  </a:cubicBezTo>
                  <a:cubicBezTo>
                    <a:pt x="40905" y="26"/>
                    <a:pt x="40455" y="1"/>
                    <a:pt x="4001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99" name="Google Shape;899;p39"/>
            <p:cNvGrpSpPr/>
            <p:nvPr/>
          </p:nvGrpSpPr>
          <p:grpSpPr>
            <a:xfrm rot="-3381314">
              <a:off x="327294" y="687319"/>
              <a:ext cx="1873027" cy="1488310"/>
              <a:chOff x="4969625" y="842052"/>
              <a:chExt cx="1369225" cy="1087923"/>
            </a:xfrm>
          </p:grpSpPr>
          <p:sp>
            <p:nvSpPr>
              <p:cNvPr id="900" name="Google Shape;900;p39"/>
              <p:cNvSpPr/>
              <p:nvPr/>
            </p:nvSpPr>
            <p:spPr>
              <a:xfrm>
                <a:off x="4969625" y="941150"/>
                <a:ext cx="1369225" cy="988825"/>
              </a:xfrm>
              <a:custGeom>
                <a:rect b="b" l="l" r="r" t="t"/>
                <a:pathLst>
                  <a:path extrusionOk="0" h="39553" w="54769">
                    <a:moveTo>
                      <a:pt x="21047" y="1"/>
                    </a:moveTo>
                    <a:cubicBezTo>
                      <a:pt x="20673" y="1"/>
                      <a:pt x="20293" y="32"/>
                      <a:pt x="19906" y="97"/>
                    </a:cubicBezTo>
                    <a:cubicBezTo>
                      <a:pt x="18614" y="315"/>
                      <a:pt x="17339" y="713"/>
                      <a:pt x="16266" y="1391"/>
                    </a:cubicBezTo>
                    <a:cubicBezTo>
                      <a:pt x="1" y="11673"/>
                      <a:pt x="7493" y="27946"/>
                      <a:pt x="16984" y="27946"/>
                    </a:cubicBezTo>
                    <a:cubicBezTo>
                      <a:pt x="16991" y="27946"/>
                      <a:pt x="16998" y="27946"/>
                      <a:pt x="17005" y="27946"/>
                    </a:cubicBezTo>
                    <a:cubicBezTo>
                      <a:pt x="19657" y="27939"/>
                      <a:pt x="21764" y="27907"/>
                      <a:pt x="23468" y="27907"/>
                    </a:cubicBezTo>
                    <a:cubicBezTo>
                      <a:pt x="31818" y="27907"/>
                      <a:pt x="30457" y="28678"/>
                      <a:pt x="35864" y="36971"/>
                    </a:cubicBezTo>
                    <a:cubicBezTo>
                      <a:pt x="36926" y="38600"/>
                      <a:pt x="39149" y="39552"/>
                      <a:pt x="41682" y="39552"/>
                    </a:cubicBezTo>
                    <a:cubicBezTo>
                      <a:pt x="47428" y="39552"/>
                      <a:pt x="54768" y="34654"/>
                      <a:pt x="53759" y="21656"/>
                    </a:cubicBezTo>
                    <a:cubicBezTo>
                      <a:pt x="53284" y="15531"/>
                      <a:pt x="51235" y="10612"/>
                      <a:pt x="47440" y="7990"/>
                    </a:cubicBezTo>
                    <a:cubicBezTo>
                      <a:pt x="46004" y="6997"/>
                      <a:pt x="44800" y="6674"/>
                      <a:pt x="43642" y="6674"/>
                    </a:cubicBezTo>
                    <a:cubicBezTo>
                      <a:pt x="41678" y="6674"/>
                      <a:pt x="39845" y="7603"/>
                      <a:pt x="37232" y="7771"/>
                    </a:cubicBezTo>
                    <a:cubicBezTo>
                      <a:pt x="37045" y="7783"/>
                      <a:pt x="36863" y="7789"/>
                      <a:pt x="36684" y="7789"/>
                    </a:cubicBezTo>
                    <a:cubicBezTo>
                      <a:pt x="32883" y="7789"/>
                      <a:pt x="30797" y="5155"/>
                      <a:pt x="28180" y="3183"/>
                    </a:cubicBezTo>
                    <a:cubicBezTo>
                      <a:pt x="25975" y="1522"/>
                      <a:pt x="23673" y="1"/>
                      <a:pt x="2104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39"/>
              <p:cNvSpPr/>
              <p:nvPr/>
            </p:nvSpPr>
            <p:spPr>
              <a:xfrm>
                <a:off x="5668164" y="842052"/>
                <a:ext cx="370125" cy="219075"/>
              </a:xfrm>
              <a:custGeom>
                <a:rect b="b" l="l" r="r" t="t"/>
                <a:pathLst>
                  <a:path extrusionOk="0" h="8763" w="14805">
                    <a:moveTo>
                      <a:pt x="5196" y="1"/>
                    </a:moveTo>
                    <a:cubicBezTo>
                      <a:pt x="1024" y="1"/>
                      <a:pt x="0" y="3456"/>
                      <a:pt x="2757" y="6435"/>
                    </a:cubicBezTo>
                    <a:cubicBezTo>
                      <a:pt x="3911" y="7683"/>
                      <a:pt x="6577" y="8763"/>
                      <a:pt x="9016" y="8763"/>
                    </a:cubicBezTo>
                    <a:cubicBezTo>
                      <a:pt x="11162" y="8763"/>
                      <a:pt x="13133" y="7927"/>
                      <a:pt x="13746" y="5636"/>
                    </a:cubicBezTo>
                    <a:cubicBezTo>
                      <a:pt x="14805" y="1685"/>
                      <a:pt x="7301" y="251"/>
                      <a:pt x="7301" y="251"/>
                    </a:cubicBezTo>
                    <a:cubicBezTo>
                      <a:pt x="6529" y="80"/>
                      <a:pt x="5827" y="1"/>
                      <a:pt x="519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2" name="Google Shape;902;p39"/>
            <p:cNvGrpSpPr/>
            <p:nvPr/>
          </p:nvGrpSpPr>
          <p:grpSpPr>
            <a:xfrm>
              <a:off x="956747" y="1169374"/>
              <a:ext cx="3235291" cy="3047524"/>
              <a:chOff x="4757275" y="1996600"/>
              <a:chExt cx="1430975" cy="1347925"/>
            </a:xfrm>
          </p:grpSpPr>
          <p:sp>
            <p:nvSpPr>
              <p:cNvPr id="903" name="Google Shape;903;p39"/>
              <p:cNvSpPr/>
              <p:nvPr/>
            </p:nvSpPr>
            <p:spPr>
              <a:xfrm>
                <a:off x="4757275" y="2590775"/>
                <a:ext cx="1054150" cy="751725"/>
              </a:xfrm>
              <a:custGeom>
                <a:rect b="b" l="l" r="r" t="t"/>
                <a:pathLst>
                  <a:path extrusionOk="0" h="30069" w="42166">
                    <a:moveTo>
                      <a:pt x="20937" y="1"/>
                    </a:moveTo>
                    <a:cubicBezTo>
                      <a:pt x="20778" y="1"/>
                      <a:pt x="20618" y="2"/>
                      <a:pt x="20458" y="6"/>
                    </a:cubicBezTo>
                    <a:cubicBezTo>
                      <a:pt x="16126" y="110"/>
                      <a:pt x="11232" y="958"/>
                      <a:pt x="7955" y="3739"/>
                    </a:cubicBezTo>
                    <a:cubicBezTo>
                      <a:pt x="826" y="9787"/>
                      <a:pt x="0" y="27121"/>
                      <a:pt x="7619" y="28828"/>
                    </a:cubicBezTo>
                    <a:cubicBezTo>
                      <a:pt x="11805" y="29766"/>
                      <a:pt x="16171" y="30068"/>
                      <a:pt x="20171" y="30068"/>
                    </a:cubicBezTo>
                    <a:cubicBezTo>
                      <a:pt x="26617" y="30068"/>
                      <a:pt x="32113" y="29282"/>
                      <a:pt x="34377" y="29097"/>
                    </a:cubicBezTo>
                    <a:cubicBezTo>
                      <a:pt x="35639" y="28994"/>
                      <a:pt x="39207" y="26114"/>
                      <a:pt x="39857" y="22776"/>
                    </a:cubicBezTo>
                    <a:lnTo>
                      <a:pt x="39858" y="22776"/>
                    </a:lnTo>
                    <a:cubicBezTo>
                      <a:pt x="42166" y="10909"/>
                      <a:pt x="32949" y="1"/>
                      <a:pt x="2093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39"/>
              <p:cNvSpPr/>
              <p:nvPr/>
            </p:nvSpPr>
            <p:spPr>
              <a:xfrm>
                <a:off x="4880925" y="2699725"/>
                <a:ext cx="114775" cy="622450"/>
              </a:xfrm>
              <a:custGeom>
                <a:rect b="b" l="l" r="r" t="t"/>
                <a:pathLst>
                  <a:path extrusionOk="0" h="24898" w="4591">
                    <a:moveTo>
                      <a:pt x="2676" y="0"/>
                    </a:moveTo>
                    <a:cubicBezTo>
                      <a:pt x="2648" y="0"/>
                      <a:pt x="2621" y="15"/>
                      <a:pt x="2604" y="49"/>
                    </a:cubicBezTo>
                    <a:cubicBezTo>
                      <a:pt x="1109" y="3076"/>
                      <a:pt x="289" y="6407"/>
                      <a:pt x="145" y="9778"/>
                    </a:cubicBezTo>
                    <a:cubicBezTo>
                      <a:pt x="0" y="13170"/>
                      <a:pt x="535" y="16597"/>
                      <a:pt x="1731" y="19775"/>
                    </a:cubicBezTo>
                    <a:cubicBezTo>
                      <a:pt x="2407" y="21568"/>
                      <a:pt x="3295" y="23277"/>
                      <a:pt x="4380" y="24856"/>
                    </a:cubicBezTo>
                    <a:cubicBezTo>
                      <a:pt x="4401" y="24886"/>
                      <a:pt x="4430" y="24898"/>
                      <a:pt x="4458" y="24898"/>
                    </a:cubicBezTo>
                    <a:cubicBezTo>
                      <a:pt x="4525" y="24898"/>
                      <a:pt x="4590" y="24831"/>
                      <a:pt x="4542" y="24760"/>
                    </a:cubicBezTo>
                    <a:cubicBezTo>
                      <a:pt x="2644" y="21999"/>
                      <a:pt x="1365" y="18841"/>
                      <a:pt x="746" y="15551"/>
                    </a:cubicBezTo>
                    <a:cubicBezTo>
                      <a:pt x="123" y="12239"/>
                      <a:pt x="163" y="8796"/>
                      <a:pt x="888" y="5504"/>
                    </a:cubicBezTo>
                    <a:cubicBezTo>
                      <a:pt x="1296" y="3650"/>
                      <a:pt x="1925" y="1846"/>
                      <a:pt x="2766" y="143"/>
                    </a:cubicBezTo>
                    <a:cubicBezTo>
                      <a:pt x="2803" y="69"/>
                      <a:pt x="2738" y="0"/>
                      <a:pt x="26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39"/>
              <p:cNvSpPr/>
              <p:nvPr/>
            </p:nvSpPr>
            <p:spPr>
              <a:xfrm>
                <a:off x="4934500" y="2661075"/>
                <a:ext cx="586300" cy="299900"/>
              </a:xfrm>
              <a:custGeom>
                <a:rect b="b" l="l" r="r" t="t"/>
                <a:pathLst>
                  <a:path extrusionOk="0" h="11996" w="23452">
                    <a:moveTo>
                      <a:pt x="6022" y="1"/>
                    </a:moveTo>
                    <a:cubicBezTo>
                      <a:pt x="6022" y="1"/>
                      <a:pt x="0" y="2355"/>
                      <a:pt x="1150" y="9024"/>
                    </a:cubicBezTo>
                    <a:cubicBezTo>
                      <a:pt x="1564" y="11423"/>
                      <a:pt x="4158" y="11995"/>
                      <a:pt x="7389" y="11995"/>
                    </a:cubicBezTo>
                    <a:cubicBezTo>
                      <a:pt x="9518" y="11995"/>
                      <a:pt x="11923" y="11747"/>
                      <a:pt x="14163" y="11608"/>
                    </a:cubicBezTo>
                    <a:cubicBezTo>
                      <a:pt x="19806" y="11260"/>
                      <a:pt x="23452" y="7586"/>
                      <a:pt x="21381" y="5520"/>
                    </a:cubicBezTo>
                    <a:cubicBezTo>
                      <a:pt x="19311" y="3455"/>
                      <a:pt x="6022" y="1"/>
                      <a:pt x="6022" y="1"/>
                    </a:cubicBezTo>
                    <a:close/>
                  </a:path>
                </a:pathLst>
              </a:custGeom>
              <a:solidFill>
                <a:srgbClr val="3C363C">
                  <a:alpha val="456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39"/>
              <p:cNvSpPr/>
              <p:nvPr/>
            </p:nvSpPr>
            <p:spPr>
              <a:xfrm>
                <a:off x="4971775" y="2013000"/>
                <a:ext cx="380100" cy="540575"/>
              </a:xfrm>
              <a:custGeom>
                <a:rect b="b" l="l" r="r" t="t"/>
                <a:pathLst>
                  <a:path extrusionOk="0" h="21623" w="15204">
                    <a:moveTo>
                      <a:pt x="10128" y="0"/>
                    </a:moveTo>
                    <a:cubicBezTo>
                      <a:pt x="9872" y="0"/>
                      <a:pt x="9587" y="28"/>
                      <a:pt x="9272" y="93"/>
                    </a:cubicBezTo>
                    <a:cubicBezTo>
                      <a:pt x="7136" y="534"/>
                      <a:pt x="5401" y="2064"/>
                      <a:pt x="5718" y="4149"/>
                    </a:cubicBezTo>
                    <a:cubicBezTo>
                      <a:pt x="6035" y="6235"/>
                      <a:pt x="6372" y="9008"/>
                      <a:pt x="4467" y="9736"/>
                    </a:cubicBezTo>
                    <a:cubicBezTo>
                      <a:pt x="2562" y="10464"/>
                      <a:pt x="979" y="11414"/>
                      <a:pt x="956" y="13625"/>
                    </a:cubicBezTo>
                    <a:cubicBezTo>
                      <a:pt x="935" y="15836"/>
                      <a:pt x="1977" y="17142"/>
                      <a:pt x="956" y="18394"/>
                    </a:cubicBezTo>
                    <a:cubicBezTo>
                      <a:pt x="0" y="19566"/>
                      <a:pt x="1888" y="21623"/>
                      <a:pt x="4380" y="21623"/>
                    </a:cubicBezTo>
                    <a:cubicBezTo>
                      <a:pt x="4546" y="21623"/>
                      <a:pt x="4715" y="21614"/>
                      <a:pt x="4886" y="21595"/>
                    </a:cubicBezTo>
                    <a:cubicBezTo>
                      <a:pt x="7564" y="21294"/>
                      <a:pt x="8101" y="13071"/>
                      <a:pt x="10802" y="13071"/>
                    </a:cubicBezTo>
                    <a:cubicBezTo>
                      <a:pt x="10857" y="13071"/>
                      <a:pt x="10913" y="13075"/>
                      <a:pt x="10970" y="13082"/>
                    </a:cubicBezTo>
                    <a:cubicBezTo>
                      <a:pt x="11205" y="13110"/>
                      <a:pt x="11422" y="13124"/>
                      <a:pt x="11622" y="13124"/>
                    </a:cubicBezTo>
                    <a:cubicBezTo>
                      <a:pt x="13850" y="13124"/>
                      <a:pt x="13992" y="11425"/>
                      <a:pt x="13432" y="9839"/>
                    </a:cubicBezTo>
                    <a:cubicBezTo>
                      <a:pt x="12820" y="8109"/>
                      <a:pt x="14254" y="5213"/>
                      <a:pt x="14050" y="3856"/>
                    </a:cubicBezTo>
                    <a:cubicBezTo>
                      <a:pt x="14050" y="3856"/>
                      <a:pt x="15203" y="919"/>
                      <a:pt x="12411" y="919"/>
                    </a:cubicBezTo>
                    <a:cubicBezTo>
                      <a:pt x="12325" y="919"/>
                      <a:pt x="12236" y="922"/>
                      <a:pt x="12142" y="928"/>
                    </a:cubicBezTo>
                    <a:cubicBezTo>
                      <a:pt x="12142" y="928"/>
                      <a:pt x="11610" y="0"/>
                      <a:pt x="1012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39"/>
              <p:cNvSpPr/>
              <p:nvPr/>
            </p:nvSpPr>
            <p:spPr>
              <a:xfrm>
                <a:off x="5072600" y="1996600"/>
                <a:ext cx="117925" cy="96825"/>
              </a:xfrm>
              <a:custGeom>
                <a:rect b="b" l="l" r="r" t="t"/>
                <a:pathLst>
                  <a:path extrusionOk="0" h="3873" w="4717">
                    <a:moveTo>
                      <a:pt x="2508" y="0"/>
                    </a:moveTo>
                    <a:cubicBezTo>
                      <a:pt x="2407" y="0"/>
                      <a:pt x="2300" y="6"/>
                      <a:pt x="2189" y="18"/>
                    </a:cubicBezTo>
                    <a:cubicBezTo>
                      <a:pt x="1" y="261"/>
                      <a:pt x="234" y="3872"/>
                      <a:pt x="2013" y="3872"/>
                    </a:cubicBezTo>
                    <a:cubicBezTo>
                      <a:pt x="2070" y="3872"/>
                      <a:pt x="2129" y="3869"/>
                      <a:pt x="2189" y="3861"/>
                    </a:cubicBezTo>
                    <a:cubicBezTo>
                      <a:pt x="4126" y="3615"/>
                      <a:pt x="4717" y="2193"/>
                      <a:pt x="4717" y="2193"/>
                    </a:cubicBezTo>
                    <a:cubicBezTo>
                      <a:pt x="4717" y="2193"/>
                      <a:pt x="4473" y="0"/>
                      <a:pt x="25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39"/>
              <p:cNvSpPr/>
              <p:nvPr/>
            </p:nvSpPr>
            <p:spPr>
              <a:xfrm>
                <a:off x="5017150" y="2266325"/>
                <a:ext cx="385425" cy="545175"/>
              </a:xfrm>
              <a:custGeom>
                <a:rect b="b" l="l" r="r" t="t"/>
                <a:pathLst>
                  <a:path extrusionOk="0" h="21807" w="15417">
                    <a:moveTo>
                      <a:pt x="6411" y="0"/>
                    </a:moveTo>
                    <a:cubicBezTo>
                      <a:pt x="6154" y="0"/>
                      <a:pt x="5888" y="14"/>
                      <a:pt x="5615" y="44"/>
                    </a:cubicBezTo>
                    <a:cubicBezTo>
                      <a:pt x="2278" y="411"/>
                      <a:pt x="0" y="984"/>
                      <a:pt x="1335" y="5649"/>
                    </a:cubicBezTo>
                    <a:cubicBezTo>
                      <a:pt x="2392" y="9344"/>
                      <a:pt x="3654" y="10962"/>
                      <a:pt x="3179" y="13297"/>
                    </a:cubicBezTo>
                    <a:cubicBezTo>
                      <a:pt x="2706" y="15632"/>
                      <a:pt x="1577" y="17326"/>
                      <a:pt x="911" y="18541"/>
                    </a:cubicBezTo>
                    <a:cubicBezTo>
                      <a:pt x="243" y="19756"/>
                      <a:pt x="1604" y="20818"/>
                      <a:pt x="4418" y="21420"/>
                    </a:cubicBezTo>
                    <a:cubicBezTo>
                      <a:pt x="5838" y="21724"/>
                      <a:pt x="6685" y="21806"/>
                      <a:pt x="7473" y="21806"/>
                    </a:cubicBezTo>
                    <a:cubicBezTo>
                      <a:pt x="8360" y="21806"/>
                      <a:pt x="9173" y="21702"/>
                      <a:pt x="10647" y="21694"/>
                    </a:cubicBezTo>
                    <a:cubicBezTo>
                      <a:pt x="13431" y="21679"/>
                      <a:pt x="15417" y="20149"/>
                      <a:pt x="14920" y="18662"/>
                    </a:cubicBezTo>
                    <a:cubicBezTo>
                      <a:pt x="14396" y="17089"/>
                      <a:pt x="13098" y="12119"/>
                      <a:pt x="12907" y="11531"/>
                    </a:cubicBezTo>
                    <a:cubicBezTo>
                      <a:pt x="12717" y="10942"/>
                      <a:pt x="14245" y="9997"/>
                      <a:pt x="14432" y="8932"/>
                    </a:cubicBezTo>
                    <a:cubicBezTo>
                      <a:pt x="14618" y="7867"/>
                      <a:pt x="13714" y="6498"/>
                      <a:pt x="13322" y="5886"/>
                    </a:cubicBezTo>
                    <a:cubicBezTo>
                      <a:pt x="12929" y="5272"/>
                      <a:pt x="14441" y="3412"/>
                      <a:pt x="12966" y="2734"/>
                    </a:cubicBezTo>
                    <a:cubicBezTo>
                      <a:pt x="11453" y="2037"/>
                      <a:pt x="9409" y="586"/>
                      <a:pt x="9409" y="586"/>
                    </a:cubicBezTo>
                    <a:cubicBezTo>
                      <a:pt x="9409" y="586"/>
                      <a:pt x="8128" y="0"/>
                      <a:pt x="641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39"/>
              <p:cNvSpPr/>
              <p:nvPr/>
            </p:nvSpPr>
            <p:spPr>
              <a:xfrm>
                <a:off x="5326175" y="2345200"/>
                <a:ext cx="89800" cy="150650"/>
              </a:xfrm>
              <a:custGeom>
                <a:rect b="b" l="l" r="r" t="t"/>
                <a:pathLst>
                  <a:path extrusionOk="0" h="6026" w="3592">
                    <a:moveTo>
                      <a:pt x="1113" y="1"/>
                    </a:moveTo>
                    <a:cubicBezTo>
                      <a:pt x="0" y="1433"/>
                      <a:pt x="849" y="6026"/>
                      <a:pt x="849" y="6026"/>
                    </a:cubicBezTo>
                    <a:cubicBezTo>
                      <a:pt x="849" y="6026"/>
                      <a:pt x="3591" y="5921"/>
                      <a:pt x="3404" y="4540"/>
                    </a:cubicBezTo>
                    <a:cubicBezTo>
                      <a:pt x="3216" y="3160"/>
                      <a:pt x="1113" y="1"/>
                      <a:pt x="111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39"/>
              <p:cNvSpPr/>
              <p:nvPr/>
            </p:nvSpPr>
            <p:spPr>
              <a:xfrm>
                <a:off x="5117050" y="2676900"/>
                <a:ext cx="242325" cy="76575"/>
              </a:xfrm>
              <a:custGeom>
                <a:rect b="b" l="l" r="r" t="t"/>
                <a:pathLst>
                  <a:path extrusionOk="0" h="3063" w="9693">
                    <a:moveTo>
                      <a:pt x="9561" y="1"/>
                    </a:moveTo>
                    <a:cubicBezTo>
                      <a:pt x="9545" y="1"/>
                      <a:pt x="9528" y="6"/>
                      <a:pt x="9510" y="19"/>
                    </a:cubicBezTo>
                    <a:cubicBezTo>
                      <a:pt x="6891" y="1868"/>
                      <a:pt x="3736" y="2869"/>
                      <a:pt x="533" y="2869"/>
                    </a:cubicBezTo>
                    <a:cubicBezTo>
                      <a:pt x="397" y="2869"/>
                      <a:pt x="261" y="2867"/>
                      <a:pt x="125" y="2864"/>
                    </a:cubicBezTo>
                    <a:cubicBezTo>
                      <a:pt x="124" y="2863"/>
                      <a:pt x="123" y="2863"/>
                      <a:pt x="122" y="2863"/>
                    </a:cubicBezTo>
                    <a:cubicBezTo>
                      <a:pt x="1" y="2863"/>
                      <a:pt x="2" y="3054"/>
                      <a:pt x="125" y="3057"/>
                    </a:cubicBezTo>
                    <a:cubicBezTo>
                      <a:pt x="263" y="3061"/>
                      <a:pt x="401" y="3063"/>
                      <a:pt x="538" y="3063"/>
                    </a:cubicBezTo>
                    <a:cubicBezTo>
                      <a:pt x="3771" y="3063"/>
                      <a:pt x="6965" y="2053"/>
                      <a:pt x="9609" y="186"/>
                    </a:cubicBezTo>
                    <a:cubicBezTo>
                      <a:pt x="9692" y="126"/>
                      <a:pt x="9640" y="1"/>
                      <a:pt x="95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39"/>
              <p:cNvSpPr/>
              <p:nvPr/>
            </p:nvSpPr>
            <p:spPr>
              <a:xfrm>
                <a:off x="5119900" y="2391800"/>
                <a:ext cx="213800" cy="29675"/>
              </a:xfrm>
              <a:custGeom>
                <a:rect b="b" l="l" r="r" t="t"/>
                <a:pathLst>
                  <a:path extrusionOk="0" h="1187" w="8552">
                    <a:moveTo>
                      <a:pt x="147" y="1"/>
                    </a:moveTo>
                    <a:cubicBezTo>
                      <a:pt x="49" y="1"/>
                      <a:pt x="0" y="152"/>
                      <a:pt x="108" y="190"/>
                    </a:cubicBezTo>
                    <a:cubicBezTo>
                      <a:pt x="1714" y="742"/>
                      <a:pt x="3391" y="1072"/>
                      <a:pt x="5088" y="1147"/>
                    </a:cubicBezTo>
                    <a:cubicBezTo>
                      <a:pt x="5402" y="1161"/>
                      <a:pt x="5775" y="1187"/>
                      <a:pt x="6159" y="1187"/>
                    </a:cubicBezTo>
                    <a:cubicBezTo>
                      <a:pt x="7090" y="1187"/>
                      <a:pt x="8093" y="1038"/>
                      <a:pt x="8514" y="224"/>
                    </a:cubicBezTo>
                    <a:cubicBezTo>
                      <a:pt x="8552" y="151"/>
                      <a:pt x="8488" y="95"/>
                      <a:pt x="8423" y="95"/>
                    </a:cubicBezTo>
                    <a:cubicBezTo>
                      <a:pt x="8388" y="95"/>
                      <a:pt x="8353" y="111"/>
                      <a:pt x="8333" y="150"/>
                    </a:cubicBezTo>
                    <a:cubicBezTo>
                      <a:pt x="8033" y="729"/>
                      <a:pt x="7352" y="890"/>
                      <a:pt x="6753" y="942"/>
                    </a:cubicBezTo>
                    <a:cubicBezTo>
                      <a:pt x="6471" y="968"/>
                      <a:pt x="6186" y="978"/>
                      <a:pt x="5901" y="978"/>
                    </a:cubicBezTo>
                    <a:cubicBezTo>
                      <a:pt x="5472" y="978"/>
                      <a:pt x="5041" y="955"/>
                      <a:pt x="4617" y="924"/>
                    </a:cubicBezTo>
                    <a:cubicBezTo>
                      <a:pt x="3105" y="812"/>
                      <a:pt x="1614" y="501"/>
                      <a:pt x="181" y="7"/>
                    </a:cubicBezTo>
                    <a:cubicBezTo>
                      <a:pt x="169" y="3"/>
                      <a:pt x="158" y="1"/>
                      <a:pt x="147"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39"/>
              <p:cNvSpPr/>
              <p:nvPr/>
            </p:nvSpPr>
            <p:spPr>
              <a:xfrm>
                <a:off x="5155150" y="2544025"/>
                <a:ext cx="176625" cy="18375"/>
              </a:xfrm>
              <a:custGeom>
                <a:rect b="b" l="l" r="r" t="t"/>
                <a:pathLst>
                  <a:path extrusionOk="0" h="735" w="7065">
                    <a:moveTo>
                      <a:pt x="4867" y="0"/>
                    </a:moveTo>
                    <a:cubicBezTo>
                      <a:pt x="3270" y="0"/>
                      <a:pt x="1676" y="180"/>
                      <a:pt x="115" y="538"/>
                    </a:cubicBezTo>
                    <a:cubicBezTo>
                      <a:pt x="1" y="564"/>
                      <a:pt x="19" y="734"/>
                      <a:pt x="121" y="734"/>
                    </a:cubicBezTo>
                    <a:cubicBezTo>
                      <a:pt x="129" y="734"/>
                      <a:pt x="137" y="733"/>
                      <a:pt x="145" y="732"/>
                    </a:cubicBezTo>
                    <a:cubicBezTo>
                      <a:pt x="1697" y="376"/>
                      <a:pt x="3281" y="197"/>
                      <a:pt x="4868" y="197"/>
                    </a:cubicBezTo>
                    <a:cubicBezTo>
                      <a:pt x="5552" y="197"/>
                      <a:pt x="6237" y="230"/>
                      <a:pt x="6920" y="297"/>
                    </a:cubicBezTo>
                    <a:cubicBezTo>
                      <a:pt x="6924" y="297"/>
                      <a:pt x="6928" y="297"/>
                      <a:pt x="6931" y="297"/>
                    </a:cubicBezTo>
                    <a:cubicBezTo>
                      <a:pt x="7047" y="297"/>
                      <a:pt x="7064" y="113"/>
                      <a:pt x="6942" y="102"/>
                    </a:cubicBezTo>
                    <a:cubicBezTo>
                      <a:pt x="6252" y="34"/>
                      <a:pt x="5559" y="0"/>
                      <a:pt x="4867"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39"/>
              <p:cNvSpPr/>
              <p:nvPr/>
            </p:nvSpPr>
            <p:spPr>
              <a:xfrm>
                <a:off x="5056525" y="2385150"/>
                <a:ext cx="87350" cy="391575"/>
              </a:xfrm>
              <a:custGeom>
                <a:rect b="b" l="l" r="r" t="t"/>
                <a:pathLst>
                  <a:path extrusionOk="0" h="15663" w="3494">
                    <a:moveTo>
                      <a:pt x="811" y="0"/>
                    </a:moveTo>
                    <a:cubicBezTo>
                      <a:pt x="757" y="0"/>
                      <a:pt x="697" y="41"/>
                      <a:pt x="699" y="111"/>
                    </a:cubicBezTo>
                    <a:cubicBezTo>
                      <a:pt x="742" y="1307"/>
                      <a:pt x="1596" y="2369"/>
                      <a:pt x="2113" y="3403"/>
                    </a:cubicBezTo>
                    <a:cubicBezTo>
                      <a:pt x="2630" y="4439"/>
                      <a:pt x="3057" y="5535"/>
                      <a:pt x="3180" y="6695"/>
                    </a:cubicBezTo>
                    <a:cubicBezTo>
                      <a:pt x="3308" y="7908"/>
                      <a:pt x="3019" y="9044"/>
                      <a:pt x="2482" y="10128"/>
                    </a:cubicBezTo>
                    <a:cubicBezTo>
                      <a:pt x="1983" y="11135"/>
                      <a:pt x="1374" y="12093"/>
                      <a:pt x="788" y="13051"/>
                    </a:cubicBezTo>
                    <a:cubicBezTo>
                      <a:pt x="301" y="13850"/>
                      <a:pt x="1" y="14632"/>
                      <a:pt x="101" y="15582"/>
                    </a:cubicBezTo>
                    <a:cubicBezTo>
                      <a:pt x="107" y="15637"/>
                      <a:pt x="148" y="15662"/>
                      <a:pt x="191" y="15662"/>
                    </a:cubicBezTo>
                    <a:cubicBezTo>
                      <a:pt x="245" y="15662"/>
                      <a:pt x="303" y="15622"/>
                      <a:pt x="295" y="15552"/>
                    </a:cubicBezTo>
                    <a:cubicBezTo>
                      <a:pt x="229" y="14931"/>
                      <a:pt x="325" y="14353"/>
                      <a:pt x="598" y="13791"/>
                    </a:cubicBezTo>
                    <a:cubicBezTo>
                      <a:pt x="862" y="13245"/>
                      <a:pt x="1219" y="12746"/>
                      <a:pt x="1523" y="12222"/>
                    </a:cubicBezTo>
                    <a:cubicBezTo>
                      <a:pt x="2068" y="11289"/>
                      <a:pt x="2660" y="10364"/>
                      <a:pt x="3037" y="9345"/>
                    </a:cubicBezTo>
                    <a:cubicBezTo>
                      <a:pt x="3412" y="8331"/>
                      <a:pt x="3494" y="7266"/>
                      <a:pt x="3308" y="6203"/>
                    </a:cubicBezTo>
                    <a:cubicBezTo>
                      <a:pt x="3118" y="5114"/>
                      <a:pt x="2686" y="4086"/>
                      <a:pt x="2182" y="3108"/>
                    </a:cubicBezTo>
                    <a:cubicBezTo>
                      <a:pt x="1694" y="2159"/>
                      <a:pt x="933" y="1184"/>
                      <a:pt x="893" y="80"/>
                    </a:cubicBezTo>
                    <a:cubicBezTo>
                      <a:pt x="891" y="25"/>
                      <a:pt x="853" y="0"/>
                      <a:pt x="8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39"/>
              <p:cNvSpPr/>
              <p:nvPr/>
            </p:nvSpPr>
            <p:spPr>
              <a:xfrm>
                <a:off x="5127200" y="2270625"/>
                <a:ext cx="148300" cy="74600"/>
              </a:xfrm>
              <a:custGeom>
                <a:rect b="b" l="l" r="r" t="t"/>
                <a:pathLst>
                  <a:path extrusionOk="0" h="2984" w="5932">
                    <a:moveTo>
                      <a:pt x="182" y="1"/>
                    </a:moveTo>
                    <a:cubicBezTo>
                      <a:pt x="120" y="11"/>
                      <a:pt x="61" y="20"/>
                      <a:pt x="1" y="29"/>
                    </a:cubicBezTo>
                    <a:lnTo>
                      <a:pt x="2" y="29"/>
                    </a:lnTo>
                    <a:cubicBezTo>
                      <a:pt x="177" y="586"/>
                      <a:pt x="533" y="1076"/>
                      <a:pt x="980" y="1468"/>
                    </a:cubicBezTo>
                    <a:cubicBezTo>
                      <a:pt x="1635" y="2042"/>
                      <a:pt x="2481" y="2515"/>
                      <a:pt x="3299" y="2813"/>
                    </a:cubicBezTo>
                    <a:cubicBezTo>
                      <a:pt x="3588" y="2918"/>
                      <a:pt x="3903" y="2983"/>
                      <a:pt x="4211" y="2983"/>
                    </a:cubicBezTo>
                    <a:cubicBezTo>
                      <a:pt x="4666" y="2983"/>
                      <a:pt x="5107" y="2841"/>
                      <a:pt x="5430" y="2476"/>
                    </a:cubicBezTo>
                    <a:cubicBezTo>
                      <a:pt x="5788" y="2071"/>
                      <a:pt x="5907" y="1561"/>
                      <a:pt x="5932" y="1039"/>
                    </a:cubicBezTo>
                    <a:cubicBezTo>
                      <a:pt x="5868" y="999"/>
                      <a:pt x="5809" y="959"/>
                      <a:pt x="5751" y="921"/>
                    </a:cubicBezTo>
                    <a:cubicBezTo>
                      <a:pt x="5741" y="1437"/>
                      <a:pt x="5644" y="1946"/>
                      <a:pt x="5294" y="2345"/>
                    </a:cubicBezTo>
                    <a:cubicBezTo>
                      <a:pt x="5006" y="2676"/>
                      <a:pt x="4624" y="2798"/>
                      <a:pt x="4226" y="2798"/>
                    </a:cubicBezTo>
                    <a:cubicBezTo>
                      <a:pt x="3860" y="2798"/>
                      <a:pt x="3481" y="2695"/>
                      <a:pt x="3149" y="2554"/>
                    </a:cubicBezTo>
                    <a:cubicBezTo>
                      <a:pt x="1994" y="2064"/>
                      <a:pt x="586" y="1263"/>
                      <a:pt x="18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39"/>
              <p:cNvSpPr/>
              <p:nvPr/>
            </p:nvSpPr>
            <p:spPr>
              <a:xfrm>
                <a:off x="5876625" y="3135425"/>
                <a:ext cx="133475" cy="121375"/>
              </a:xfrm>
              <a:custGeom>
                <a:rect b="b" l="l" r="r" t="t"/>
                <a:pathLst>
                  <a:path extrusionOk="0" h="4855" w="5339">
                    <a:moveTo>
                      <a:pt x="3115" y="0"/>
                    </a:moveTo>
                    <a:lnTo>
                      <a:pt x="0" y="1056"/>
                    </a:lnTo>
                    <a:lnTo>
                      <a:pt x="3388" y="4854"/>
                    </a:lnTo>
                    <a:cubicBezTo>
                      <a:pt x="4791" y="4649"/>
                      <a:pt x="5338" y="3221"/>
                      <a:pt x="5338" y="3221"/>
                    </a:cubicBezTo>
                    <a:lnTo>
                      <a:pt x="3115" y="0"/>
                    </a:lnTo>
                    <a:close/>
                  </a:path>
                </a:pathLst>
              </a:custGeom>
              <a:solidFill>
                <a:srgbClr val="925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39"/>
              <p:cNvSpPr/>
              <p:nvPr/>
            </p:nvSpPr>
            <p:spPr>
              <a:xfrm>
                <a:off x="5927975" y="3185325"/>
                <a:ext cx="260275" cy="156900"/>
              </a:xfrm>
              <a:custGeom>
                <a:rect b="b" l="l" r="r" t="t"/>
                <a:pathLst>
                  <a:path extrusionOk="0" h="6276" w="10411">
                    <a:moveTo>
                      <a:pt x="8478" y="1"/>
                    </a:moveTo>
                    <a:cubicBezTo>
                      <a:pt x="8414" y="1"/>
                      <a:pt x="8348" y="3"/>
                      <a:pt x="8281" y="8"/>
                    </a:cubicBezTo>
                    <a:cubicBezTo>
                      <a:pt x="7925" y="34"/>
                      <a:pt x="7625" y="116"/>
                      <a:pt x="7356" y="229"/>
                    </a:cubicBezTo>
                    <a:cubicBezTo>
                      <a:pt x="6517" y="581"/>
                      <a:pt x="6020" y="1213"/>
                      <a:pt x="5279" y="1213"/>
                    </a:cubicBezTo>
                    <a:cubicBezTo>
                      <a:pt x="5247" y="1213"/>
                      <a:pt x="5216" y="1212"/>
                      <a:pt x="5184" y="1210"/>
                    </a:cubicBezTo>
                    <a:cubicBezTo>
                      <a:pt x="4168" y="1136"/>
                      <a:pt x="4353" y="178"/>
                      <a:pt x="3666" y="178"/>
                    </a:cubicBezTo>
                    <a:cubicBezTo>
                      <a:pt x="3652" y="178"/>
                      <a:pt x="3637" y="178"/>
                      <a:pt x="3622" y="179"/>
                    </a:cubicBezTo>
                    <a:cubicBezTo>
                      <a:pt x="2881" y="220"/>
                      <a:pt x="2780" y="1771"/>
                      <a:pt x="2780" y="1771"/>
                    </a:cubicBezTo>
                    <a:cubicBezTo>
                      <a:pt x="2780" y="1771"/>
                      <a:pt x="2096" y="2571"/>
                      <a:pt x="1273" y="2571"/>
                    </a:cubicBezTo>
                    <a:cubicBezTo>
                      <a:pt x="1090" y="2571"/>
                      <a:pt x="900" y="2532"/>
                      <a:pt x="709" y="2434"/>
                    </a:cubicBezTo>
                    <a:cubicBezTo>
                      <a:pt x="708" y="2434"/>
                      <a:pt x="707" y="2434"/>
                      <a:pt x="706" y="2434"/>
                    </a:cubicBezTo>
                    <a:cubicBezTo>
                      <a:pt x="0" y="2434"/>
                      <a:pt x="1470" y="4693"/>
                      <a:pt x="2203" y="5754"/>
                    </a:cubicBezTo>
                    <a:cubicBezTo>
                      <a:pt x="2240" y="5808"/>
                      <a:pt x="2272" y="5864"/>
                      <a:pt x="2309" y="5919"/>
                    </a:cubicBezTo>
                    <a:cubicBezTo>
                      <a:pt x="2391" y="6044"/>
                      <a:pt x="2478" y="6163"/>
                      <a:pt x="2569" y="6275"/>
                    </a:cubicBezTo>
                    <a:lnTo>
                      <a:pt x="10410" y="1068"/>
                    </a:lnTo>
                    <a:cubicBezTo>
                      <a:pt x="10410" y="1068"/>
                      <a:pt x="10283" y="826"/>
                      <a:pt x="10005" y="572"/>
                    </a:cubicBezTo>
                    <a:cubicBezTo>
                      <a:pt x="9695" y="294"/>
                      <a:pt x="9199" y="1"/>
                      <a:pt x="847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39"/>
              <p:cNvSpPr/>
              <p:nvPr/>
            </p:nvSpPr>
            <p:spPr>
              <a:xfrm>
                <a:off x="5950950" y="3274775"/>
                <a:ext cx="86925" cy="26500"/>
              </a:xfrm>
              <a:custGeom>
                <a:rect b="b" l="l" r="r" t="t"/>
                <a:pathLst>
                  <a:path extrusionOk="0" h="1060" w="3477">
                    <a:moveTo>
                      <a:pt x="806" y="0"/>
                    </a:moveTo>
                    <a:cubicBezTo>
                      <a:pt x="576" y="0"/>
                      <a:pt x="345" y="19"/>
                      <a:pt x="114" y="56"/>
                    </a:cubicBezTo>
                    <a:cubicBezTo>
                      <a:pt x="1" y="75"/>
                      <a:pt x="41" y="239"/>
                      <a:pt x="147" y="239"/>
                    </a:cubicBezTo>
                    <a:cubicBezTo>
                      <a:pt x="153" y="239"/>
                      <a:pt x="158" y="239"/>
                      <a:pt x="165" y="238"/>
                    </a:cubicBezTo>
                    <a:cubicBezTo>
                      <a:pt x="379" y="203"/>
                      <a:pt x="594" y="186"/>
                      <a:pt x="807" y="186"/>
                    </a:cubicBezTo>
                    <a:cubicBezTo>
                      <a:pt x="1705" y="186"/>
                      <a:pt x="2581" y="486"/>
                      <a:pt x="3304" y="1041"/>
                    </a:cubicBezTo>
                    <a:cubicBezTo>
                      <a:pt x="3321" y="1054"/>
                      <a:pt x="3338" y="1059"/>
                      <a:pt x="3353" y="1059"/>
                    </a:cubicBezTo>
                    <a:cubicBezTo>
                      <a:pt x="3427" y="1059"/>
                      <a:pt x="3477" y="938"/>
                      <a:pt x="3398" y="879"/>
                    </a:cubicBezTo>
                    <a:cubicBezTo>
                      <a:pt x="2648" y="301"/>
                      <a:pt x="1737" y="0"/>
                      <a:pt x="8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39"/>
              <p:cNvSpPr/>
              <p:nvPr/>
            </p:nvSpPr>
            <p:spPr>
              <a:xfrm>
                <a:off x="6041950" y="3210825"/>
                <a:ext cx="13675" cy="18950"/>
              </a:xfrm>
              <a:custGeom>
                <a:rect b="b" l="l" r="r" t="t"/>
                <a:pathLst>
                  <a:path extrusionOk="0" h="758" w="547">
                    <a:moveTo>
                      <a:pt x="436" y="1"/>
                    </a:moveTo>
                    <a:cubicBezTo>
                      <a:pt x="425" y="1"/>
                      <a:pt x="413" y="3"/>
                      <a:pt x="401" y="9"/>
                    </a:cubicBezTo>
                    <a:cubicBezTo>
                      <a:pt x="400" y="9"/>
                      <a:pt x="399" y="10"/>
                      <a:pt x="398" y="10"/>
                    </a:cubicBezTo>
                    <a:cubicBezTo>
                      <a:pt x="385" y="17"/>
                      <a:pt x="373" y="19"/>
                      <a:pt x="361" y="21"/>
                    </a:cubicBezTo>
                    <a:cubicBezTo>
                      <a:pt x="201" y="191"/>
                      <a:pt x="83" y="403"/>
                      <a:pt x="18" y="651"/>
                    </a:cubicBezTo>
                    <a:cubicBezTo>
                      <a:pt x="1" y="717"/>
                      <a:pt x="54" y="757"/>
                      <a:pt x="107" y="757"/>
                    </a:cubicBezTo>
                    <a:cubicBezTo>
                      <a:pt x="147" y="757"/>
                      <a:pt x="186" y="736"/>
                      <a:pt x="199" y="687"/>
                    </a:cubicBezTo>
                    <a:cubicBezTo>
                      <a:pt x="253" y="477"/>
                      <a:pt x="355" y="294"/>
                      <a:pt x="493" y="146"/>
                    </a:cubicBezTo>
                    <a:cubicBezTo>
                      <a:pt x="547" y="89"/>
                      <a:pt x="502" y="1"/>
                      <a:pt x="4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39"/>
              <p:cNvSpPr/>
              <p:nvPr/>
            </p:nvSpPr>
            <p:spPr>
              <a:xfrm>
                <a:off x="6051400" y="3210025"/>
                <a:ext cx="13675" cy="18925"/>
              </a:xfrm>
              <a:custGeom>
                <a:rect b="b" l="l" r="r" t="t"/>
                <a:pathLst>
                  <a:path extrusionOk="0" h="757" w="547">
                    <a:moveTo>
                      <a:pt x="436" y="0"/>
                    </a:moveTo>
                    <a:cubicBezTo>
                      <a:pt x="425" y="0"/>
                      <a:pt x="413" y="3"/>
                      <a:pt x="401" y="8"/>
                    </a:cubicBezTo>
                    <a:cubicBezTo>
                      <a:pt x="400" y="9"/>
                      <a:pt x="399" y="9"/>
                      <a:pt x="398" y="10"/>
                    </a:cubicBezTo>
                    <a:cubicBezTo>
                      <a:pt x="385" y="16"/>
                      <a:pt x="373" y="19"/>
                      <a:pt x="361" y="20"/>
                    </a:cubicBezTo>
                    <a:cubicBezTo>
                      <a:pt x="201" y="191"/>
                      <a:pt x="83" y="403"/>
                      <a:pt x="18" y="650"/>
                    </a:cubicBezTo>
                    <a:cubicBezTo>
                      <a:pt x="1" y="716"/>
                      <a:pt x="54" y="756"/>
                      <a:pt x="107" y="756"/>
                    </a:cubicBezTo>
                    <a:cubicBezTo>
                      <a:pt x="147" y="756"/>
                      <a:pt x="186" y="735"/>
                      <a:pt x="199" y="686"/>
                    </a:cubicBezTo>
                    <a:cubicBezTo>
                      <a:pt x="253" y="476"/>
                      <a:pt x="355" y="293"/>
                      <a:pt x="493" y="145"/>
                    </a:cubicBezTo>
                    <a:cubicBezTo>
                      <a:pt x="547" y="88"/>
                      <a:pt x="502" y="0"/>
                      <a:pt x="4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39"/>
              <p:cNvSpPr/>
              <p:nvPr/>
            </p:nvSpPr>
            <p:spPr>
              <a:xfrm>
                <a:off x="6063150" y="3207900"/>
                <a:ext cx="13675" cy="18950"/>
              </a:xfrm>
              <a:custGeom>
                <a:rect b="b" l="l" r="r" t="t"/>
                <a:pathLst>
                  <a:path extrusionOk="0" h="758" w="547">
                    <a:moveTo>
                      <a:pt x="436" y="1"/>
                    </a:moveTo>
                    <a:cubicBezTo>
                      <a:pt x="425" y="1"/>
                      <a:pt x="413" y="3"/>
                      <a:pt x="401" y="9"/>
                    </a:cubicBezTo>
                    <a:cubicBezTo>
                      <a:pt x="400" y="10"/>
                      <a:pt x="399" y="10"/>
                      <a:pt x="398" y="10"/>
                    </a:cubicBezTo>
                    <a:cubicBezTo>
                      <a:pt x="385" y="16"/>
                      <a:pt x="373" y="20"/>
                      <a:pt x="361" y="21"/>
                    </a:cubicBezTo>
                    <a:cubicBezTo>
                      <a:pt x="201" y="192"/>
                      <a:pt x="82" y="403"/>
                      <a:pt x="18" y="651"/>
                    </a:cubicBezTo>
                    <a:cubicBezTo>
                      <a:pt x="1" y="717"/>
                      <a:pt x="54" y="757"/>
                      <a:pt x="107" y="757"/>
                    </a:cubicBezTo>
                    <a:cubicBezTo>
                      <a:pt x="146" y="757"/>
                      <a:pt x="186" y="735"/>
                      <a:pt x="199" y="687"/>
                    </a:cubicBezTo>
                    <a:cubicBezTo>
                      <a:pt x="253" y="476"/>
                      <a:pt x="355" y="293"/>
                      <a:pt x="493" y="146"/>
                    </a:cubicBezTo>
                    <a:cubicBezTo>
                      <a:pt x="547" y="88"/>
                      <a:pt x="502" y="1"/>
                      <a:pt x="4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39"/>
              <p:cNvSpPr/>
              <p:nvPr/>
            </p:nvSpPr>
            <p:spPr>
              <a:xfrm>
                <a:off x="6075400" y="3202400"/>
                <a:ext cx="13675" cy="18925"/>
              </a:xfrm>
              <a:custGeom>
                <a:rect b="b" l="l" r="r" t="t"/>
                <a:pathLst>
                  <a:path extrusionOk="0" h="757" w="547">
                    <a:moveTo>
                      <a:pt x="435" y="0"/>
                    </a:moveTo>
                    <a:cubicBezTo>
                      <a:pt x="424" y="0"/>
                      <a:pt x="412" y="3"/>
                      <a:pt x="400" y="8"/>
                    </a:cubicBezTo>
                    <a:lnTo>
                      <a:pt x="398" y="10"/>
                    </a:lnTo>
                    <a:lnTo>
                      <a:pt x="397" y="10"/>
                    </a:lnTo>
                    <a:cubicBezTo>
                      <a:pt x="384" y="16"/>
                      <a:pt x="372" y="19"/>
                      <a:pt x="360" y="21"/>
                    </a:cubicBezTo>
                    <a:cubicBezTo>
                      <a:pt x="200" y="191"/>
                      <a:pt x="81" y="403"/>
                      <a:pt x="17" y="650"/>
                    </a:cubicBezTo>
                    <a:cubicBezTo>
                      <a:pt x="0" y="717"/>
                      <a:pt x="53" y="757"/>
                      <a:pt x="107" y="757"/>
                    </a:cubicBezTo>
                    <a:cubicBezTo>
                      <a:pt x="146" y="757"/>
                      <a:pt x="186" y="735"/>
                      <a:pt x="198" y="687"/>
                    </a:cubicBezTo>
                    <a:cubicBezTo>
                      <a:pt x="253" y="476"/>
                      <a:pt x="355" y="293"/>
                      <a:pt x="493" y="145"/>
                    </a:cubicBezTo>
                    <a:cubicBezTo>
                      <a:pt x="546" y="88"/>
                      <a:pt x="501" y="0"/>
                      <a:pt x="4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39"/>
              <p:cNvSpPr/>
              <p:nvPr/>
            </p:nvSpPr>
            <p:spPr>
              <a:xfrm>
                <a:off x="6111525" y="3185325"/>
                <a:ext cx="66575" cy="45050"/>
              </a:xfrm>
              <a:custGeom>
                <a:rect b="b" l="l" r="r" t="t"/>
                <a:pathLst>
                  <a:path extrusionOk="0" h="1802" w="2663">
                    <a:moveTo>
                      <a:pt x="1136" y="1"/>
                    </a:moveTo>
                    <a:cubicBezTo>
                      <a:pt x="1072" y="1"/>
                      <a:pt x="1006" y="3"/>
                      <a:pt x="939" y="8"/>
                    </a:cubicBezTo>
                    <a:cubicBezTo>
                      <a:pt x="583" y="34"/>
                      <a:pt x="283" y="116"/>
                      <a:pt x="14" y="229"/>
                    </a:cubicBezTo>
                    <a:cubicBezTo>
                      <a:pt x="1" y="705"/>
                      <a:pt x="158" y="1297"/>
                      <a:pt x="813" y="1801"/>
                    </a:cubicBezTo>
                    <a:lnTo>
                      <a:pt x="2663" y="573"/>
                    </a:lnTo>
                    <a:lnTo>
                      <a:pt x="2662" y="572"/>
                    </a:lnTo>
                    <a:cubicBezTo>
                      <a:pt x="2353" y="294"/>
                      <a:pt x="1857" y="1"/>
                      <a:pt x="11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39"/>
              <p:cNvSpPr/>
              <p:nvPr/>
            </p:nvSpPr>
            <p:spPr>
              <a:xfrm>
                <a:off x="5982950" y="3199650"/>
                <a:ext cx="205300" cy="142575"/>
              </a:xfrm>
              <a:custGeom>
                <a:rect b="b" l="l" r="r" t="t"/>
                <a:pathLst>
                  <a:path extrusionOk="0" h="5703" w="8212">
                    <a:moveTo>
                      <a:pt x="7806" y="0"/>
                    </a:moveTo>
                    <a:lnTo>
                      <a:pt x="1" y="5183"/>
                    </a:lnTo>
                    <a:lnTo>
                      <a:pt x="110" y="5346"/>
                    </a:lnTo>
                    <a:cubicBezTo>
                      <a:pt x="192" y="5471"/>
                      <a:pt x="279" y="5590"/>
                      <a:pt x="370" y="5702"/>
                    </a:cubicBezTo>
                    <a:lnTo>
                      <a:pt x="8211" y="495"/>
                    </a:lnTo>
                    <a:cubicBezTo>
                      <a:pt x="8211" y="495"/>
                      <a:pt x="8084" y="254"/>
                      <a:pt x="78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39"/>
              <p:cNvSpPr/>
              <p:nvPr/>
            </p:nvSpPr>
            <p:spPr>
              <a:xfrm>
                <a:off x="5059325" y="2621900"/>
                <a:ext cx="925025" cy="589975"/>
              </a:xfrm>
              <a:custGeom>
                <a:rect b="b" l="l" r="r" t="t"/>
                <a:pathLst>
                  <a:path extrusionOk="0" h="23599" w="37001">
                    <a:moveTo>
                      <a:pt x="20873" y="0"/>
                    </a:moveTo>
                    <a:cubicBezTo>
                      <a:pt x="20828" y="0"/>
                      <a:pt x="20785" y="3"/>
                      <a:pt x="20743" y="10"/>
                    </a:cubicBezTo>
                    <a:cubicBezTo>
                      <a:pt x="11942" y="1431"/>
                      <a:pt x="6685" y="4545"/>
                      <a:pt x="6685" y="4545"/>
                    </a:cubicBezTo>
                    <a:cubicBezTo>
                      <a:pt x="5819" y="7792"/>
                      <a:pt x="1" y="13040"/>
                      <a:pt x="7425" y="13040"/>
                    </a:cubicBezTo>
                    <a:cubicBezTo>
                      <a:pt x="8567" y="13040"/>
                      <a:pt x="10024" y="12916"/>
                      <a:pt x="11861" y="12641"/>
                    </a:cubicBezTo>
                    <a:cubicBezTo>
                      <a:pt x="16522" y="11573"/>
                      <a:pt x="20529" y="10267"/>
                      <a:pt x="21536" y="10267"/>
                    </a:cubicBezTo>
                    <a:cubicBezTo>
                      <a:pt x="21673" y="10267"/>
                      <a:pt x="21755" y="10291"/>
                      <a:pt x="21775" y="10344"/>
                    </a:cubicBezTo>
                    <a:cubicBezTo>
                      <a:pt x="23736" y="15425"/>
                      <a:pt x="30025" y="19409"/>
                      <a:pt x="33099" y="23599"/>
                    </a:cubicBezTo>
                    <a:lnTo>
                      <a:pt x="37001" y="20747"/>
                    </a:lnTo>
                    <a:cubicBezTo>
                      <a:pt x="37001" y="20747"/>
                      <a:pt x="24405" y="0"/>
                      <a:pt x="208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39"/>
              <p:cNvSpPr/>
              <p:nvPr/>
            </p:nvSpPr>
            <p:spPr>
              <a:xfrm>
                <a:off x="5579825" y="2837200"/>
                <a:ext cx="317175" cy="334700"/>
              </a:xfrm>
              <a:custGeom>
                <a:rect b="b" l="l" r="r" t="t"/>
                <a:pathLst>
                  <a:path extrusionOk="0" h="13388" w="12687">
                    <a:moveTo>
                      <a:pt x="1912" y="1"/>
                    </a:moveTo>
                    <a:cubicBezTo>
                      <a:pt x="1905" y="1"/>
                      <a:pt x="1899" y="1"/>
                      <a:pt x="1892" y="2"/>
                    </a:cubicBezTo>
                    <a:cubicBezTo>
                      <a:pt x="1300" y="84"/>
                      <a:pt x="707" y="166"/>
                      <a:pt x="115" y="248"/>
                    </a:cubicBezTo>
                    <a:cubicBezTo>
                      <a:pt x="0" y="264"/>
                      <a:pt x="42" y="430"/>
                      <a:pt x="150" y="430"/>
                    </a:cubicBezTo>
                    <a:cubicBezTo>
                      <a:pt x="155" y="430"/>
                      <a:pt x="160" y="430"/>
                      <a:pt x="165" y="429"/>
                    </a:cubicBezTo>
                    <a:cubicBezTo>
                      <a:pt x="725" y="351"/>
                      <a:pt x="1285" y="275"/>
                      <a:pt x="1845" y="197"/>
                    </a:cubicBezTo>
                    <a:lnTo>
                      <a:pt x="1845" y="197"/>
                    </a:lnTo>
                    <a:cubicBezTo>
                      <a:pt x="2332" y="2249"/>
                      <a:pt x="3278" y="4176"/>
                      <a:pt x="4597" y="5822"/>
                    </a:cubicBezTo>
                    <a:cubicBezTo>
                      <a:pt x="5292" y="6688"/>
                      <a:pt x="6092" y="7418"/>
                      <a:pt x="6937" y="8131"/>
                    </a:cubicBezTo>
                    <a:cubicBezTo>
                      <a:pt x="7913" y="8955"/>
                      <a:pt x="8820" y="9853"/>
                      <a:pt x="9819" y="10650"/>
                    </a:cubicBezTo>
                    <a:cubicBezTo>
                      <a:pt x="10817" y="11445"/>
                      <a:pt x="11641" y="12415"/>
                      <a:pt x="12492" y="13358"/>
                    </a:cubicBezTo>
                    <a:cubicBezTo>
                      <a:pt x="12511" y="13379"/>
                      <a:pt x="12533" y="13388"/>
                      <a:pt x="12554" y="13388"/>
                    </a:cubicBezTo>
                    <a:cubicBezTo>
                      <a:pt x="12624" y="13388"/>
                      <a:pt x="12687" y="13294"/>
                      <a:pt x="12625" y="13225"/>
                    </a:cubicBezTo>
                    <a:cubicBezTo>
                      <a:pt x="11889" y="12409"/>
                      <a:pt x="11176" y="11563"/>
                      <a:pt x="10344" y="10842"/>
                    </a:cubicBezTo>
                    <a:cubicBezTo>
                      <a:pt x="9897" y="10454"/>
                      <a:pt x="9424" y="10099"/>
                      <a:pt x="8980" y="9708"/>
                    </a:cubicBezTo>
                    <a:cubicBezTo>
                      <a:pt x="8513" y="9296"/>
                      <a:pt x="8060" y="8870"/>
                      <a:pt x="7595" y="8456"/>
                    </a:cubicBezTo>
                    <a:cubicBezTo>
                      <a:pt x="6761" y="7711"/>
                      <a:pt x="5891" y="7029"/>
                      <a:pt x="5148" y="6186"/>
                    </a:cubicBezTo>
                    <a:cubicBezTo>
                      <a:pt x="4426" y="5367"/>
                      <a:pt x="3802" y="4463"/>
                      <a:pt x="3289" y="3499"/>
                    </a:cubicBezTo>
                    <a:cubicBezTo>
                      <a:pt x="2712" y="2416"/>
                      <a:pt x="2284" y="1263"/>
                      <a:pt x="2007" y="68"/>
                    </a:cubicBezTo>
                    <a:cubicBezTo>
                      <a:pt x="1997" y="20"/>
                      <a:pt x="1954" y="1"/>
                      <a:pt x="1912" y="1"/>
                    </a:cubicBezTo>
                    <a:close/>
                  </a:path>
                </a:pathLst>
              </a:custGeom>
              <a:solidFill>
                <a:srgbClr val="AAB3D7">
                  <a:alpha val="61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39"/>
              <p:cNvSpPr/>
              <p:nvPr/>
            </p:nvSpPr>
            <p:spPr>
              <a:xfrm>
                <a:off x="5159250" y="2168025"/>
                <a:ext cx="94775" cy="137575"/>
              </a:xfrm>
              <a:custGeom>
                <a:rect b="b" l="l" r="r" t="t"/>
                <a:pathLst>
                  <a:path extrusionOk="0" h="5503" w="3791">
                    <a:moveTo>
                      <a:pt x="787" y="0"/>
                    </a:moveTo>
                    <a:lnTo>
                      <a:pt x="1" y="3980"/>
                    </a:lnTo>
                    <a:cubicBezTo>
                      <a:pt x="1" y="3980"/>
                      <a:pt x="1082" y="5502"/>
                      <a:pt x="2513" y="5502"/>
                    </a:cubicBezTo>
                    <a:cubicBezTo>
                      <a:pt x="2917" y="5502"/>
                      <a:pt x="3348" y="5381"/>
                      <a:pt x="3791" y="5071"/>
                    </a:cubicBezTo>
                    <a:lnTo>
                      <a:pt x="3653" y="3896"/>
                    </a:lnTo>
                    <a:lnTo>
                      <a:pt x="3502" y="2613"/>
                    </a:lnTo>
                    <a:lnTo>
                      <a:pt x="3395" y="1715"/>
                    </a:lnTo>
                    <a:lnTo>
                      <a:pt x="787" y="0"/>
                    </a:lnTo>
                    <a:close/>
                  </a:path>
                </a:pathLst>
              </a:custGeom>
              <a:solidFill>
                <a:srgbClr val="925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39"/>
              <p:cNvSpPr/>
              <p:nvPr/>
            </p:nvSpPr>
            <p:spPr>
              <a:xfrm>
                <a:off x="5191475" y="2205325"/>
                <a:ext cx="59100" cy="60175"/>
              </a:xfrm>
              <a:custGeom>
                <a:rect b="b" l="l" r="r" t="t"/>
                <a:pathLst>
                  <a:path extrusionOk="0" h="2407" w="2364">
                    <a:moveTo>
                      <a:pt x="1" y="0"/>
                    </a:moveTo>
                    <a:cubicBezTo>
                      <a:pt x="957" y="2136"/>
                      <a:pt x="1886" y="2406"/>
                      <a:pt x="2296" y="2406"/>
                    </a:cubicBezTo>
                    <a:cubicBezTo>
                      <a:pt x="2320" y="2406"/>
                      <a:pt x="2343" y="2405"/>
                      <a:pt x="2364" y="2404"/>
                    </a:cubicBezTo>
                    <a:lnTo>
                      <a:pt x="2213" y="1121"/>
                    </a:ln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39"/>
              <p:cNvSpPr/>
              <p:nvPr/>
            </p:nvSpPr>
            <p:spPr>
              <a:xfrm>
                <a:off x="5132375" y="2055475"/>
                <a:ext cx="180925" cy="183275"/>
              </a:xfrm>
              <a:custGeom>
                <a:rect b="b" l="l" r="r" t="t"/>
                <a:pathLst>
                  <a:path extrusionOk="0" h="7331" w="7237">
                    <a:moveTo>
                      <a:pt x="3732" y="0"/>
                    </a:moveTo>
                    <a:cubicBezTo>
                      <a:pt x="1" y="0"/>
                      <a:pt x="774" y="2610"/>
                      <a:pt x="1045" y="3834"/>
                    </a:cubicBezTo>
                    <a:cubicBezTo>
                      <a:pt x="1245" y="4736"/>
                      <a:pt x="1479" y="5043"/>
                      <a:pt x="2077" y="5946"/>
                    </a:cubicBezTo>
                    <a:cubicBezTo>
                      <a:pt x="2611" y="6751"/>
                      <a:pt x="3588" y="7204"/>
                      <a:pt x="4097" y="7277"/>
                    </a:cubicBezTo>
                    <a:cubicBezTo>
                      <a:pt x="4339" y="7312"/>
                      <a:pt x="4565" y="7330"/>
                      <a:pt x="4774" y="7330"/>
                    </a:cubicBezTo>
                    <a:cubicBezTo>
                      <a:pt x="6169" y="7330"/>
                      <a:pt x="6851" y="6515"/>
                      <a:pt x="6791" y="4310"/>
                    </a:cubicBezTo>
                    <a:cubicBezTo>
                      <a:pt x="6748" y="2735"/>
                      <a:pt x="7236" y="1889"/>
                      <a:pt x="6877" y="1260"/>
                    </a:cubicBezTo>
                    <a:lnTo>
                      <a:pt x="6876" y="1260"/>
                    </a:lnTo>
                    <a:cubicBezTo>
                      <a:pt x="6851" y="1230"/>
                      <a:pt x="6826" y="1200"/>
                      <a:pt x="6800" y="1173"/>
                    </a:cubicBezTo>
                    <a:cubicBezTo>
                      <a:pt x="6193" y="495"/>
                      <a:pt x="5334" y="94"/>
                      <a:pt x="4424" y="27"/>
                    </a:cubicBezTo>
                    <a:cubicBezTo>
                      <a:pt x="4178" y="9"/>
                      <a:pt x="3947" y="0"/>
                      <a:pt x="3732" y="0"/>
                    </a:cubicBezTo>
                    <a:close/>
                  </a:path>
                </a:pathLst>
              </a:custGeom>
              <a:solidFill>
                <a:srgbClr val="925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39"/>
              <p:cNvSpPr/>
              <p:nvPr/>
            </p:nvSpPr>
            <p:spPr>
              <a:xfrm>
                <a:off x="5138200" y="2041000"/>
                <a:ext cx="199500" cy="111675"/>
              </a:xfrm>
              <a:custGeom>
                <a:rect b="b" l="l" r="r" t="t"/>
                <a:pathLst>
                  <a:path extrusionOk="0" h="4467" w="7980">
                    <a:moveTo>
                      <a:pt x="3868" y="0"/>
                    </a:moveTo>
                    <a:cubicBezTo>
                      <a:pt x="2224" y="0"/>
                      <a:pt x="945" y="995"/>
                      <a:pt x="599" y="1696"/>
                    </a:cubicBezTo>
                    <a:cubicBezTo>
                      <a:pt x="140" y="2628"/>
                      <a:pt x="0" y="4178"/>
                      <a:pt x="471" y="4178"/>
                    </a:cubicBezTo>
                    <a:cubicBezTo>
                      <a:pt x="506" y="4178"/>
                      <a:pt x="543" y="4169"/>
                      <a:pt x="584" y="4152"/>
                    </a:cubicBezTo>
                    <a:cubicBezTo>
                      <a:pt x="656" y="4122"/>
                      <a:pt x="733" y="4110"/>
                      <a:pt x="815" y="4110"/>
                    </a:cubicBezTo>
                    <a:cubicBezTo>
                      <a:pt x="1251" y="4110"/>
                      <a:pt x="1813" y="4466"/>
                      <a:pt x="2249" y="4466"/>
                    </a:cubicBezTo>
                    <a:cubicBezTo>
                      <a:pt x="2422" y="4466"/>
                      <a:pt x="2576" y="4409"/>
                      <a:pt x="2694" y="4251"/>
                    </a:cubicBezTo>
                    <a:cubicBezTo>
                      <a:pt x="2955" y="3900"/>
                      <a:pt x="2557" y="2655"/>
                      <a:pt x="2557" y="2655"/>
                    </a:cubicBezTo>
                    <a:lnTo>
                      <a:pt x="2557" y="2655"/>
                    </a:lnTo>
                    <a:cubicBezTo>
                      <a:pt x="2557" y="2655"/>
                      <a:pt x="2795" y="2694"/>
                      <a:pt x="3102" y="2694"/>
                    </a:cubicBezTo>
                    <a:cubicBezTo>
                      <a:pt x="3710" y="2694"/>
                      <a:pt x="4587" y="2541"/>
                      <a:pt x="4431" y="1629"/>
                    </a:cubicBezTo>
                    <a:cubicBezTo>
                      <a:pt x="4431" y="1629"/>
                      <a:pt x="4930" y="1229"/>
                      <a:pt x="5442" y="1229"/>
                    </a:cubicBezTo>
                    <a:cubicBezTo>
                      <a:pt x="5702" y="1229"/>
                      <a:pt x="5965" y="1332"/>
                      <a:pt x="6168" y="1641"/>
                    </a:cubicBezTo>
                    <a:cubicBezTo>
                      <a:pt x="6771" y="2563"/>
                      <a:pt x="6686" y="3230"/>
                      <a:pt x="6686" y="3230"/>
                    </a:cubicBezTo>
                    <a:cubicBezTo>
                      <a:pt x="6701" y="3231"/>
                      <a:pt x="6716" y="3232"/>
                      <a:pt x="6731" y="3232"/>
                    </a:cubicBezTo>
                    <a:cubicBezTo>
                      <a:pt x="7426" y="3232"/>
                      <a:pt x="7979" y="1728"/>
                      <a:pt x="6126" y="643"/>
                    </a:cubicBezTo>
                    <a:cubicBezTo>
                      <a:pt x="5337" y="181"/>
                      <a:pt x="4569" y="0"/>
                      <a:pt x="38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39"/>
              <p:cNvSpPr/>
              <p:nvPr/>
            </p:nvSpPr>
            <p:spPr>
              <a:xfrm>
                <a:off x="5215900" y="2155325"/>
                <a:ext cx="23650" cy="12225"/>
              </a:xfrm>
              <a:custGeom>
                <a:rect b="b" l="l" r="r" t="t"/>
                <a:pathLst>
                  <a:path extrusionOk="0" h="489" w="946">
                    <a:moveTo>
                      <a:pt x="447" y="0"/>
                    </a:moveTo>
                    <a:cubicBezTo>
                      <a:pt x="205" y="0"/>
                      <a:pt x="10" y="99"/>
                      <a:pt x="4" y="228"/>
                    </a:cubicBezTo>
                    <a:cubicBezTo>
                      <a:pt x="0" y="362"/>
                      <a:pt x="206" y="479"/>
                      <a:pt x="463" y="488"/>
                    </a:cubicBezTo>
                    <a:cubicBezTo>
                      <a:pt x="474" y="489"/>
                      <a:pt x="484" y="489"/>
                      <a:pt x="495" y="489"/>
                    </a:cubicBezTo>
                    <a:cubicBezTo>
                      <a:pt x="739" y="489"/>
                      <a:pt x="936" y="391"/>
                      <a:pt x="941" y="262"/>
                    </a:cubicBezTo>
                    <a:cubicBezTo>
                      <a:pt x="945" y="127"/>
                      <a:pt x="739" y="10"/>
                      <a:pt x="481" y="1"/>
                    </a:cubicBezTo>
                    <a:cubicBezTo>
                      <a:pt x="469" y="1"/>
                      <a:pt x="458" y="0"/>
                      <a:pt x="447" y="0"/>
                    </a:cubicBezTo>
                    <a:close/>
                  </a:path>
                </a:pathLst>
              </a:custGeom>
              <a:solidFill>
                <a:srgbClr val="D8524A">
                  <a:alpha val="5062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39"/>
              <p:cNvSpPr/>
              <p:nvPr/>
            </p:nvSpPr>
            <p:spPr>
              <a:xfrm>
                <a:off x="5282675" y="2161175"/>
                <a:ext cx="19600" cy="12250"/>
              </a:xfrm>
              <a:custGeom>
                <a:rect b="b" l="l" r="r" t="t"/>
                <a:pathLst>
                  <a:path extrusionOk="0" h="490" w="784">
                    <a:moveTo>
                      <a:pt x="451" y="1"/>
                    </a:moveTo>
                    <a:cubicBezTo>
                      <a:pt x="207" y="1"/>
                      <a:pt x="10" y="99"/>
                      <a:pt x="5" y="228"/>
                    </a:cubicBezTo>
                    <a:cubicBezTo>
                      <a:pt x="1" y="363"/>
                      <a:pt x="207" y="479"/>
                      <a:pt x="464" y="489"/>
                    </a:cubicBezTo>
                    <a:cubicBezTo>
                      <a:pt x="475" y="489"/>
                      <a:pt x="486" y="489"/>
                      <a:pt x="496" y="489"/>
                    </a:cubicBezTo>
                    <a:cubicBezTo>
                      <a:pt x="605" y="489"/>
                      <a:pt x="705" y="469"/>
                      <a:pt x="782" y="436"/>
                    </a:cubicBezTo>
                    <a:cubicBezTo>
                      <a:pt x="783" y="322"/>
                      <a:pt x="782" y="204"/>
                      <a:pt x="779" y="82"/>
                    </a:cubicBezTo>
                    <a:cubicBezTo>
                      <a:pt x="779" y="77"/>
                      <a:pt x="779" y="73"/>
                      <a:pt x="779" y="68"/>
                    </a:cubicBezTo>
                    <a:cubicBezTo>
                      <a:pt x="699" y="30"/>
                      <a:pt x="596" y="6"/>
                      <a:pt x="482" y="1"/>
                    </a:cubicBezTo>
                    <a:cubicBezTo>
                      <a:pt x="471" y="1"/>
                      <a:pt x="461" y="1"/>
                      <a:pt x="451" y="1"/>
                    </a:cubicBezTo>
                    <a:close/>
                  </a:path>
                </a:pathLst>
              </a:custGeom>
              <a:solidFill>
                <a:srgbClr val="D8524A">
                  <a:alpha val="5062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39"/>
              <p:cNvSpPr/>
              <p:nvPr/>
            </p:nvSpPr>
            <p:spPr>
              <a:xfrm>
                <a:off x="5153675" y="2123025"/>
                <a:ext cx="51475" cy="61825"/>
              </a:xfrm>
              <a:custGeom>
                <a:rect b="b" l="l" r="r" t="t"/>
                <a:pathLst>
                  <a:path extrusionOk="0" h="2473" w="2059">
                    <a:moveTo>
                      <a:pt x="784" y="0"/>
                    </a:moveTo>
                    <a:cubicBezTo>
                      <a:pt x="768" y="0"/>
                      <a:pt x="753" y="1"/>
                      <a:pt x="737" y="3"/>
                    </a:cubicBezTo>
                    <a:cubicBezTo>
                      <a:pt x="98" y="66"/>
                      <a:pt x="0" y="629"/>
                      <a:pt x="41" y="1209"/>
                    </a:cubicBezTo>
                    <a:cubicBezTo>
                      <a:pt x="79" y="1755"/>
                      <a:pt x="394" y="2473"/>
                      <a:pt x="1102" y="2473"/>
                    </a:cubicBezTo>
                    <a:cubicBezTo>
                      <a:pt x="1143" y="2473"/>
                      <a:pt x="1186" y="2470"/>
                      <a:pt x="1230" y="2465"/>
                    </a:cubicBezTo>
                    <a:cubicBezTo>
                      <a:pt x="1630" y="2419"/>
                      <a:pt x="1836" y="2175"/>
                      <a:pt x="1936" y="1911"/>
                    </a:cubicBezTo>
                    <a:cubicBezTo>
                      <a:pt x="2059" y="1589"/>
                      <a:pt x="2011" y="1227"/>
                      <a:pt x="1834" y="933"/>
                    </a:cubicBezTo>
                    <a:cubicBezTo>
                      <a:pt x="1611" y="564"/>
                      <a:pt x="1203" y="0"/>
                      <a:pt x="784" y="0"/>
                    </a:cubicBezTo>
                    <a:close/>
                  </a:path>
                </a:pathLst>
              </a:custGeom>
              <a:solidFill>
                <a:srgbClr val="925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39"/>
              <p:cNvSpPr/>
              <p:nvPr/>
            </p:nvSpPr>
            <p:spPr>
              <a:xfrm>
                <a:off x="5142825" y="2173500"/>
                <a:ext cx="41575" cy="40650"/>
              </a:xfrm>
              <a:custGeom>
                <a:rect b="b" l="l" r="r" t="t"/>
                <a:pathLst>
                  <a:path extrusionOk="0" h="1626" w="1663">
                    <a:moveTo>
                      <a:pt x="830" y="184"/>
                    </a:moveTo>
                    <a:cubicBezTo>
                      <a:pt x="839" y="184"/>
                      <a:pt x="849" y="184"/>
                      <a:pt x="858" y="184"/>
                    </a:cubicBezTo>
                    <a:cubicBezTo>
                      <a:pt x="1205" y="199"/>
                      <a:pt x="1476" y="493"/>
                      <a:pt x="1461" y="840"/>
                    </a:cubicBezTo>
                    <a:cubicBezTo>
                      <a:pt x="1446" y="1178"/>
                      <a:pt x="1166" y="1444"/>
                      <a:pt x="831" y="1444"/>
                    </a:cubicBezTo>
                    <a:cubicBezTo>
                      <a:pt x="822" y="1444"/>
                      <a:pt x="813" y="1443"/>
                      <a:pt x="803" y="1443"/>
                    </a:cubicBezTo>
                    <a:cubicBezTo>
                      <a:pt x="457" y="1428"/>
                      <a:pt x="187" y="1133"/>
                      <a:pt x="202" y="786"/>
                    </a:cubicBezTo>
                    <a:cubicBezTo>
                      <a:pt x="217" y="448"/>
                      <a:pt x="496" y="184"/>
                      <a:pt x="830" y="184"/>
                    </a:cubicBezTo>
                    <a:close/>
                    <a:moveTo>
                      <a:pt x="831" y="1"/>
                    </a:moveTo>
                    <a:cubicBezTo>
                      <a:pt x="399" y="1"/>
                      <a:pt x="38" y="342"/>
                      <a:pt x="19" y="778"/>
                    </a:cubicBezTo>
                    <a:cubicBezTo>
                      <a:pt x="0" y="1226"/>
                      <a:pt x="348" y="1606"/>
                      <a:pt x="796" y="1625"/>
                    </a:cubicBezTo>
                    <a:cubicBezTo>
                      <a:pt x="808" y="1625"/>
                      <a:pt x="820" y="1626"/>
                      <a:pt x="832" y="1626"/>
                    </a:cubicBezTo>
                    <a:cubicBezTo>
                      <a:pt x="1264" y="1626"/>
                      <a:pt x="1624" y="1284"/>
                      <a:pt x="1642" y="849"/>
                    </a:cubicBezTo>
                    <a:cubicBezTo>
                      <a:pt x="1662" y="401"/>
                      <a:pt x="1314" y="21"/>
                      <a:pt x="867" y="1"/>
                    </a:cubicBezTo>
                    <a:cubicBezTo>
                      <a:pt x="855" y="1"/>
                      <a:pt x="843" y="1"/>
                      <a:pt x="83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39"/>
              <p:cNvSpPr/>
              <p:nvPr/>
            </p:nvSpPr>
            <p:spPr>
              <a:xfrm>
                <a:off x="5164475" y="2134625"/>
                <a:ext cx="22375" cy="34700"/>
              </a:xfrm>
              <a:custGeom>
                <a:rect b="b" l="l" r="r" t="t"/>
                <a:pathLst>
                  <a:path extrusionOk="0" h="1388" w="895">
                    <a:moveTo>
                      <a:pt x="199" y="1"/>
                    </a:moveTo>
                    <a:cubicBezTo>
                      <a:pt x="161" y="1"/>
                      <a:pt x="122" y="6"/>
                      <a:pt x="82" y="16"/>
                    </a:cubicBezTo>
                    <a:cubicBezTo>
                      <a:pt x="0" y="37"/>
                      <a:pt x="37" y="152"/>
                      <a:pt x="113" y="152"/>
                    </a:cubicBezTo>
                    <a:cubicBezTo>
                      <a:pt x="120" y="152"/>
                      <a:pt x="126" y="152"/>
                      <a:pt x="133" y="150"/>
                    </a:cubicBezTo>
                    <a:cubicBezTo>
                      <a:pt x="159" y="143"/>
                      <a:pt x="185" y="140"/>
                      <a:pt x="209" y="140"/>
                    </a:cubicBezTo>
                    <a:cubicBezTo>
                      <a:pt x="437" y="140"/>
                      <a:pt x="612" y="408"/>
                      <a:pt x="671" y="595"/>
                    </a:cubicBezTo>
                    <a:cubicBezTo>
                      <a:pt x="745" y="827"/>
                      <a:pt x="714" y="1072"/>
                      <a:pt x="669" y="1306"/>
                    </a:cubicBezTo>
                    <a:cubicBezTo>
                      <a:pt x="659" y="1357"/>
                      <a:pt x="700" y="1388"/>
                      <a:pt x="741" y="1388"/>
                    </a:cubicBezTo>
                    <a:cubicBezTo>
                      <a:pt x="772" y="1388"/>
                      <a:pt x="803" y="1370"/>
                      <a:pt x="810" y="1331"/>
                    </a:cubicBezTo>
                    <a:cubicBezTo>
                      <a:pt x="876" y="991"/>
                      <a:pt x="895" y="624"/>
                      <a:pt x="701" y="322"/>
                    </a:cubicBezTo>
                    <a:cubicBezTo>
                      <a:pt x="586" y="144"/>
                      <a:pt x="406" y="1"/>
                      <a:pt x="1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39"/>
              <p:cNvSpPr/>
              <p:nvPr/>
            </p:nvSpPr>
            <p:spPr>
              <a:xfrm>
                <a:off x="5219650" y="2126975"/>
                <a:ext cx="42800" cy="48600"/>
              </a:xfrm>
              <a:custGeom>
                <a:rect b="b" l="l" r="r" t="t"/>
                <a:pathLst>
                  <a:path extrusionOk="0" h="1944" w="1712">
                    <a:moveTo>
                      <a:pt x="853" y="147"/>
                    </a:moveTo>
                    <a:cubicBezTo>
                      <a:pt x="1032" y="147"/>
                      <a:pt x="1203" y="226"/>
                      <a:pt x="1335" y="373"/>
                    </a:cubicBezTo>
                    <a:cubicBezTo>
                      <a:pt x="1475" y="526"/>
                      <a:pt x="1553" y="733"/>
                      <a:pt x="1559" y="955"/>
                    </a:cubicBezTo>
                    <a:cubicBezTo>
                      <a:pt x="1564" y="1178"/>
                      <a:pt x="1495" y="1388"/>
                      <a:pt x="1364" y="1548"/>
                    </a:cubicBezTo>
                    <a:cubicBezTo>
                      <a:pt x="1236" y="1705"/>
                      <a:pt x="1064" y="1793"/>
                      <a:pt x="879" y="1798"/>
                    </a:cubicBezTo>
                    <a:cubicBezTo>
                      <a:pt x="874" y="1798"/>
                      <a:pt x="869" y="1798"/>
                      <a:pt x="864" y="1798"/>
                    </a:cubicBezTo>
                    <a:cubicBezTo>
                      <a:pt x="684" y="1798"/>
                      <a:pt x="514" y="1718"/>
                      <a:pt x="382" y="1572"/>
                    </a:cubicBezTo>
                    <a:cubicBezTo>
                      <a:pt x="243" y="1419"/>
                      <a:pt x="164" y="1212"/>
                      <a:pt x="159" y="989"/>
                    </a:cubicBezTo>
                    <a:cubicBezTo>
                      <a:pt x="148" y="535"/>
                      <a:pt x="453" y="158"/>
                      <a:pt x="838" y="147"/>
                    </a:cubicBezTo>
                    <a:cubicBezTo>
                      <a:pt x="843" y="147"/>
                      <a:pt x="848" y="147"/>
                      <a:pt x="853" y="147"/>
                    </a:cubicBezTo>
                    <a:close/>
                    <a:moveTo>
                      <a:pt x="853" y="1"/>
                    </a:moveTo>
                    <a:cubicBezTo>
                      <a:pt x="847" y="1"/>
                      <a:pt x="841" y="1"/>
                      <a:pt x="835" y="1"/>
                    </a:cubicBezTo>
                    <a:cubicBezTo>
                      <a:pt x="368" y="12"/>
                      <a:pt x="0" y="458"/>
                      <a:pt x="13" y="994"/>
                    </a:cubicBezTo>
                    <a:cubicBezTo>
                      <a:pt x="19" y="1251"/>
                      <a:pt x="112" y="1491"/>
                      <a:pt x="274" y="1670"/>
                    </a:cubicBezTo>
                    <a:cubicBezTo>
                      <a:pt x="434" y="1848"/>
                      <a:pt x="643" y="1944"/>
                      <a:pt x="865" y="1944"/>
                    </a:cubicBezTo>
                    <a:cubicBezTo>
                      <a:pt x="871" y="1944"/>
                      <a:pt x="877" y="1944"/>
                      <a:pt x="883" y="1943"/>
                    </a:cubicBezTo>
                    <a:cubicBezTo>
                      <a:pt x="904" y="1943"/>
                      <a:pt x="925" y="1942"/>
                      <a:pt x="945" y="1940"/>
                    </a:cubicBezTo>
                    <a:lnTo>
                      <a:pt x="945" y="1939"/>
                    </a:lnTo>
                    <a:cubicBezTo>
                      <a:pt x="1149" y="1917"/>
                      <a:pt x="1337" y="1813"/>
                      <a:pt x="1478" y="1640"/>
                    </a:cubicBezTo>
                    <a:cubicBezTo>
                      <a:pt x="1630" y="1454"/>
                      <a:pt x="1711" y="1209"/>
                      <a:pt x="1705" y="952"/>
                    </a:cubicBezTo>
                    <a:cubicBezTo>
                      <a:pt x="1698" y="695"/>
                      <a:pt x="1606" y="454"/>
                      <a:pt x="1444" y="275"/>
                    </a:cubicBezTo>
                    <a:cubicBezTo>
                      <a:pt x="1284" y="98"/>
                      <a:pt x="1074" y="1"/>
                      <a:pt x="85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39"/>
              <p:cNvSpPr/>
              <p:nvPr/>
            </p:nvSpPr>
            <p:spPr>
              <a:xfrm>
                <a:off x="5268050" y="2132675"/>
                <a:ext cx="42800" cy="48600"/>
              </a:xfrm>
              <a:custGeom>
                <a:rect b="b" l="l" r="r" t="t"/>
                <a:pathLst>
                  <a:path extrusionOk="0" h="1944" w="1712">
                    <a:moveTo>
                      <a:pt x="854" y="147"/>
                    </a:moveTo>
                    <a:cubicBezTo>
                      <a:pt x="1034" y="147"/>
                      <a:pt x="1205" y="226"/>
                      <a:pt x="1337" y="372"/>
                    </a:cubicBezTo>
                    <a:cubicBezTo>
                      <a:pt x="1475" y="526"/>
                      <a:pt x="1554" y="732"/>
                      <a:pt x="1560" y="955"/>
                    </a:cubicBezTo>
                    <a:cubicBezTo>
                      <a:pt x="1565" y="1178"/>
                      <a:pt x="1496" y="1388"/>
                      <a:pt x="1366" y="1548"/>
                    </a:cubicBezTo>
                    <a:cubicBezTo>
                      <a:pt x="1238" y="1704"/>
                      <a:pt x="1065" y="1793"/>
                      <a:pt x="881" y="1798"/>
                    </a:cubicBezTo>
                    <a:cubicBezTo>
                      <a:pt x="876" y="1798"/>
                      <a:pt x="871" y="1798"/>
                      <a:pt x="866" y="1798"/>
                    </a:cubicBezTo>
                    <a:cubicBezTo>
                      <a:pt x="686" y="1798"/>
                      <a:pt x="516" y="1718"/>
                      <a:pt x="383" y="1572"/>
                    </a:cubicBezTo>
                    <a:cubicBezTo>
                      <a:pt x="245" y="1419"/>
                      <a:pt x="165" y="1212"/>
                      <a:pt x="160" y="989"/>
                    </a:cubicBezTo>
                    <a:cubicBezTo>
                      <a:pt x="149" y="535"/>
                      <a:pt x="453" y="157"/>
                      <a:pt x="840" y="147"/>
                    </a:cubicBezTo>
                    <a:cubicBezTo>
                      <a:pt x="845" y="147"/>
                      <a:pt x="850" y="147"/>
                      <a:pt x="854" y="147"/>
                    </a:cubicBezTo>
                    <a:close/>
                    <a:moveTo>
                      <a:pt x="855" y="1"/>
                    </a:moveTo>
                    <a:cubicBezTo>
                      <a:pt x="849" y="1"/>
                      <a:pt x="843" y="1"/>
                      <a:pt x="837" y="1"/>
                    </a:cubicBezTo>
                    <a:cubicBezTo>
                      <a:pt x="370" y="12"/>
                      <a:pt x="1" y="458"/>
                      <a:pt x="14" y="992"/>
                    </a:cubicBezTo>
                    <a:cubicBezTo>
                      <a:pt x="15" y="1033"/>
                      <a:pt x="18" y="1071"/>
                      <a:pt x="24" y="1110"/>
                    </a:cubicBezTo>
                    <a:cubicBezTo>
                      <a:pt x="32" y="1107"/>
                      <a:pt x="41" y="1106"/>
                      <a:pt x="49" y="1106"/>
                    </a:cubicBezTo>
                    <a:cubicBezTo>
                      <a:pt x="65" y="1106"/>
                      <a:pt x="81" y="1111"/>
                      <a:pt x="95" y="1121"/>
                    </a:cubicBezTo>
                    <a:cubicBezTo>
                      <a:pt x="207" y="1205"/>
                      <a:pt x="250" y="1377"/>
                      <a:pt x="144" y="1484"/>
                    </a:cubicBezTo>
                    <a:cubicBezTo>
                      <a:pt x="181" y="1551"/>
                      <a:pt x="224" y="1614"/>
                      <a:pt x="275" y="1669"/>
                    </a:cubicBezTo>
                    <a:cubicBezTo>
                      <a:pt x="435" y="1846"/>
                      <a:pt x="644" y="1944"/>
                      <a:pt x="866" y="1944"/>
                    </a:cubicBezTo>
                    <a:cubicBezTo>
                      <a:pt x="872" y="1944"/>
                      <a:pt x="878" y="1943"/>
                      <a:pt x="884" y="1943"/>
                    </a:cubicBezTo>
                    <a:cubicBezTo>
                      <a:pt x="905" y="1943"/>
                      <a:pt x="925" y="1941"/>
                      <a:pt x="946" y="1939"/>
                    </a:cubicBezTo>
                    <a:cubicBezTo>
                      <a:pt x="1151" y="1917"/>
                      <a:pt x="1337" y="1813"/>
                      <a:pt x="1479" y="1640"/>
                    </a:cubicBezTo>
                    <a:cubicBezTo>
                      <a:pt x="1632" y="1454"/>
                      <a:pt x="1712" y="1209"/>
                      <a:pt x="1707" y="951"/>
                    </a:cubicBezTo>
                    <a:cubicBezTo>
                      <a:pt x="1700" y="693"/>
                      <a:pt x="1607" y="453"/>
                      <a:pt x="1446" y="275"/>
                    </a:cubicBezTo>
                    <a:cubicBezTo>
                      <a:pt x="1285" y="97"/>
                      <a:pt x="1076" y="1"/>
                      <a:pt x="85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39"/>
              <p:cNvSpPr/>
              <p:nvPr/>
            </p:nvSpPr>
            <p:spPr>
              <a:xfrm>
                <a:off x="5262125" y="2149750"/>
                <a:ext cx="12725" cy="23575"/>
              </a:xfrm>
              <a:custGeom>
                <a:rect b="b" l="l" r="r" t="t"/>
                <a:pathLst>
                  <a:path extrusionOk="0" h="943" w="509">
                    <a:moveTo>
                      <a:pt x="71" y="1"/>
                    </a:moveTo>
                    <a:cubicBezTo>
                      <a:pt x="65" y="1"/>
                      <a:pt x="58" y="2"/>
                      <a:pt x="52" y="4"/>
                    </a:cubicBezTo>
                    <a:cubicBezTo>
                      <a:pt x="18" y="14"/>
                      <a:pt x="0" y="49"/>
                      <a:pt x="10" y="82"/>
                    </a:cubicBezTo>
                    <a:lnTo>
                      <a:pt x="106" y="390"/>
                    </a:lnTo>
                    <a:cubicBezTo>
                      <a:pt x="114" y="413"/>
                      <a:pt x="133" y="430"/>
                      <a:pt x="157" y="434"/>
                    </a:cubicBezTo>
                    <a:cubicBezTo>
                      <a:pt x="166" y="435"/>
                      <a:pt x="380" y="472"/>
                      <a:pt x="370" y="642"/>
                    </a:cubicBezTo>
                    <a:cubicBezTo>
                      <a:pt x="362" y="801"/>
                      <a:pt x="160" y="816"/>
                      <a:pt x="151" y="817"/>
                    </a:cubicBezTo>
                    <a:cubicBezTo>
                      <a:pt x="117" y="818"/>
                      <a:pt x="91" y="848"/>
                      <a:pt x="92" y="882"/>
                    </a:cubicBezTo>
                    <a:cubicBezTo>
                      <a:pt x="94" y="916"/>
                      <a:pt x="123" y="942"/>
                      <a:pt x="156" y="942"/>
                    </a:cubicBezTo>
                    <a:cubicBezTo>
                      <a:pt x="157" y="942"/>
                      <a:pt x="157" y="942"/>
                      <a:pt x="158" y="942"/>
                    </a:cubicBezTo>
                    <a:lnTo>
                      <a:pt x="158" y="943"/>
                    </a:lnTo>
                    <a:lnTo>
                      <a:pt x="159" y="943"/>
                    </a:lnTo>
                    <a:cubicBezTo>
                      <a:pt x="270" y="936"/>
                      <a:pt x="484" y="867"/>
                      <a:pt x="496" y="650"/>
                    </a:cubicBezTo>
                    <a:cubicBezTo>
                      <a:pt x="508" y="445"/>
                      <a:pt x="335" y="349"/>
                      <a:pt x="216" y="318"/>
                    </a:cubicBezTo>
                    <a:lnTo>
                      <a:pt x="131" y="44"/>
                    </a:lnTo>
                    <a:cubicBezTo>
                      <a:pt x="122" y="18"/>
                      <a:pt x="97" y="1"/>
                      <a:pt x="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39"/>
              <p:cNvSpPr/>
              <p:nvPr/>
            </p:nvSpPr>
            <p:spPr>
              <a:xfrm>
                <a:off x="5259450" y="2147075"/>
                <a:ext cx="12375" cy="5175"/>
              </a:xfrm>
              <a:custGeom>
                <a:rect b="b" l="l" r="r" t="t"/>
                <a:pathLst>
                  <a:path extrusionOk="0" h="207" w="495">
                    <a:moveTo>
                      <a:pt x="186" y="0"/>
                    </a:moveTo>
                    <a:cubicBezTo>
                      <a:pt x="144" y="0"/>
                      <a:pt x="101" y="8"/>
                      <a:pt x="59" y="23"/>
                    </a:cubicBezTo>
                    <a:cubicBezTo>
                      <a:pt x="0" y="45"/>
                      <a:pt x="26" y="129"/>
                      <a:pt x="80" y="129"/>
                    </a:cubicBezTo>
                    <a:cubicBezTo>
                      <a:pt x="86" y="129"/>
                      <a:pt x="93" y="128"/>
                      <a:pt x="100" y="125"/>
                    </a:cubicBezTo>
                    <a:cubicBezTo>
                      <a:pt x="128" y="115"/>
                      <a:pt x="159" y="109"/>
                      <a:pt x="188" y="109"/>
                    </a:cubicBezTo>
                    <a:cubicBezTo>
                      <a:pt x="256" y="109"/>
                      <a:pt x="323" y="136"/>
                      <a:pt x="371" y="187"/>
                    </a:cubicBezTo>
                    <a:cubicBezTo>
                      <a:pt x="383" y="201"/>
                      <a:pt x="398" y="206"/>
                      <a:pt x="413" y="206"/>
                    </a:cubicBezTo>
                    <a:cubicBezTo>
                      <a:pt x="455" y="206"/>
                      <a:pt x="495" y="161"/>
                      <a:pt x="459" y="123"/>
                    </a:cubicBezTo>
                    <a:cubicBezTo>
                      <a:pt x="385" y="44"/>
                      <a:pt x="287" y="0"/>
                      <a:pt x="18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39"/>
              <p:cNvSpPr/>
              <p:nvPr/>
            </p:nvSpPr>
            <p:spPr>
              <a:xfrm>
                <a:off x="5190400" y="2126625"/>
                <a:ext cx="33525" cy="17875"/>
              </a:xfrm>
              <a:custGeom>
                <a:rect b="b" l="l" r="r" t="t"/>
                <a:pathLst>
                  <a:path extrusionOk="0" h="715" w="1341">
                    <a:moveTo>
                      <a:pt x="81" y="1"/>
                    </a:moveTo>
                    <a:cubicBezTo>
                      <a:pt x="16" y="1"/>
                      <a:pt x="0" y="103"/>
                      <a:pt x="69" y="109"/>
                    </a:cubicBezTo>
                    <a:cubicBezTo>
                      <a:pt x="517" y="154"/>
                      <a:pt x="919" y="357"/>
                      <a:pt x="1218" y="695"/>
                    </a:cubicBezTo>
                    <a:cubicBezTo>
                      <a:pt x="1230" y="709"/>
                      <a:pt x="1245" y="714"/>
                      <a:pt x="1260" y="714"/>
                    </a:cubicBezTo>
                    <a:cubicBezTo>
                      <a:pt x="1301" y="714"/>
                      <a:pt x="1341" y="669"/>
                      <a:pt x="1306" y="630"/>
                    </a:cubicBezTo>
                    <a:cubicBezTo>
                      <a:pt x="988" y="270"/>
                      <a:pt x="564" y="49"/>
                      <a:pt x="87" y="1"/>
                    </a:cubicBezTo>
                    <a:cubicBezTo>
                      <a:pt x="85" y="1"/>
                      <a:pt x="83" y="1"/>
                      <a:pt x="8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39"/>
              <p:cNvSpPr/>
              <p:nvPr/>
            </p:nvSpPr>
            <p:spPr>
              <a:xfrm>
                <a:off x="5412700" y="3125650"/>
                <a:ext cx="77675" cy="137125"/>
              </a:xfrm>
              <a:custGeom>
                <a:rect b="b" l="l" r="r" t="t"/>
                <a:pathLst>
                  <a:path extrusionOk="0" h="5485" w="3107">
                    <a:moveTo>
                      <a:pt x="110" y="0"/>
                    </a:moveTo>
                    <a:lnTo>
                      <a:pt x="0" y="5089"/>
                    </a:lnTo>
                    <a:cubicBezTo>
                      <a:pt x="437" y="5390"/>
                      <a:pt x="903" y="5485"/>
                      <a:pt x="1315" y="5485"/>
                    </a:cubicBezTo>
                    <a:cubicBezTo>
                      <a:pt x="2003" y="5485"/>
                      <a:pt x="2540" y="5222"/>
                      <a:pt x="2540" y="5222"/>
                    </a:cubicBezTo>
                    <a:lnTo>
                      <a:pt x="3107" y="1350"/>
                    </a:lnTo>
                    <a:lnTo>
                      <a:pt x="110" y="0"/>
                    </a:lnTo>
                    <a:close/>
                  </a:path>
                </a:pathLst>
              </a:custGeom>
              <a:solidFill>
                <a:srgbClr val="925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39"/>
              <p:cNvSpPr/>
              <p:nvPr/>
            </p:nvSpPr>
            <p:spPr>
              <a:xfrm>
                <a:off x="5384625" y="3230300"/>
                <a:ext cx="237000" cy="114225"/>
              </a:xfrm>
              <a:custGeom>
                <a:rect b="b" l="l" r="r" t="t"/>
                <a:pathLst>
                  <a:path extrusionOk="0" h="4569" w="9480">
                    <a:moveTo>
                      <a:pt x="4024" y="1"/>
                    </a:moveTo>
                    <a:cubicBezTo>
                      <a:pt x="3418" y="1"/>
                      <a:pt x="2707" y="933"/>
                      <a:pt x="2707" y="933"/>
                    </a:cubicBezTo>
                    <a:cubicBezTo>
                      <a:pt x="2707" y="933"/>
                      <a:pt x="2391" y="1023"/>
                      <a:pt x="1993" y="1023"/>
                    </a:cubicBezTo>
                    <a:cubicBezTo>
                      <a:pt x="1519" y="1023"/>
                      <a:pt x="928" y="896"/>
                      <a:pt x="614" y="340"/>
                    </a:cubicBezTo>
                    <a:cubicBezTo>
                      <a:pt x="574" y="313"/>
                      <a:pt x="537" y="300"/>
                      <a:pt x="502" y="300"/>
                    </a:cubicBezTo>
                    <a:cubicBezTo>
                      <a:pt x="21" y="300"/>
                      <a:pt x="1" y="2728"/>
                      <a:pt x="23" y="3932"/>
                    </a:cubicBezTo>
                    <a:cubicBezTo>
                      <a:pt x="24" y="3997"/>
                      <a:pt x="19" y="4062"/>
                      <a:pt x="19" y="4128"/>
                    </a:cubicBezTo>
                    <a:cubicBezTo>
                      <a:pt x="19" y="4278"/>
                      <a:pt x="24" y="4425"/>
                      <a:pt x="40" y="4568"/>
                    </a:cubicBezTo>
                    <a:lnTo>
                      <a:pt x="9452" y="4568"/>
                    </a:lnTo>
                    <a:cubicBezTo>
                      <a:pt x="9452" y="4568"/>
                      <a:pt x="9479" y="4297"/>
                      <a:pt x="9388" y="3932"/>
                    </a:cubicBezTo>
                    <a:cubicBezTo>
                      <a:pt x="9274" y="3492"/>
                      <a:pt x="8987" y="2916"/>
                      <a:pt x="8264" y="2508"/>
                    </a:cubicBezTo>
                    <a:cubicBezTo>
                      <a:pt x="7953" y="2332"/>
                      <a:pt x="7657" y="2235"/>
                      <a:pt x="7372" y="2180"/>
                    </a:cubicBezTo>
                    <a:cubicBezTo>
                      <a:pt x="6439" y="2003"/>
                      <a:pt x="5651" y="2283"/>
                      <a:pt x="5020" y="1795"/>
                    </a:cubicBezTo>
                    <a:cubicBezTo>
                      <a:pt x="4197" y="1158"/>
                      <a:pt x="4929" y="446"/>
                      <a:pt x="4289" y="71"/>
                    </a:cubicBezTo>
                    <a:cubicBezTo>
                      <a:pt x="4205" y="22"/>
                      <a:pt x="4115" y="1"/>
                      <a:pt x="402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39"/>
              <p:cNvSpPr/>
              <p:nvPr/>
            </p:nvSpPr>
            <p:spPr>
              <a:xfrm>
                <a:off x="5385825" y="3268225"/>
                <a:ext cx="62100" cy="65875"/>
              </a:xfrm>
              <a:custGeom>
                <a:rect b="b" l="l" r="r" t="t"/>
                <a:pathLst>
                  <a:path extrusionOk="0" h="2635" w="2484">
                    <a:moveTo>
                      <a:pt x="150" y="1"/>
                    </a:moveTo>
                    <a:cubicBezTo>
                      <a:pt x="60" y="1"/>
                      <a:pt x="0" y="129"/>
                      <a:pt x="96" y="172"/>
                    </a:cubicBezTo>
                    <a:cubicBezTo>
                      <a:pt x="1123" y="639"/>
                      <a:pt x="1914" y="1501"/>
                      <a:pt x="2279" y="2570"/>
                    </a:cubicBezTo>
                    <a:cubicBezTo>
                      <a:pt x="2294" y="2615"/>
                      <a:pt x="2332" y="2635"/>
                      <a:pt x="2369" y="2635"/>
                    </a:cubicBezTo>
                    <a:cubicBezTo>
                      <a:pt x="2427" y="2635"/>
                      <a:pt x="2484" y="2589"/>
                      <a:pt x="2460" y="2520"/>
                    </a:cubicBezTo>
                    <a:cubicBezTo>
                      <a:pt x="2081" y="1407"/>
                      <a:pt x="1263" y="496"/>
                      <a:pt x="191" y="10"/>
                    </a:cubicBezTo>
                    <a:cubicBezTo>
                      <a:pt x="177" y="4"/>
                      <a:pt x="163" y="1"/>
                      <a:pt x="1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39"/>
              <p:cNvSpPr/>
              <p:nvPr/>
            </p:nvSpPr>
            <p:spPr>
              <a:xfrm>
                <a:off x="5489350" y="3268000"/>
                <a:ext cx="20875" cy="12275"/>
              </a:xfrm>
              <a:custGeom>
                <a:rect b="b" l="l" r="r" t="t"/>
                <a:pathLst>
                  <a:path extrusionOk="0" h="491" w="835">
                    <a:moveTo>
                      <a:pt x="705" y="0"/>
                    </a:moveTo>
                    <a:cubicBezTo>
                      <a:pt x="477" y="54"/>
                      <a:pt x="260" y="165"/>
                      <a:pt x="70" y="336"/>
                    </a:cubicBezTo>
                    <a:cubicBezTo>
                      <a:pt x="1" y="397"/>
                      <a:pt x="66" y="490"/>
                      <a:pt x="140" y="490"/>
                    </a:cubicBezTo>
                    <a:cubicBezTo>
                      <a:pt x="160" y="490"/>
                      <a:pt x="182" y="483"/>
                      <a:pt x="201" y="466"/>
                    </a:cubicBezTo>
                    <a:cubicBezTo>
                      <a:pt x="363" y="320"/>
                      <a:pt x="549" y="225"/>
                      <a:pt x="745" y="178"/>
                    </a:cubicBezTo>
                    <a:cubicBezTo>
                      <a:pt x="835" y="157"/>
                      <a:pt x="835" y="27"/>
                      <a:pt x="744" y="12"/>
                    </a:cubicBezTo>
                    <a:lnTo>
                      <a:pt x="741" y="12"/>
                    </a:lnTo>
                    <a:cubicBezTo>
                      <a:pt x="726" y="10"/>
                      <a:pt x="716" y="6"/>
                      <a:pt x="70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39"/>
              <p:cNvSpPr/>
              <p:nvPr/>
            </p:nvSpPr>
            <p:spPr>
              <a:xfrm>
                <a:off x="5497700" y="3272550"/>
                <a:ext cx="20850" cy="12275"/>
              </a:xfrm>
              <a:custGeom>
                <a:rect b="b" l="l" r="r" t="t"/>
                <a:pathLst>
                  <a:path extrusionOk="0" h="491" w="834">
                    <a:moveTo>
                      <a:pt x="704" y="0"/>
                    </a:moveTo>
                    <a:cubicBezTo>
                      <a:pt x="476" y="54"/>
                      <a:pt x="259" y="166"/>
                      <a:pt x="69" y="336"/>
                    </a:cubicBezTo>
                    <a:cubicBezTo>
                      <a:pt x="0" y="398"/>
                      <a:pt x="64" y="490"/>
                      <a:pt x="138" y="490"/>
                    </a:cubicBezTo>
                    <a:cubicBezTo>
                      <a:pt x="159" y="490"/>
                      <a:pt x="180" y="483"/>
                      <a:pt x="200" y="466"/>
                    </a:cubicBezTo>
                    <a:cubicBezTo>
                      <a:pt x="361" y="321"/>
                      <a:pt x="547" y="225"/>
                      <a:pt x="744" y="178"/>
                    </a:cubicBezTo>
                    <a:cubicBezTo>
                      <a:pt x="834" y="157"/>
                      <a:pt x="834" y="27"/>
                      <a:pt x="743" y="13"/>
                    </a:cubicBezTo>
                    <a:cubicBezTo>
                      <a:pt x="742" y="12"/>
                      <a:pt x="741" y="12"/>
                      <a:pt x="740" y="12"/>
                    </a:cubicBezTo>
                    <a:cubicBezTo>
                      <a:pt x="726" y="10"/>
                      <a:pt x="713" y="6"/>
                      <a:pt x="70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39"/>
              <p:cNvSpPr/>
              <p:nvPr/>
            </p:nvSpPr>
            <p:spPr>
              <a:xfrm>
                <a:off x="5508650" y="3277275"/>
                <a:ext cx="20875" cy="12275"/>
              </a:xfrm>
              <a:custGeom>
                <a:rect b="b" l="l" r="r" t="t"/>
                <a:pathLst>
                  <a:path extrusionOk="0" h="491" w="835">
                    <a:moveTo>
                      <a:pt x="704" y="1"/>
                    </a:moveTo>
                    <a:cubicBezTo>
                      <a:pt x="476" y="54"/>
                      <a:pt x="259" y="165"/>
                      <a:pt x="70" y="336"/>
                    </a:cubicBezTo>
                    <a:cubicBezTo>
                      <a:pt x="0" y="398"/>
                      <a:pt x="65" y="491"/>
                      <a:pt x="139" y="491"/>
                    </a:cubicBezTo>
                    <a:cubicBezTo>
                      <a:pt x="160" y="491"/>
                      <a:pt x="181" y="484"/>
                      <a:pt x="200" y="466"/>
                    </a:cubicBezTo>
                    <a:cubicBezTo>
                      <a:pt x="362" y="322"/>
                      <a:pt x="548" y="225"/>
                      <a:pt x="744" y="178"/>
                    </a:cubicBezTo>
                    <a:cubicBezTo>
                      <a:pt x="834" y="157"/>
                      <a:pt x="834" y="27"/>
                      <a:pt x="743" y="13"/>
                    </a:cubicBezTo>
                    <a:lnTo>
                      <a:pt x="740" y="13"/>
                    </a:lnTo>
                    <a:cubicBezTo>
                      <a:pt x="726" y="11"/>
                      <a:pt x="714" y="6"/>
                      <a:pt x="7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39"/>
              <p:cNvSpPr/>
              <p:nvPr/>
            </p:nvSpPr>
            <p:spPr>
              <a:xfrm>
                <a:off x="5521900" y="3279475"/>
                <a:ext cx="20850" cy="12275"/>
              </a:xfrm>
              <a:custGeom>
                <a:rect b="b" l="l" r="r" t="t"/>
                <a:pathLst>
                  <a:path extrusionOk="0" h="491" w="834">
                    <a:moveTo>
                      <a:pt x="703" y="0"/>
                    </a:moveTo>
                    <a:cubicBezTo>
                      <a:pt x="475" y="53"/>
                      <a:pt x="259" y="165"/>
                      <a:pt x="69" y="336"/>
                    </a:cubicBezTo>
                    <a:cubicBezTo>
                      <a:pt x="0" y="397"/>
                      <a:pt x="65" y="490"/>
                      <a:pt x="138" y="490"/>
                    </a:cubicBezTo>
                    <a:cubicBezTo>
                      <a:pt x="159" y="490"/>
                      <a:pt x="180" y="483"/>
                      <a:pt x="199" y="466"/>
                    </a:cubicBezTo>
                    <a:cubicBezTo>
                      <a:pt x="361" y="320"/>
                      <a:pt x="547" y="224"/>
                      <a:pt x="743" y="178"/>
                    </a:cubicBezTo>
                    <a:cubicBezTo>
                      <a:pt x="833" y="156"/>
                      <a:pt x="833" y="27"/>
                      <a:pt x="742" y="12"/>
                    </a:cubicBezTo>
                    <a:cubicBezTo>
                      <a:pt x="741" y="12"/>
                      <a:pt x="740" y="12"/>
                      <a:pt x="739" y="11"/>
                    </a:cubicBezTo>
                    <a:cubicBezTo>
                      <a:pt x="726" y="10"/>
                      <a:pt x="714" y="6"/>
                      <a:pt x="7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39"/>
              <p:cNvSpPr/>
              <p:nvPr/>
            </p:nvSpPr>
            <p:spPr>
              <a:xfrm>
                <a:off x="5557125" y="3284775"/>
                <a:ext cx="62225" cy="43825"/>
              </a:xfrm>
              <a:custGeom>
                <a:rect b="b" l="l" r="r" t="t"/>
                <a:pathLst>
                  <a:path extrusionOk="0" h="1753" w="2489">
                    <a:moveTo>
                      <a:pt x="472" y="1"/>
                    </a:moveTo>
                    <a:cubicBezTo>
                      <a:pt x="198" y="390"/>
                      <a:pt x="0" y="970"/>
                      <a:pt x="268" y="1753"/>
                    </a:cubicBezTo>
                    <a:lnTo>
                      <a:pt x="2488" y="1753"/>
                    </a:lnTo>
                    <a:cubicBezTo>
                      <a:pt x="2374" y="1313"/>
                      <a:pt x="2087" y="737"/>
                      <a:pt x="1364" y="329"/>
                    </a:cubicBezTo>
                    <a:cubicBezTo>
                      <a:pt x="1053" y="153"/>
                      <a:pt x="757" y="56"/>
                      <a:pt x="47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39"/>
              <p:cNvSpPr/>
              <p:nvPr/>
            </p:nvSpPr>
            <p:spPr>
              <a:xfrm>
                <a:off x="5385075" y="3328575"/>
                <a:ext cx="236550" cy="15950"/>
              </a:xfrm>
              <a:custGeom>
                <a:rect b="b" l="l" r="r" t="t"/>
                <a:pathLst>
                  <a:path extrusionOk="0" h="638" w="9462">
                    <a:moveTo>
                      <a:pt x="1" y="1"/>
                    </a:moveTo>
                    <a:lnTo>
                      <a:pt x="1" y="197"/>
                    </a:lnTo>
                    <a:cubicBezTo>
                      <a:pt x="1" y="347"/>
                      <a:pt x="6" y="494"/>
                      <a:pt x="22" y="637"/>
                    </a:cubicBezTo>
                    <a:lnTo>
                      <a:pt x="9434" y="637"/>
                    </a:lnTo>
                    <a:cubicBezTo>
                      <a:pt x="9434" y="637"/>
                      <a:pt x="9461" y="366"/>
                      <a:pt x="93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39"/>
              <p:cNvSpPr/>
              <p:nvPr/>
            </p:nvSpPr>
            <p:spPr>
              <a:xfrm>
                <a:off x="4929325" y="2621900"/>
                <a:ext cx="744925" cy="551450"/>
              </a:xfrm>
              <a:custGeom>
                <a:rect b="b" l="l" r="r" t="t"/>
                <a:pathLst>
                  <a:path extrusionOk="0" h="22058" w="29797">
                    <a:moveTo>
                      <a:pt x="22131" y="0"/>
                    </a:moveTo>
                    <a:cubicBezTo>
                      <a:pt x="21900" y="0"/>
                      <a:pt x="21656" y="20"/>
                      <a:pt x="21398" y="62"/>
                    </a:cubicBezTo>
                    <a:cubicBezTo>
                      <a:pt x="12596" y="1475"/>
                      <a:pt x="4260" y="4825"/>
                      <a:pt x="4260" y="4825"/>
                    </a:cubicBezTo>
                    <a:lnTo>
                      <a:pt x="4260" y="4824"/>
                    </a:lnTo>
                    <a:lnTo>
                      <a:pt x="4260" y="4824"/>
                    </a:lnTo>
                    <a:cubicBezTo>
                      <a:pt x="2856" y="7167"/>
                      <a:pt x="0" y="13365"/>
                      <a:pt x="8576" y="13365"/>
                    </a:cubicBezTo>
                    <a:cubicBezTo>
                      <a:pt x="8736" y="13365"/>
                      <a:pt x="8901" y="13363"/>
                      <a:pt x="9069" y="13358"/>
                    </a:cubicBezTo>
                    <a:cubicBezTo>
                      <a:pt x="15754" y="13179"/>
                      <a:pt x="18330" y="8995"/>
                      <a:pt x="18726" y="8995"/>
                    </a:cubicBezTo>
                    <a:cubicBezTo>
                      <a:pt x="18744" y="8995"/>
                      <a:pt x="18757" y="9004"/>
                      <a:pt x="18766" y="9023"/>
                    </a:cubicBezTo>
                    <a:cubicBezTo>
                      <a:pt x="19032" y="9553"/>
                      <a:pt x="18404" y="21388"/>
                      <a:pt x="18404" y="21388"/>
                    </a:cubicBezTo>
                    <a:lnTo>
                      <a:pt x="23213" y="22057"/>
                    </a:lnTo>
                    <a:cubicBezTo>
                      <a:pt x="23213" y="22057"/>
                      <a:pt x="29796" y="0"/>
                      <a:pt x="221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39"/>
              <p:cNvSpPr/>
              <p:nvPr/>
            </p:nvSpPr>
            <p:spPr>
              <a:xfrm>
                <a:off x="5001000" y="2801425"/>
                <a:ext cx="441750" cy="321250"/>
              </a:xfrm>
              <a:custGeom>
                <a:rect b="b" l="l" r="r" t="t"/>
                <a:pathLst>
                  <a:path extrusionOk="0" h="12850" w="17670">
                    <a:moveTo>
                      <a:pt x="16391" y="1"/>
                    </a:moveTo>
                    <a:cubicBezTo>
                      <a:pt x="15718" y="1"/>
                      <a:pt x="15143" y="600"/>
                      <a:pt x="14676" y="1037"/>
                    </a:cubicBezTo>
                    <a:cubicBezTo>
                      <a:pt x="13923" y="1742"/>
                      <a:pt x="13043" y="2294"/>
                      <a:pt x="12104" y="2716"/>
                    </a:cubicBezTo>
                    <a:cubicBezTo>
                      <a:pt x="10209" y="3567"/>
                      <a:pt x="8072" y="3943"/>
                      <a:pt x="6010" y="4074"/>
                    </a:cubicBezTo>
                    <a:cubicBezTo>
                      <a:pt x="5738" y="4092"/>
                      <a:pt x="5463" y="4102"/>
                      <a:pt x="5187" y="4102"/>
                    </a:cubicBezTo>
                    <a:cubicBezTo>
                      <a:pt x="4190" y="4102"/>
                      <a:pt x="3184" y="3964"/>
                      <a:pt x="2286" y="3518"/>
                    </a:cubicBezTo>
                    <a:cubicBezTo>
                      <a:pt x="1311" y="3034"/>
                      <a:pt x="495" y="2223"/>
                      <a:pt x="202" y="1156"/>
                    </a:cubicBezTo>
                    <a:cubicBezTo>
                      <a:pt x="189" y="1110"/>
                      <a:pt x="153" y="1090"/>
                      <a:pt x="115" y="1090"/>
                    </a:cubicBezTo>
                    <a:cubicBezTo>
                      <a:pt x="59" y="1090"/>
                      <a:pt x="1" y="1136"/>
                      <a:pt x="20" y="1206"/>
                    </a:cubicBezTo>
                    <a:cubicBezTo>
                      <a:pt x="515" y="3004"/>
                      <a:pt x="2303" y="3991"/>
                      <a:pt x="4047" y="4220"/>
                    </a:cubicBezTo>
                    <a:cubicBezTo>
                      <a:pt x="4430" y="4270"/>
                      <a:pt x="4816" y="4291"/>
                      <a:pt x="5202" y="4291"/>
                    </a:cubicBezTo>
                    <a:cubicBezTo>
                      <a:pt x="5899" y="4291"/>
                      <a:pt x="6598" y="4223"/>
                      <a:pt x="7288" y="4138"/>
                    </a:cubicBezTo>
                    <a:cubicBezTo>
                      <a:pt x="8260" y="4017"/>
                      <a:pt x="9226" y="3848"/>
                      <a:pt x="10171" y="3593"/>
                    </a:cubicBezTo>
                    <a:cubicBezTo>
                      <a:pt x="11089" y="3346"/>
                      <a:pt x="11989" y="3016"/>
                      <a:pt x="12830" y="2570"/>
                    </a:cubicBezTo>
                    <a:cubicBezTo>
                      <a:pt x="13698" y="2111"/>
                      <a:pt x="14430" y="1522"/>
                      <a:pt x="15141" y="852"/>
                    </a:cubicBezTo>
                    <a:cubicBezTo>
                      <a:pt x="15482" y="532"/>
                      <a:pt x="15911" y="195"/>
                      <a:pt x="16394" y="195"/>
                    </a:cubicBezTo>
                    <a:cubicBezTo>
                      <a:pt x="16475" y="195"/>
                      <a:pt x="16557" y="204"/>
                      <a:pt x="16640" y="225"/>
                    </a:cubicBezTo>
                    <a:cubicBezTo>
                      <a:pt x="17233" y="369"/>
                      <a:pt x="17319" y="1016"/>
                      <a:pt x="17316" y="1530"/>
                    </a:cubicBezTo>
                    <a:cubicBezTo>
                      <a:pt x="17307" y="2660"/>
                      <a:pt x="17226" y="3795"/>
                      <a:pt x="17161" y="4923"/>
                    </a:cubicBezTo>
                    <a:cubicBezTo>
                      <a:pt x="17011" y="7540"/>
                      <a:pt x="16798" y="10155"/>
                      <a:pt x="16505" y="12760"/>
                    </a:cubicBezTo>
                    <a:cubicBezTo>
                      <a:pt x="16498" y="12820"/>
                      <a:pt x="16541" y="12850"/>
                      <a:pt x="16588" y="12850"/>
                    </a:cubicBezTo>
                    <a:cubicBezTo>
                      <a:pt x="16635" y="12850"/>
                      <a:pt x="16686" y="12820"/>
                      <a:pt x="16693" y="12760"/>
                    </a:cubicBezTo>
                    <a:cubicBezTo>
                      <a:pt x="16955" y="10430"/>
                      <a:pt x="17154" y="8093"/>
                      <a:pt x="17299" y="5755"/>
                    </a:cubicBezTo>
                    <a:cubicBezTo>
                      <a:pt x="17372" y="4599"/>
                      <a:pt x="17432" y="3443"/>
                      <a:pt x="17478" y="2286"/>
                    </a:cubicBezTo>
                    <a:cubicBezTo>
                      <a:pt x="17505" y="1571"/>
                      <a:pt x="17670" y="420"/>
                      <a:pt x="16824" y="85"/>
                    </a:cubicBezTo>
                    <a:cubicBezTo>
                      <a:pt x="16676" y="27"/>
                      <a:pt x="16531" y="1"/>
                      <a:pt x="16391" y="1"/>
                    </a:cubicBezTo>
                    <a:close/>
                  </a:path>
                </a:pathLst>
              </a:custGeom>
              <a:solidFill>
                <a:srgbClr val="AAB3D7">
                  <a:alpha val="61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39"/>
              <p:cNvSpPr/>
              <p:nvPr/>
            </p:nvSpPr>
            <p:spPr>
              <a:xfrm>
                <a:off x="5020975" y="2700675"/>
                <a:ext cx="128050" cy="111575"/>
              </a:xfrm>
              <a:custGeom>
                <a:rect b="b" l="l" r="r" t="t"/>
                <a:pathLst>
                  <a:path extrusionOk="0" h="4463" w="5122">
                    <a:moveTo>
                      <a:pt x="4995" y="1"/>
                    </a:moveTo>
                    <a:cubicBezTo>
                      <a:pt x="4968" y="1"/>
                      <a:pt x="4941" y="15"/>
                      <a:pt x="4926" y="49"/>
                    </a:cubicBezTo>
                    <a:cubicBezTo>
                      <a:pt x="4468" y="1061"/>
                      <a:pt x="3847" y="1991"/>
                      <a:pt x="3073" y="2790"/>
                    </a:cubicBezTo>
                    <a:cubicBezTo>
                      <a:pt x="2680" y="3197"/>
                      <a:pt x="2251" y="3577"/>
                      <a:pt x="1786" y="3902"/>
                    </a:cubicBezTo>
                    <a:cubicBezTo>
                      <a:pt x="1526" y="4085"/>
                      <a:pt x="1148" y="4274"/>
                      <a:pt x="811" y="4274"/>
                    </a:cubicBezTo>
                    <a:cubicBezTo>
                      <a:pt x="566" y="4274"/>
                      <a:pt x="342" y="4174"/>
                      <a:pt x="200" y="3897"/>
                    </a:cubicBezTo>
                    <a:cubicBezTo>
                      <a:pt x="183" y="3864"/>
                      <a:pt x="156" y="3850"/>
                      <a:pt x="128" y="3850"/>
                    </a:cubicBezTo>
                    <a:cubicBezTo>
                      <a:pt x="66" y="3850"/>
                      <a:pt x="0" y="3919"/>
                      <a:pt x="38" y="3993"/>
                    </a:cubicBezTo>
                    <a:cubicBezTo>
                      <a:pt x="204" y="4315"/>
                      <a:pt x="533" y="4463"/>
                      <a:pt x="873" y="4463"/>
                    </a:cubicBezTo>
                    <a:cubicBezTo>
                      <a:pt x="989" y="4463"/>
                      <a:pt x="1106" y="4445"/>
                      <a:pt x="1218" y="4412"/>
                    </a:cubicBezTo>
                    <a:cubicBezTo>
                      <a:pt x="1803" y="4240"/>
                      <a:pt x="2328" y="3749"/>
                      <a:pt x="2770" y="3346"/>
                    </a:cubicBezTo>
                    <a:cubicBezTo>
                      <a:pt x="3754" y="2451"/>
                      <a:pt x="4541" y="1356"/>
                      <a:pt x="5088" y="144"/>
                    </a:cubicBezTo>
                    <a:cubicBezTo>
                      <a:pt x="5122" y="69"/>
                      <a:pt x="5056" y="1"/>
                      <a:pt x="4995" y="1"/>
                    </a:cubicBezTo>
                    <a:close/>
                  </a:path>
                </a:pathLst>
              </a:custGeom>
              <a:solidFill>
                <a:srgbClr val="AAB3D7">
                  <a:alpha val="61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39"/>
              <p:cNvSpPr/>
              <p:nvPr/>
            </p:nvSpPr>
            <p:spPr>
              <a:xfrm>
                <a:off x="5551250" y="2638225"/>
                <a:ext cx="43275" cy="236200"/>
              </a:xfrm>
              <a:custGeom>
                <a:rect b="b" l="l" r="r" t="t"/>
                <a:pathLst>
                  <a:path extrusionOk="0" h="9448" w="1731">
                    <a:moveTo>
                      <a:pt x="115" y="1"/>
                    </a:moveTo>
                    <a:cubicBezTo>
                      <a:pt x="28" y="1"/>
                      <a:pt x="0" y="150"/>
                      <a:pt x="100" y="189"/>
                    </a:cubicBezTo>
                    <a:cubicBezTo>
                      <a:pt x="1731" y="827"/>
                      <a:pt x="1329" y="3025"/>
                      <a:pt x="1197" y="4373"/>
                    </a:cubicBezTo>
                    <a:cubicBezTo>
                      <a:pt x="1036" y="6034"/>
                      <a:pt x="875" y="7696"/>
                      <a:pt x="714" y="9358"/>
                    </a:cubicBezTo>
                    <a:cubicBezTo>
                      <a:pt x="708" y="9418"/>
                      <a:pt x="752" y="9448"/>
                      <a:pt x="799" y="9448"/>
                    </a:cubicBezTo>
                    <a:cubicBezTo>
                      <a:pt x="846" y="9448"/>
                      <a:pt x="896" y="9417"/>
                      <a:pt x="902" y="9358"/>
                    </a:cubicBezTo>
                    <a:cubicBezTo>
                      <a:pt x="1083" y="7488"/>
                      <a:pt x="1265" y="5619"/>
                      <a:pt x="1446" y="3750"/>
                    </a:cubicBezTo>
                    <a:cubicBezTo>
                      <a:pt x="1575" y="2420"/>
                      <a:pt x="1660" y="598"/>
                      <a:pt x="149" y="8"/>
                    </a:cubicBezTo>
                    <a:cubicBezTo>
                      <a:pt x="137" y="3"/>
                      <a:pt x="125"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39"/>
              <p:cNvSpPr/>
              <p:nvPr/>
            </p:nvSpPr>
            <p:spPr>
              <a:xfrm>
                <a:off x="5869350" y="3116475"/>
                <a:ext cx="101425" cy="71300"/>
              </a:xfrm>
              <a:custGeom>
                <a:rect b="b" l="l" r="r" t="t"/>
                <a:pathLst>
                  <a:path extrusionOk="0" h="2852" w="4057">
                    <a:moveTo>
                      <a:pt x="3908" y="0"/>
                    </a:moveTo>
                    <a:cubicBezTo>
                      <a:pt x="3888" y="0"/>
                      <a:pt x="3867" y="7"/>
                      <a:pt x="3847" y="22"/>
                    </a:cubicBezTo>
                    <a:cubicBezTo>
                      <a:pt x="2642" y="973"/>
                      <a:pt x="1387" y="1857"/>
                      <a:pt x="86" y="2674"/>
                    </a:cubicBezTo>
                    <a:cubicBezTo>
                      <a:pt x="1" y="2728"/>
                      <a:pt x="53" y="2851"/>
                      <a:pt x="133" y="2851"/>
                    </a:cubicBezTo>
                    <a:cubicBezTo>
                      <a:pt x="149" y="2851"/>
                      <a:pt x="165" y="2847"/>
                      <a:pt x="182" y="2836"/>
                    </a:cubicBezTo>
                    <a:cubicBezTo>
                      <a:pt x="1495" y="2010"/>
                      <a:pt x="2762" y="1115"/>
                      <a:pt x="3981" y="156"/>
                    </a:cubicBezTo>
                    <a:cubicBezTo>
                      <a:pt x="4056" y="96"/>
                      <a:pt x="3987" y="0"/>
                      <a:pt x="39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39"/>
              <p:cNvSpPr/>
              <p:nvPr/>
            </p:nvSpPr>
            <p:spPr>
              <a:xfrm>
                <a:off x="5393575" y="3118050"/>
                <a:ext cx="125525" cy="15500"/>
              </a:xfrm>
              <a:custGeom>
                <a:rect b="b" l="l" r="r" t="t"/>
                <a:pathLst>
                  <a:path extrusionOk="0" h="620" w="5021">
                    <a:moveTo>
                      <a:pt x="111" y="0"/>
                    </a:moveTo>
                    <a:cubicBezTo>
                      <a:pt x="0" y="0"/>
                      <a:pt x="4" y="179"/>
                      <a:pt x="121" y="189"/>
                    </a:cubicBezTo>
                    <a:cubicBezTo>
                      <a:pt x="1714" y="332"/>
                      <a:pt x="3308" y="475"/>
                      <a:pt x="4900" y="619"/>
                    </a:cubicBezTo>
                    <a:cubicBezTo>
                      <a:pt x="4904" y="619"/>
                      <a:pt x="4907" y="619"/>
                      <a:pt x="4910" y="619"/>
                    </a:cubicBezTo>
                    <a:cubicBezTo>
                      <a:pt x="5021" y="619"/>
                      <a:pt x="5016" y="441"/>
                      <a:pt x="4900" y="430"/>
                    </a:cubicBezTo>
                    <a:cubicBezTo>
                      <a:pt x="3308" y="287"/>
                      <a:pt x="1714" y="144"/>
                      <a:pt x="121" y="1"/>
                    </a:cubicBezTo>
                    <a:cubicBezTo>
                      <a:pt x="117" y="0"/>
                      <a:pt x="114" y="0"/>
                      <a:pt x="1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39"/>
              <p:cNvSpPr/>
              <p:nvPr/>
            </p:nvSpPr>
            <p:spPr>
              <a:xfrm>
                <a:off x="5023750" y="2394475"/>
                <a:ext cx="320825" cy="275175"/>
              </a:xfrm>
              <a:custGeom>
                <a:rect b="b" l="l" r="r" t="t"/>
                <a:pathLst>
                  <a:path extrusionOk="0" h="11007" w="12833">
                    <a:moveTo>
                      <a:pt x="0" y="1"/>
                    </a:moveTo>
                    <a:lnTo>
                      <a:pt x="0" y="1"/>
                    </a:lnTo>
                    <a:cubicBezTo>
                      <a:pt x="0" y="1"/>
                      <a:pt x="85" y="8881"/>
                      <a:pt x="2159" y="10286"/>
                    </a:cubicBezTo>
                    <a:cubicBezTo>
                      <a:pt x="2938" y="10813"/>
                      <a:pt x="4059" y="11006"/>
                      <a:pt x="5285" y="11006"/>
                    </a:cubicBezTo>
                    <a:cubicBezTo>
                      <a:pt x="8662" y="11006"/>
                      <a:pt x="12833" y="9540"/>
                      <a:pt x="12833" y="9540"/>
                    </a:cubicBezTo>
                    <a:lnTo>
                      <a:pt x="12524" y="8426"/>
                    </a:lnTo>
                    <a:cubicBezTo>
                      <a:pt x="12524" y="8426"/>
                      <a:pt x="5092" y="8099"/>
                      <a:pt x="4689" y="7255"/>
                    </a:cubicBezTo>
                    <a:cubicBezTo>
                      <a:pt x="4286" y="6411"/>
                      <a:pt x="4316" y="674"/>
                      <a:pt x="4316" y="674"/>
                    </a:cubicBezTo>
                    <a:lnTo>
                      <a:pt x="0" y="1"/>
                    </a:lnTo>
                    <a:close/>
                  </a:path>
                </a:pathLst>
              </a:custGeom>
              <a:solidFill>
                <a:srgbClr val="925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39"/>
              <p:cNvSpPr/>
              <p:nvPr/>
            </p:nvSpPr>
            <p:spPr>
              <a:xfrm>
                <a:off x="5106150" y="2575650"/>
                <a:ext cx="37150" cy="15150"/>
              </a:xfrm>
              <a:custGeom>
                <a:rect b="b" l="l" r="r" t="t"/>
                <a:pathLst>
                  <a:path extrusionOk="0" h="606" w="1486">
                    <a:moveTo>
                      <a:pt x="1347" y="1"/>
                    </a:moveTo>
                    <a:cubicBezTo>
                      <a:pt x="1340" y="1"/>
                      <a:pt x="1333" y="2"/>
                      <a:pt x="1325" y="3"/>
                    </a:cubicBezTo>
                    <a:cubicBezTo>
                      <a:pt x="897" y="96"/>
                      <a:pt x="487" y="240"/>
                      <a:pt x="94" y="433"/>
                    </a:cubicBezTo>
                    <a:cubicBezTo>
                      <a:pt x="0" y="479"/>
                      <a:pt x="58" y="606"/>
                      <a:pt x="145" y="606"/>
                    </a:cubicBezTo>
                    <a:cubicBezTo>
                      <a:pt x="159" y="606"/>
                      <a:pt x="174" y="602"/>
                      <a:pt x="189" y="595"/>
                    </a:cubicBezTo>
                    <a:cubicBezTo>
                      <a:pt x="568" y="410"/>
                      <a:pt x="962" y="274"/>
                      <a:pt x="1375" y="185"/>
                    </a:cubicBezTo>
                    <a:cubicBezTo>
                      <a:pt x="1486" y="161"/>
                      <a:pt x="1449" y="1"/>
                      <a:pt x="134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39"/>
              <p:cNvSpPr/>
              <p:nvPr/>
            </p:nvSpPr>
            <p:spPr>
              <a:xfrm>
                <a:off x="5097000" y="2569900"/>
                <a:ext cx="35300" cy="12550"/>
              </a:xfrm>
              <a:custGeom>
                <a:rect b="b" l="l" r="r" t="t"/>
                <a:pathLst>
                  <a:path extrusionOk="0" h="502" w="1412">
                    <a:moveTo>
                      <a:pt x="107" y="0"/>
                    </a:moveTo>
                    <a:cubicBezTo>
                      <a:pt x="1" y="0"/>
                      <a:pt x="6" y="175"/>
                      <a:pt x="120" y="190"/>
                    </a:cubicBezTo>
                    <a:cubicBezTo>
                      <a:pt x="506" y="238"/>
                      <a:pt x="865" y="337"/>
                      <a:pt x="1220" y="493"/>
                    </a:cubicBezTo>
                    <a:cubicBezTo>
                      <a:pt x="1234" y="499"/>
                      <a:pt x="1248" y="502"/>
                      <a:pt x="1261" y="502"/>
                    </a:cubicBezTo>
                    <a:cubicBezTo>
                      <a:pt x="1351" y="502"/>
                      <a:pt x="1412" y="373"/>
                      <a:pt x="1315" y="330"/>
                    </a:cubicBezTo>
                    <a:cubicBezTo>
                      <a:pt x="927" y="161"/>
                      <a:pt x="541" y="54"/>
                      <a:pt x="120" y="1"/>
                    </a:cubicBezTo>
                    <a:cubicBezTo>
                      <a:pt x="115" y="0"/>
                      <a:pt x="111"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39"/>
              <p:cNvSpPr/>
              <p:nvPr/>
            </p:nvSpPr>
            <p:spPr>
              <a:xfrm>
                <a:off x="5010225" y="2283375"/>
                <a:ext cx="151525" cy="177400"/>
              </a:xfrm>
              <a:custGeom>
                <a:rect b="b" l="l" r="r" t="t"/>
                <a:pathLst>
                  <a:path extrusionOk="0" h="7096" w="6061">
                    <a:moveTo>
                      <a:pt x="3506" y="0"/>
                    </a:moveTo>
                    <a:cubicBezTo>
                      <a:pt x="2659" y="0"/>
                      <a:pt x="1929" y="521"/>
                      <a:pt x="1445" y="1363"/>
                    </a:cubicBezTo>
                    <a:lnTo>
                      <a:pt x="1446" y="1363"/>
                    </a:lnTo>
                    <a:cubicBezTo>
                      <a:pt x="692" y="2672"/>
                      <a:pt x="0" y="4817"/>
                      <a:pt x="226" y="7096"/>
                    </a:cubicBezTo>
                    <a:lnTo>
                      <a:pt x="5450" y="6928"/>
                    </a:lnTo>
                    <a:cubicBezTo>
                      <a:pt x="5450" y="6928"/>
                      <a:pt x="6060" y="4491"/>
                      <a:pt x="5852" y="2393"/>
                    </a:cubicBezTo>
                    <a:cubicBezTo>
                      <a:pt x="5721" y="1063"/>
                      <a:pt x="5062" y="433"/>
                      <a:pt x="4323" y="156"/>
                    </a:cubicBezTo>
                    <a:cubicBezTo>
                      <a:pt x="4042" y="50"/>
                      <a:pt x="3768" y="0"/>
                      <a:pt x="350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39"/>
              <p:cNvSpPr/>
              <p:nvPr/>
            </p:nvSpPr>
            <p:spPr>
              <a:xfrm>
                <a:off x="5135325" y="2335625"/>
                <a:ext cx="18100" cy="119850"/>
              </a:xfrm>
              <a:custGeom>
                <a:rect b="b" l="l" r="r" t="t"/>
                <a:pathLst>
                  <a:path extrusionOk="0" h="4794" w="724">
                    <a:moveTo>
                      <a:pt x="414" y="0"/>
                    </a:moveTo>
                    <a:cubicBezTo>
                      <a:pt x="360" y="0"/>
                      <a:pt x="299" y="47"/>
                      <a:pt x="309" y="118"/>
                    </a:cubicBezTo>
                    <a:cubicBezTo>
                      <a:pt x="537" y="1644"/>
                      <a:pt x="437" y="3193"/>
                      <a:pt x="20" y="4677"/>
                    </a:cubicBezTo>
                    <a:cubicBezTo>
                      <a:pt x="0" y="4748"/>
                      <a:pt x="58" y="4794"/>
                      <a:pt x="115" y="4794"/>
                    </a:cubicBezTo>
                    <a:cubicBezTo>
                      <a:pt x="152" y="4794"/>
                      <a:pt x="189" y="4773"/>
                      <a:pt x="202" y="4727"/>
                    </a:cubicBezTo>
                    <a:cubicBezTo>
                      <a:pt x="628" y="3208"/>
                      <a:pt x="723" y="1628"/>
                      <a:pt x="490" y="68"/>
                    </a:cubicBezTo>
                    <a:cubicBezTo>
                      <a:pt x="483" y="21"/>
                      <a:pt x="450" y="0"/>
                      <a:pt x="41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39"/>
              <p:cNvSpPr/>
              <p:nvPr/>
            </p:nvSpPr>
            <p:spPr>
              <a:xfrm>
                <a:off x="5183825" y="2597500"/>
                <a:ext cx="473825" cy="86975"/>
              </a:xfrm>
              <a:custGeom>
                <a:rect b="b" l="l" r="r" t="t"/>
                <a:pathLst>
                  <a:path extrusionOk="0" h="3479" w="18953">
                    <a:moveTo>
                      <a:pt x="18953" y="0"/>
                    </a:moveTo>
                    <a:lnTo>
                      <a:pt x="374" y="1493"/>
                    </a:lnTo>
                    <a:lnTo>
                      <a:pt x="0" y="3478"/>
                    </a:lnTo>
                    <a:lnTo>
                      <a:pt x="18579" y="1985"/>
                    </a:lnTo>
                    <a:lnTo>
                      <a:pt x="1895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39"/>
              <p:cNvSpPr/>
              <p:nvPr/>
            </p:nvSpPr>
            <p:spPr>
              <a:xfrm>
                <a:off x="5326200" y="2362375"/>
                <a:ext cx="345700" cy="283025"/>
              </a:xfrm>
              <a:custGeom>
                <a:rect b="b" l="l" r="r" t="t"/>
                <a:pathLst>
                  <a:path extrusionOk="0" h="11321" w="13828">
                    <a:moveTo>
                      <a:pt x="12937" y="0"/>
                    </a:moveTo>
                    <a:cubicBezTo>
                      <a:pt x="12917" y="0"/>
                      <a:pt x="12896" y="1"/>
                      <a:pt x="12875" y="3"/>
                    </a:cubicBezTo>
                    <a:lnTo>
                      <a:pt x="2360" y="847"/>
                    </a:lnTo>
                    <a:cubicBezTo>
                      <a:pt x="1884" y="886"/>
                      <a:pt x="1495" y="1269"/>
                      <a:pt x="1414" y="1781"/>
                    </a:cubicBezTo>
                    <a:lnTo>
                      <a:pt x="113" y="9962"/>
                    </a:lnTo>
                    <a:cubicBezTo>
                      <a:pt x="1" y="10673"/>
                      <a:pt x="512" y="11320"/>
                      <a:pt x="1164" y="11320"/>
                    </a:cubicBezTo>
                    <a:cubicBezTo>
                      <a:pt x="1190" y="11320"/>
                      <a:pt x="1217" y="11319"/>
                      <a:pt x="1244" y="11317"/>
                    </a:cubicBezTo>
                    <a:lnTo>
                      <a:pt x="11629" y="10483"/>
                    </a:lnTo>
                    <a:cubicBezTo>
                      <a:pt x="11994" y="10454"/>
                      <a:pt x="12292" y="10160"/>
                      <a:pt x="12354" y="9768"/>
                    </a:cubicBezTo>
                    <a:lnTo>
                      <a:pt x="13741" y="1041"/>
                    </a:lnTo>
                    <a:cubicBezTo>
                      <a:pt x="13827" y="496"/>
                      <a:pt x="13435" y="0"/>
                      <a:pt x="1293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39"/>
              <p:cNvSpPr/>
              <p:nvPr/>
            </p:nvSpPr>
            <p:spPr>
              <a:xfrm>
                <a:off x="5347550" y="2360650"/>
                <a:ext cx="345700" cy="283050"/>
              </a:xfrm>
              <a:custGeom>
                <a:rect b="b" l="l" r="r" t="t"/>
                <a:pathLst>
                  <a:path extrusionOk="0" h="11322" w="13828">
                    <a:moveTo>
                      <a:pt x="12935" y="0"/>
                    </a:moveTo>
                    <a:cubicBezTo>
                      <a:pt x="12915" y="0"/>
                      <a:pt x="12895" y="1"/>
                      <a:pt x="12875" y="3"/>
                    </a:cubicBezTo>
                    <a:lnTo>
                      <a:pt x="2360" y="847"/>
                    </a:lnTo>
                    <a:cubicBezTo>
                      <a:pt x="1883" y="886"/>
                      <a:pt x="1495" y="1269"/>
                      <a:pt x="1414" y="1782"/>
                    </a:cubicBezTo>
                    <a:lnTo>
                      <a:pt x="114" y="9962"/>
                    </a:lnTo>
                    <a:cubicBezTo>
                      <a:pt x="0" y="10674"/>
                      <a:pt x="513" y="11321"/>
                      <a:pt x="1165" y="11321"/>
                    </a:cubicBezTo>
                    <a:cubicBezTo>
                      <a:pt x="1191" y="11321"/>
                      <a:pt x="1217" y="11320"/>
                      <a:pt x="1243" y="11318"/>
                    </a:cubicBezTo>
                    <a:lnTo>
                      <a:pt x="11629" y="10483"/>
                    </a:lnTo>
                    <a:cubicBezTo>
                      <a:pt x="11994" y="10454"/>
                      <a:pt x="12291" y="10160"/>
                      <a:pt x="12353" y="9768"/>
                    </a:cubicBezTo>
                    <a:lnTo>
                      <a:pt x="13740" y="1041"/>
                    </a:lnTo>
                    <a:cubicBezTo>
                      <a:pt x="13828" y="497"/>
                      <a:pt x="13435" y="0"/>
                      <a:pt x="1293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39"/>
              <p:cNvSpPr/>
              <p:nvPr/>
            </p:nvSpPr>
            <p:spPr>
              <a:xfrm>
                <a:off x="5493025" y="2486250"/>
                <a:ext cx="58225" cy="63975"/>
              </a:xfrm>
              <a:custGeom>
                <a:rect b="b" l="l" r="r" t="t"/>
                <a:pathLst>
                  <a:path extrusionOk="0" h="2559" w="2329">
                    <a:moveTo>
                      <a:pt x="1341" y="1"/>
                    </a:moveTo>
                    <a:cubicBezTo>
                      <a:pt x="1315" y="1"/>
                      <a:pt x="1288" y="2"/>
                      <a:pt x="1262" y="4"/>
                    </a:cubicBezTo>
                    <a:cubicBezTo>
                      <a:pt x="649" y="53"/>
                      <a:pt x="106" y="664"/>
                      <a:pt x="51" y="1369"/>
                    </a:cubicBezTo>
                    <a:cubicBezTo>
                      <a:pt x="0" y="2043"/>
                      <a:pt x="413" y="2558"/>
                      <a:pt x="987" y="2558"/>
                    </a:cubicBezTo>
                    <a:cubicBezTo>
                      <a:pt x="1013" y="2558"/>
                      <a:pt x="1039" y="2557"/>
                      <a:pt x="1066" y="2555"/>
                    </a:cubicBezTo>
                    <a:cubicBezTo>
                      <a:pt x="1680" y="2506"/>
                      <a:pt x="2222" y="1895"/>
                      <a:pt x="2276" y="1190"/>
                    </a:cubicBezTo>
                    <a:cubicBezTo>
                      <a:pt x="2329" y="516"/>
                      <a:pt x="1915" y="1"/>
                      <a:pt x="134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39"/>
              <p:cNvSpPr/>
              <p:nvPr/>
            </p:nvSpPr>
            <p:spPr>
              <a:xfrm>
                <a:off x="5347000" y="2401350"/>
                <a:ext cx="39000" cy="223525"/>
              </a:xfrm>
              <a:custGeom>
                <a:rect b="b" l="l" r="r" t="t"/>
                <a:pathLst>
                  <a:path extrusionOk="0" h="8941" w="1560">
                    <a:moveTo>
                      <a:pt x="1444" y="0"/>
                    </a:moveTo>
                    <a:cubicBezTo>
                      <a:pt x="1408" y="0"/>
                      <a:pt x="1375" y="21"/>
                      <a:pt x="1367" y="68"/>
                    </a:cubicBezTo>
                    <a:cubicBezTo>
                      <a:pt x="916" y="2987"/>
                      <a:pt x="463" y="5905"/>
                      <a:pt x="12" y="8823"/>
                    </a:cubicBezTo>
                    <a:cubicBezTo>
                      <a:pt x="1" y="8894"/>
                      <a:pt x="62" y="8941"/>
                      <a:pt x="117" y="8941"/>
                    </a:cubicBezTo>
                    <a:cubicBezTo>
                      <a:pt x="153" y="8941"/>
                      <a:pt x="186" y="8920"/>
                      <a:pt x="194" y="8873"/>
                    </a:cubicBezTo>
                    <a:cubicBezTo>
                      <a:pt x="645" y="5954"/>
                      <a:pt x="1097" y="3036"/>
                      <a:pt x="1549" y="118"/>
                    </a:cubicBezTo>
                    <a:cubicBezTo>
                      <a:pt x="1560" y="47"/>
                      <a:pt x="1499" y="0"/>
                      <a:pt x="14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65" name="Google Shape;965;p39"/>
          <p:cNvGrpSpPr/>
          <p:nvPr/>
        </p:nvGrpSpPr>
        <p:grpSpPr>
          <a:xfrm>
            <a:off x="2611525" y="1031125"/>
            <a:ext cx="800100" cy="659700"/>
            <a:chOff x="2611525" y="1031125"/>
            <a:chExt cx="800100" cy="659700"/>
          </a:xfrm>
        </p:grpSpPr>
        <p:sp>
          <p:nvSpPr>
            <p:cNvPr id="966" name="Google Shape;966;p39"/>
            <p:cNvSpPr/>
            <p:nvPr/>
          </p:nvSpPr>
          <p:spPr>
            <a:xfrm>
              <a:off x="2611525" y="1031125"/>
              <a:ext cx="800100" cy="659700"/>
            </a:xfrm>
            <a:prstGeom prst="wedgeEllipseCallout">
              <a:avLst>
                <a:gd fmla="val -37942" name="adj1"/>
                <a:gd fmla="val 65302" name="adj2"/>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67" name="Google Shape;967;p39"/>
            <p:cNvGrpSpPr/>
            <p:nvPr/>
          </p:nvGrpSpPr>
          <p:grpSpPr>
            <a:xfrm>
              <a:off x="2826089" y="1192098"/>
              <a:ext cx="370879" cy="337755"/>
              <a:chOff x="-40378075" y="3267450"/>
              <a:chExt cx="317425" cy="289075"/>
            </a:xfrm>
          </p:grpSpPr>
          <p:sp>
            <p:nvSpPr>
              <p:cNvPr id="968" name="Google Shape;968;p39"/>
              <p:cNvSpPr/>
              <p:nvPr/>
            </p:nvSpPr>
            <p:spPr>
              <a:xfrm>
                <a:off x="-40218975" y="3308400"/>
                <a:ext cx="158325" cy="248125"/>
              </a:xfrm>
              <a:custGeom>
                <a:rect b="b" l="l" r="r" t="t"/>
                <a:pathLst>
                  <a:path extrusionOk="0" h="9925" w="6333">
                    <a:moveTo>
                      <a:pt x="4694" y="1"/>
                    </a:moveTo>
                    <a:lnTo>
                      <a:pt x="4694" y="7877"/>
                    </a:lnTo>
                    <a:cubicBezTo>
                      <a:pt x="4694" y="8097"/>
                      <a:pt x="4474" y="8255"/>
                      <a:pt x="4253" y="8255"/>
                    </a:cubicBezTo>
                    <a:cubicBezTo>
                      <a:pt x="2993" y="8255"/>
                      <a:pt x="1638" y="8696"/>
                      <a:pt x="693" y="9452"/>
                    </a:cubicBezTo>
                    <a:cubicBezTo>
                      <a:pt x="536" y="9546"/>
                      <a:pt x="189" y="9925"/>
                      <a:pt x="0" y="9925"/>
                    </a:cubicBezTo>
                    <a:lnTo>
                      <a:pt x="5073" y="9925"/>
                    </a:lnTo>
                    <a:cubicBezTo>
                      <a:pt x="5734" y="9925"/>
                      <a:pt x="6333" y="9357"/>
                      <a:pt x="6333" y="8696"/>
                    </a:cubicBezTo>
                    <a:lnTo>
                      <a:pt x="6333" y="1229"/>
                    </a:lnTo>
                    <a:cubicBezTo>
                      <a:pt x="6333" y="536"/>
                      <a:pt x="5766" y="1"/>
                      <a:pt x="507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39"/>
              <p:cNvSpPr/>
              <p:nvPr/>
            </p:nvSpPr>
            <p:spPr>
              <a:xfrm>
                <a:off x="-40316650" y="3267450"/>
                <a:ext cx="86675" cy="257575"/>
              </a:xfrm>
              <a:custGeom>
                <a:rect b="b" l="l" r="r" t="t"/>
                <a:pathLst>
                  <a:path extrusionOk="0" h="10303" w="3467">
                    <a:moveTo>
                      <a:pt x="1" y="0"/>
                    </a:moveTo>
                    <a:lnTo>
                      <a:pt x="1" y="9105"/>
                    </a:lnTo>
                    <a:cubicBezTo>
                      <a:pt x="1166" y="9200"/>
                      <a:pt x="2489" y="9578"/>
                      <a:pt x="3466" y="10302"/>
                    </a:cubicBezTo>
                    <a:lnTo>
                      <a:pt x="3466" y="1197"/>
                    </a:lnTo>
                    <a:cubicBezTo>
                      <a:pt x="2489" y="473"/>
                      <a:pt x="1229" y="95"/>
                      <a:pt x="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39"/>
              <p:cNvSpPr/>
              <p:nvPr/>
            </p:nvSpPr>
            <p:spPr>
              <a:xfrm>
                <a:off x="-40209525" y="3267450"/>
                <a:ext cx="86650" cy="257575"/>
              </a:xfrm>
              <a:custGeom>
                <a:rect b="b" l="l" r="r" t="t"/>
                <a:pathLst>
                  <a:path extrusionOk="0" h="10303" w="3466">
                    <a:moveTo>
                      <a:pt x="3466" y="0"/>
                    </a:moveTo>
                    <a:cubicBezTo>
                      <a:pt x="2300" y="95"/>
                      <a:pt x="977" y="473"/>
                      <a:pt x="0" y="1197"/>
                    </a:cubicBezTo>
                    <a:lnTo>
                      <a:pt x="0" y="10302"/>
                    </a:lnTo>
                    <a:cubicBezTo>
                      <a:pt x="977" y="9578"/>
                      <a:pt x="2237" y="9200"/>
                      <a:pt x="3466" y="9105"/>
                    </a:cubicBezTo>
                    <a:lnTo>
                      <a:pt x="346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39"/>
              <p:cNvSpPr/>
              <p:nvPr/>
            </p:nvSpPr>
            <p:spPr>
              <a:xfrm>
                <a:off x="-40378075" y="3308400"/>
                <a:ext cx="157550" cy="248125"/>
              </a:xfrm>
              <a:custGeom>
                <a:rect b="b" l="l" r="r" t="t"/>
                <a:pathLst>
                  <a:path extrusionOk="0" h="9925" w="6302">
                    <a:moveTo>
                      <a:pt x="1229" y="1"/>
                    </a:moveTo>
                    <a:cubicBezTo>
                      <a:pt x="567" y="1"/>
                      <a:pt x="0" y="536"/>
                      <a:pt x="0" y="1198"/>
                    </a:cubicBezTo>
                    <a:lnTo>
                      <a:pt x="0" y="8664"/>
                    </a:lnTo>
                    <a:cubicBezTo>
                      <a:pt x="32" y="9357"/>
                      <a:pt x="567" y="9925"/>
                      <a:pt x="1229" y="9925"/>
                    </a:cubicBezTo>
                    <a:lnTo>
                      <a:pt x="6301" y="9925"/>
                    </a:lnTo>
                    <a:cubicBezTo>
                      <a:pt x="6112" y="9925"/>
                      <a:pt x="5766" y="9609"/>
                      <a:pt x="5608" y="9452"/>
                    </a:cubicBezTo>
                    <a:cubicBezTo>
                      <a:pt x="4631" y="8664"/>
                      <a:pt x="3277" y="8255"/>
                      <a:pt x="2048" y="8255"/>
                    </a:cubicBezTo>
                    <a:cubicBezTo>
                      <a:pt x="1828" y="8255"/>
                      <a:pt x="1638" y="8066"/>
                      <a:pt x="1638" y="7877"/>
                    </a:cubicBezTo>
                    <a:lnTo>
                      <a:pt x="163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72" name="Google Shape;972;p39">
            <a:hlinkClick action="ppaction://hlinkshowjump?jump=nextslide"/>
          </p:cNvPr>
          <p:cNvSpPr/>
          <p:nvPr/>
        </p:nvSpPr>
        <p:spPr>
          <a:xfrm rot="10800000">
            <a:off x="8795200" y="4467625"/>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39">
            <a:hlinkClick action="ppaction://hlinksldjump" r:id="rId3"/>
          </p:cNvPr>
          <p:cNvSpPr/>
          <p:nvPr/>
        </p:nvSpPr>
        <p:spPr>
          <a:xfrm>
            <a:off x="8777675" y="2488988"/>
            <a:ext cx="163200" cy="163200"/>
          </a:xfrm>
          <a:prstGeom prst="rect">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39">
            <a:hlinkClick action="ppaction://hlinkshowjump?jump=previousslide"/>
          </p:cNvPr>
          <p:cNvSpPr/>
          <p:nvPr/>
        </p:nvSpPr>
        <p:spPr>
          <a:xfrm flipH="1">
            <a:off x="8795200" y="539500"/>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8" name="Shape 978"/>
        <p:cNvGrpSpPr/>
        <p:nvPr/>
      </p:nvGrpSpPr>
      <p:grpSpPr>
        <a:xfrm>
          <a:off x="0" y="0"/>
          <a:ext cx="0" cy="0"/>
          <a:chOff x="0" y="0"/>
          <a:chExt cx="0" cy="0"/>
        </a:xfrm>
      </p:grpSpPr>
      <p:sp>
        <p:nvSpPr>
          <p:cNvPr id="979" name="Google Shape;979;p40"/>
          <p:cNvSpPr txBox="1"/>
          <p:nvPr>
            <p:ph type="title"/>
          </p:nvPr>
        </p:nvSpPr>
        <p:spPr>
          <a:xfrm>
            <a:off x="713225" y="383000"/>
            <a:ext cx="7562100" cy="674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Functional Requirements</a:t>
            </a:r>
            <a:endParaRPr/>
          </a:p>
        </p:txBody>
      </p:sp>
      <p:sp>
        <p:nvSpPr>
          <p:cNvPr id="980" name="Google Shape;980;p40"/>
          <p:cNvSpPr txBox="1"/>
          <p:nvPr>
            <p:ph idx="1" type="body"/>
          </p:nvPr>
        </p:nvSpPr>
        <p:spPr>
          <a:xfrm>
            <a:off x="347525" y="1057100"/>
            <a:ext cx="8293500" cy="37992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rgbClr val="000000"/>
              </a:buClr>
              <a:buSzPts val="1400"/>
              <a:buAutoNum type="arabicPeriod"/>
            </a:pPr>
            <a:r>
              <a:rPr b="1" lang="en" sz="1400">
                <a:solidFill>
                  <a:srgbClr val="000000"/>
                </a:solidFill>
              </a:rPr>
              <a:t>Import &amp; Library Sync: </a:t>
            </a:r>
            <a:endParaRPr sz="1400">
              <a:solidFill>
                <a:srgbClr val="000000"/>
              </a:solidFill>
            </a:endParaRPr>
          </a:p>
          <a:p>
            <a:pPr indent="-317500" lvl="0" marL="914400" rtl="0" algn="l">
              <a:lnSpc>
                <a:spcPct val="115000"/>
              </a:lnSpc>
              <a:spcBef>
                <a:spcPts val="0"/>
              </a:spcBef>
              <a:spcAft>
                <a:spcPts val="0"/>
              </a:spcAft>
              <a:buClr>
                <a:srgbClr val="000000"/>
              </a:buClr>
              <a:buSzPts val="1400"/>
              <a:buFont typeface="Times New Roman"/>
              <a:buChar char="●"/>
            </a:pPr>
            <a:r>
              <a:rPr lang="en" sz="1400">
                <a:solidFill>
                  <a:srgbClr val="000000"/>
                </a:solidFill>
              </a:rPr>
              <a:t>The system shall scan the configured “Books” folder for </a:t>
            </a:r>
            <a:r>
              <a:rPr lang="en" sz="1400">
                <a:solidFill>
                  <a:srgbClr val="188038"/>
                </a:solidFill>
              </a:rPr>
              <a:t>.pdf</a:t>
            </a:r>
            <a:r>
              <a:rPr lang="en" sz="1400">
                <a:solidFill>
                  <a:srgbClr val="000000"/>
                </a:solidFill>
              </a:rPr>
              <a:t> and </a:t>
            </a:r>
            <a:r>
              <a:rPr lang="en" sz="1400">
                <a:solidFill>
                  <a:srgbClr val="188038"/>
                </a:solidFill>
              </a:rPr>
              <a:t>.txt</a:t>
            </a:r>
            <a:r>
              <a:rPr lang="en" sz="1400">
                <a:solidFill>
                  <a:srgbClr val="000000"/>
                </a:solidFill>
              </a:rPr>
              <a:t> files.</a:t>
            </a:r>
            <a:endParaRPr sz="1400">
              <a:solidFill>
                <a:srgbClr val="000000"/>
              </a:solidFill>
            </a:endParaRPr>
          </a:p>
          <a:p>
            <a:pPr indent="-317500" lvl="0" marL="914400" rtl="0" algn="l">
              <a:lnSpc>
                <a:spcPct val="115000"/>
              </a:lnSpc>
              <a:spcBef>
                <a:spcPts val="0"/>
              </a:spcBef>
              <a:spcAft>
                <a:spcPts val="0"/>
              </a:spcAft>
              <a:buClr>
                <a:srgbClr val="000000"/>
              </a:buClr>
              <a:buSzPts val="1400"/>
              <a:buChar char="●"/>
            </a:pPr>
            <a:r>
              <a:rPr lang="en" sz="1400">
                <a:solidFill>
                  <a:srgbClr val="000000"/>
                </a:solidFill>
              </a:rPr>
              <a:t>The system shall import each discovered file into the library.</a:t>
            </a:r>
            <a:endParaRPr sz="1400">
              <a:solidFill>
                <a:srgbClr val="000000"/>
              </a:solidFill>
            </a:endParaRPr>
          </a:p>
          <a:p>
            <a:pPr indent="-317500" lvl="0" marL="914400" rtl="0" algn="l">
              <a:lnSpc>
                <a:spcPct val="115000"/>
              </a:lnSpc>
              <a:spcBef>
                <a:spcPts val="0"/>
              </a:spcBef>
              <a:spcAft>
                <a:spcPts val="0"/>
              </a:spcAft>
              <a:buClr>
                <a:srgbClr val="000000"/>
              </a:buClr>
              <a:buSzPts val="1400"/>
              <a:buChar char="●"/>
            </a:pPr>
            <a:r>
              <a:rPr lang="en" sz="1400">
                <a:solidFill>
                  <a:srgbClr val="000000"/>
                </a:solidFill>
              </a:rPr>
              <a:t>The system shall complete scanning and importing of up to 500 files within 10 seconds on the baseline machine.</a:t>
            </a:r>
            <a:endParaRPr sz="1400">
              <a:solidFill>
                <a:srgbClr val="000000"/>
              </a:solidFill>
            </a:endParaRPr>
          </a:p>
          <a:p>
            <a:pPr indent="-317500" lvl="0" marL="914400" rtl="0" algn="l">
              <a:lnSpc>
                <a:spcPct val="115000"/>
              </a:lnSpc>
              <a:spcBef>
                <a:spcPts val="0"/>
              </a:spcBef>
              <a:spcAft>
                <a:spcPts val="0"/>
              </a:spcAft>
              <a:buClr>
                <a:srgbClr val="000000"/>
              </a:buClr>
              <a:buSzPts val="1400"/>
              <a:buChar char="●"/>
            </a:pPr>
            <a:r>
              <a:rPr lang="en" sz="1400">
                <a:solidFill>
                  <a:srgbClr val="000000"/>
                </a:solidFill>
              </a:rPr>
              <a:t>The system shall ignore duplicate files that correspond to an already imported book.</a:t>
            </a:r>
            <a:endParaRPr sz="1400">
              <a:solidFill>
                <a:srgbClr val="000000"/>
              </a:solidFill>
            </a:endParaRPr>
          </a:p>
          <a:p>
            <a:pPr indent="-317500" lvl="0" marL="457200" rtl="0" algn="l">
              <a:lnSpc>
                <a:spcPct val="115000"/>
              </a:lnSpc>
              <a:spcBef>
                <a:spcPts val="0"/>
              </a:spcBef>
              <a:spcAft>
                <a:spcPts val="0"/>
              </a:spcAft>
              <a:buClr>
                <a:srgbClr val="000000"/>
              </a:buClr>
              <a:buSzPts val="1400"/>
              <a:buAutoNum type="arabicPeriod"/>
            </a:pPr>
            <a:r>
              <a:rPr b="1" lang="en" sz="1400">
                <a:solidFill>
                  <a:srgbClr val="000000"/>
                </a:solidFill>
              </a:rPr>
              <a:t>Organize by Categories:</a:t>
            </a:r>
            <a:endParaRPr sz="1400">
              <a:solidFill>
                <a:srgbClr val="000000"/>
              </a:solidFill>
            </a:endParaRPr>
          </a:p>
          <a:p>
            <a:pPr indent="-317500" lvl="0" marL="914400" rtl="0" algn="l">
              <a:lnSpc>
                <a:spcPct val="115000"/>
              </a:lnSpc>
              <a:spcBef>
                <a:spcPts val="0"/>
              </a:spcBef>
              <a:spcAft>
                <a:spcPts val="0"/>
              </a:spcAft>
              <a:buClr>
                <a:srgbClr val="000000"/>
              </a:buClr>
              <a:buSzPts val="1400"/>
              <a:buChar char="●"/>
            </a:pPr>
            <a:r>
              <a:rPr lang="en" sz="1400">
                <a:solidFill>
                  <a:srgbClr val="000000"/>
                </a:solidFill>
              </a:rPr>
              <a:t>The system shall allow the user to create a category.</a:t>
            </a:r>
            <a:endParaRPr sz="1400">
              <a:solidFill>
                <a:srgbClr val="000000"/>
              </a:solidFill>
            </a:endParaRPr>
          </a:p>
          <a:p>
            <a:pPr indent="-317500" lvl="0" marL="914400" rtl="0" algn="l">
              <a:lnSpc>
                <a:spcPct val="115000"/>
              </a:lnSpc>
              <a:spcBef>
                <a:spcPts val="0"/>
              </a:spcBef>
              <a:spcAft>
                <a:spcPts val="0"/>
              </a:spcAft>
              <a:buClr>
                <a:srgbClr val="000000"/>
              </a:buClr>
              <a:buSzPts val="1400"/>
              <a:buChar char="●"/>
            </a:pPr>
            <a:r>
              <a:rPr lang="en" sz="1400">
                <a:solidFill>
                  <a:srgbClr val="000000"/>
                </a:solidFill>
              </a:rPr>
              <a:t>The system shall allow the user to rename a category.</a:t>
            </a:r>
            <a:endParaRPr sz="1400">
              <a:solidFill>
                <a:srgbClr val="000000"/>
              </a:solidFill>
            </a:endParaRPr>
          </a:p>
          <a:p>
            <a:pPr indent="-317500" lvl="0" marL="914400" rtl="0" algn="l">
              <a:lnSpc>
                <a:spcPct val="115000"/>
              </a:lnSpc>
              <a:spcBef>
                <a:spcPts val="0"/>
              </a:spcBef>
              <a:spcAft>
                <a:spcPts val="0"/>
              </a:spcAft>
              <a:buClr>
                <a:srgbClr val="000000"/>
              </a:buClr>
              <a:buSzPts val="1400"/>
              <a:buChar char="●"/>
            </a:pPr>
            <a:r>
              <a:rPr lang="en" sz="1400">
                <a:solidFill>
                  <a:srgbClr val="000000"/>
                </a:solidFill>
              </a:rPr>
              <a:t>The system shall allow the user to delete a category.</a:t>
            </a:r>
            <a:endParaRPr sz="1400">
              <a:solidFill>
                <a:srgbClr val="000000"/>
              </a:solidFill>
            </a:endParaRPr>
          </a:p>
          <a:p>
            <a:pPr indent="-317500" lvl="0" marL="914400" rtl="0" algn="l">
              <a:lnSpc>
                <a:spcPct val="115000"/>
              </a:lnSpc>
              <a:spcBef>
                <a:spcPts val="0"/>
              </a:spcBef>
              <a:spcAft>
                <a:spcPts val="0"/>
              </a:spcAft>
              <a:buClr>
                <a:srgbClr val="000000"/>
              </a:buClr>
              <a:buSzPts val="1400"/>
              <a:buChar char="●"/>
            </a:pPr>
            <a:r>
              <a:rPr lang="en" sz="1400">
                <a:solidFill>
                  <a:srgbClr val="000000"/>
                </a:solidFill>
              </a:rPr>
              <a:t>The system shall allow the user to assign and unassign a book to/from a category.</a:t>
            </a:r>
            <a:endParaRPr sz="1400">
              <a:solidFill>
                <a:srgbClr val="000000"/>
              </a:solidFill>
            </a:endParaRPr>
          </a:p>
          <a:p>
            <a:pPr indent="-317500" lvl="0" marL="914400" rtl="0" algn="l">
              <a:lnSpc>
                <a:spcPct val="115000"/>
              </a:lnSpc>
              <a:spcBef>
                <a:spcPts val="0"/>
              </a:spcBef>
              <a:spcAft>
                <a:spcPts val="0"/>
              </a:spcAft>
              <a:buClr>
                <a:srgbClr val="000000"/>
              </a:buClr>
              <a:buSzPts val="1400"/>
              <a:buChar char="●"/>
            </a:pPr>
            <a:r>
              <a:rPr lang="en" sz="1400">
                <a:solidFill>
                  <a:srgbClr val="000000"/>
                </a:solidFill>
              </a:rPr>
              <a:t>The system shall not delete any books when a category is deleted.</a:t>
            </a:r>
            <a:endParaRPr sz="1400"/>
          </a:p>
        </p:txBody>
      </p:sp>
      <p:sp>
        <p:nvSpPr>
          <p:cNvPr id="981" name="Google Shape;981;p40">
            <a:hlinkClick action="ppaction://hlinkshowjump?jump=nextslide"/>
          </p:cNvPr>
          <p:cNvSpPr/>
          <p:nvPr/>
        </p:nvSpPr>
        <p:spPr>
          <a:xfrm rot="10800000">
            <a:off x="8795200" y="4467625"/>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40">
            <a:hlinkClick action="ppaction://hlinksldjump" r:id="rId3"/>
          </p:cNvPr>
          <p:cNvSpPr/>
          <p:nvPr/>
        </p:nvSpPr>
        <p:spPr>
          <a:xfrm>
            <a:off x="8777675" y="2488988"/>
            <a:ext cx="163200" cy="163200"/>
          </a:xfrm>
          <a:prstGeom prst="rect">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40">
            <a:hlinkClick action="ppaction://hlinkshowjump?jump=previousslide"/>
          </p:cNvPr>
          <p:cNvSpPr/>
          <p:nvPr/>
        </p:nvSpPr>
        <p:spPr>
          <a:xfrm flipH="1">
            <a:off x="8795200" y="539500"/>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p41"/>
          <p:cNvSpPr txBox="1"/>
          <p:nvPr>
            <p:ph type="title"/>
          </p:nvPr>
        </p:nvSpPr>
        <p:spPr>
          <a:xfrm>
            <a:off x="713225" y="383000"/>
            <a:ext cx="7562100" cy="674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Functional Requirements</a:t>
            </a:r>
            <a:endParaRPr/>
          </a:p>
        </p:txBody>
      </p:sp>
      <p:sp>
        <p:nvSpPr>
          <p:cNvPr id="989" name="Google Shape;989;p41"/>
          <p:cNvSpPr txBox="1"/>
          <p:nvPr>
            <p:ph idx="1" type="body"/>
          </p:nvPr>
        </p:nvSpPr>
        <p:spPr>
          <a:xfrm>
            <a:off x="664625" y="1098100"/>
            <a:ext cx="7610700" cy="3799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400">
                <a:solidFill>
                  <a:srgbClr val="000000"/>
                </a:solidFill>
              </a:rPr>
              <a:t>3.            Text &amp; Metadata Search:</a:t>
            </a:r>
            <a:endParaRPr sz="1400">
              <a:solidFill>
                <a:srgbClr val="000000"/>
              </a:solidFill>
            </a:endParaRPr>
          </a:p>
          <a:p>
            <a:pPr indent="-317500" lvl="0" marL="914400" rtl="0" algn="l">
              <a:lnSpc>
                <a:spcPct val="115000"/>
              </a:lnSpc>
              <a:spcBef>
                <a:spcPts val="0"/>
              </a:spcBef>
              <a:spcAft>
                <a:spcPts val="0"/>
              </a:spcAft>
              <a:buClr>
                <a:srgbClr val="000000"/>
              </a:buClr>
              <a:buSzPts val="1400"/>
              <a:buChar char="●"/>
            </a:pPr>
            <a:r>
              <a:rPr lang="en" sz="1400">
                <a:solidFill>
                  <a:srgbClr val="000000"/>
                </a:solidFill>
              </a:rPr>
              <a:t>The system shall allow the user to enter a text query.</a:t>
            </a:r>
            <a:endParaRPr sz="1400">
              <a:solidFill>
                <a:srgbClr val="000000"/>
              </a:solidFill>
            </a:endParaRPr>
          </a:p>
          <a:p>
            <a:pPr indent="-317500" lvl="0" marL="914400" rtl="0" algn="l">
              <a:lnSpc>
                <a:spcPct val="115000"/>
              </a:lnSpc>
              <a:spcBef>
                <a:spcPts val="0"/>
              </a:spcBef>
              <a:spcAft>
                <a:spcPts val="0"/>
              </a:spcAft>
              <a:buClr>
                <a:srgbClr val="000000"/>
              </a:buClr>
              <a:buSzPts val="1400"/>
              <a:buChar char="●"/>
            </a:pPr>
            <a:r>
              <a:rPr lang="en" sz="1400">
                <a:solidFill>
                  <a:srgbClr val="000000"/>
                </a:solidFill>
              </a:rPr>
              <a:t>The system shall search titles, authors, and full text of .txt and text-selectable .pdf books.</a:t>
            </a:r>
            <a:endParaRPr sz="1400">
              <a:solidFill>
                <a:srgbClr val="000000"/>
              </a:solidFill>
            </a:endParaRPr>
          </a:p>
          <a:p>
            <a:pPr indent="-317500" lvl="0" marL="914400" rtl="0" algn="l">
              <a:lnSpc>
                <a:spcPct val="115000"/>
              </a:lnSpc>
              <a:spcBef>
                <a:spcPts val="0"/>
              </a:spcBef>
              <a:spcAft>
                <a:spcPts val="0"/>
              </a:spcAft>
              <a:buClr>
                <a:srgbClr val="000000"/>
              </a:buClr>
              <a:buSzPts val="1400"/>
              <a:buChar char="●"/>
            </a:pPr>
            <a:r>
              <a:rPr lang="en" sz="1400">
                <a:solidFill>
                  <a:srgbClr val="000000"/>
                </a:solidFill>
              </a:rPr>
              <a:t>The system shall return search results for a library of up to 1,000 books within 1 second on the baseline machine.</a:t>
            </a:r>
            <a:endParaRPr sz="1400">
              <a:solidFill>
                <a:srgbClr val="000000"/>
              </a:solidFill>
            </a:endParaRPr>
          </a:p>
          <a:p>
            <a:pPr indent="-317500" lvl="0" marL="914400" rtl="0" algn="l">
              <a:lnSpc>
                <a:spcPct val="115000"/>
              </a:lnSpc>
              <a:spcBef>
                <a:spcPts val="0"/>
              </a:spcBef>
              <a:spcAft>
                <a:spcPts val="0"/>
              </a:spcAft>
              <a:buClr>
                <a:srgbClr val="000000"/>
              </a:buClr>
              <a:buSzPts val="1400"/>
              <a:buChar char="●"/>
            </a:pPr>
            <a:r>
              <a:rPr lang="en" sz="1400">
                <a:solidFill>
                  <a:srgbClr val="000000"/>
                </a:solidFill>
              </a:rPr>
              <a:t>The system shall display, for each result, the book title, author, and a short text snippet.</a:t>
            </a:r>
            <a:endParaRPr sz="1400">
              <a:solidFill>
                <a:srgbClr val="000000"/>
              </a:solidFill>
            </a:endParaRPr>
          </a:p>
          <a:p>
            <a:pPr indent="0" lvl="0" marL="0" rtl="0" algn="l">
              <a:spcBef>
                <a:spcPts val="0"/>
              </a:spcBef>
              <a:spcAft>
                <a:spcPts val="1000"/>
              </a:spcAft>
              <a:buNone/>
            </a:pPr>
            <a:r>
              <a:t/>
            </a:r>
            <a:endParaRPr b="1" sz="1400" u="sng"/>
          </a:p>
        </p:txBody>
      </p:sp>
      <p:sp>
        <p:nvSpPr>
          <p:cNvPr id="990" name="Google Shape;990;p41">
            <a:hlinkClick action="ppaction://hlinkshowjump?jump=nextslide"/>
          </p:cNvPr>
          <p:cNvSpPr/>
          <p:nvPr/>
        </p:nvSpPr>
        <p:spPr>
          <a:xfrm rot="10800000">
            <a:off x="8795200" y="4467625"/>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41">
            <a:hlinkClick action="ppaction://hlinksldjump" r:id="rId3"/>
          </p:cNvPr>
          <p:cNvSpPr/>
          <p:nvPr/>
        </p:nvSpPr>
        <p:spPr>
          <a:xfrm>
            <a:off x="8777675" y="2488988"/>
            <a:ext cx="163200" cy="163200"/>
          </a:xfrm>
          <a:prstGeom prst="rect">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41">
            <a:hlinkClick action="ppaction://hlinkshowjump?jump=previousslide"/>
          </p:cNvPr>
          <p:cNvSpPr/>
          <p:nvPr/>
        </p:nvSpPr>
        <p:spPr>
          <a:xfrm flipH="1">
            <a:off x="8795200" y="539500"/>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42"/>
          <p:cNvSpPr txBox="1"/>
          <p:nvPr>
            <p:ph type="title"/>
          </p:nvPr>
        </p:nvSpPr>
        <p:spPr>
          <a:xfrm>
            <a:off x="614950" y="254350"/>
            <a:ext cx="7562100" cy="674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000"/>
              <a:t>Non-Functional Requirements</a:t>
            </a:r>
            <a:endParaRPr sz="3000"/>
          </a:p>
        </p:txBody>
      </p:sp>
      <p:sp>
        <p:nvSpPr>
          <p:cNvPr id="998" name="Google Shape;998;p42"/>
          <p:cNvSpPr txBox="1"/>
          <p:nvPr>
            <p:ph idx="1" type="body"/>
          </p:nvPr>
        </p:nvSpPr>
        <p:spPr>
          <a:xfrm>
            <a:off x="172050" y="815907"/>
            <a:ext cx="8456400" cy="37992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rgbClr val="000000"/>
              </a:buClr>
              <a:buSzPts val="1400"/>
              <a:buAutoNum type="arabicPeriod"/>
            </a:pPr>
            <a:r>
              <a:rPr b="1" lang="en" sz="1400">
                <a:solidFill>
                  <a:srgbClr val="000000"/>
                </a:solidFill>
              </a:rPr>
              <a:t>Product requirements</a:t>
            </a:r>
            <a:endParaRPr b="1" sz="1400">
              <a:solidFill>
                <a:srgbClr val="000000"/>
              </a:solidFill>
            </a:endParaRPr>
          </a:p>
          <a:p>
            <a:pPr indent="-317500" lvl="1" marL="914400" rtl="0" algn="l">
              <a:lnSpc>
                <a:spcPct val="115000"/>
              </a:lnSpc>
              <a:spcBef>
                <a:spcPts val="0"/>
              </a:spcBef>
              <a:spcAft>
                <a:spcPts val="0"/>
              </a:spcAft>
              <a:buClr>
                <a:srgbClr val="000000"/>
              </a:buClr>
              <a:buSzPts val="1400"/>
              <a:buAutoNum type="alphaLcPeriod"/>
            </a:pPr>
            <a:r>
              <a:rPr b="1" lang="en" sz="1400">
                <a:solidFill>
                  <a:srgbClr val="000000"/>
                </a:solidFill>
              </a:rPr>
              <a:t>Performance/Efficiency</a:t>
            </a:r>
            <a:endParaRPr b="1" sz="1400">
              <a:solidFill>
                <a:srgbClr val="000000"/>
              </a:solidFill>
            </a:endParaRPr>
          </a:p>
          <a:p>
            <a:pPr indent="-317500" lvl="0" marL="1371600" rtl="0" algn="l">
              <a:lnSpc>
                <a:spcPct val="115000"/>
              </a:lnSpc>
              <a:spcBef>
                <a:spcPts val="0"/>
              </a:spcBef>
              <a:spcAft>
                <a:spcPts val="0"/>
              </a:spcAft>
              <a:buClr>
                <a:srgbClr val="000000"/>
              </a:buClr>
              <a:buSzPts val="1400"/>
              <a:buChar char="●"/>
            </a:pPr>
            <a:r>
              <a:rPr lang="en" sz="1400">
                <a:solidFill>
                  <a:srgbClr val="000000"/>
                </a:solidFill>
              </a:rPr>
              <a:t>The system shall open a 50 MB PDF to the first visible page within 2.0 seconds on the baseline hardware.</a:t>
            </a:r>
            <a:endParaRPr sz="1400">
              <a:solidFill>
                <a:srgbClr val="000000"/>
              </a:solidFill>
            </a:endParaRPr>
          </a:p>
          <a:p>
            <a:pPr indent="-317500" lvl="0" marL="1371600" rtl="0" algn="l">
              <a:lnSpc>
                <a:spcPct val="115000"/>
              </a:lnSpc>
              <a:spcBef>
                <a:spcPts val="0"/>
              </a:spcBef>
              <a:spcAft>
                <a:spcPts val="0"/>
              </a:spcAft>
              <a:buClr>
                <a:srgbClr val="000000"/>
              </a:buClr>
              <a:buSzPts val="1400"/>
              <a:buChar char="●"/>
            </a:pPr>
            <a:r>
              <a:rPr lang="en" sz="1400">
                <a:solidFill>
                  <a:srgbClr val="000000"/>
                </a:solidFill>
              </a:rPr>
              <a:t>The system shall complete a full-library re-index for 1,000 books or 3 GB within 60 seconds on the baseline hardware.</a:t>
            </a:r>
            <a:endParaRPr sz="1400">
              <a:solidFill>
                <a:srgbClr val="000000"/>
              </a:solidFill>
            </a:endParaRPr>
          </a:p>
          <a:p>
            <a:pPr indent="-317500" lvl="1" marL="914400" rtl="0" algn="l">
              <a:lnSpc>
                <a:spcPct val="115000"/>
              </a:lnSpc>
              <a:spcBef>
                <a:spcPts val="0"/>
              </a:spcBef>
              <a:spcAft>
                <a:spcPts val="0"/>
              </a:spcAft>
              <a:buClr>
                <a:srgbClr val="000000"/>
              </a:buClr>
              <a:buSzPts val="1400"/>
              <a:buAutoNum type="alphaLcPeriod"/>
            </a:pPr>
            <a:r>
              <a:rPr b="1" lang="en" sz="1400">
                <a:solidFill>
                  <a:srgbClr val="000000"/>
                </a:solidFill>
              </a:rPr>
              <a:t>Dependability/Reliability</a:t>
            </a:r>
            <a:endParaRPr b="1" sz="1400">
              <a:solidFill>
                <a:srgbClr val="000000"/>
              </a:solidFill>
            </a:endParaRPr>
          </a:p>
          <a:p>
            <a:pPr indent="-317500" lvl="0" marL="1371600" rtl="0" algn="l">
              <a:lnSpc>
                <a:spcPct val="115000"/>
              </a:lnSpc>
              <a:spcBef>
                <a:spcPts val="0"/>
              </a:spcBef>
              <a:spcAft>
                <a:spcPts val="0"/>
              </a:spcAft>
              <a:buClr>
                <a:srgbClr val="000000"/>
              </a:buClr>
              <a:buSzPts val="1400"/>
              <a:buFont typeface="Times New Roman"/>
              <a:buChar char="●"/>
            </a:pPr>
            <a:r>
              <a:rPr lang="en" sz="1400">
                <a:solidFill>
                  <a:srgbClr val="000000"/>
                </a:solidFill>
              </a:rPr>
              <a:t>The system </a:t>
            </a:r>
            <a:r>
              <a:rPr b="1" lang="en" sz="1400">
                <a:solidFill>
                  <a:srgbClr val="000000"/>
                </a:solidFill>
              </a:rPr>
              <a:t>shall</a:t>
            </a:r>
            <a:r>
              <a:rPr lang="en" sz="1400">
                <a:solidFill>
                  <a:srgbClr val="000000"/>
                </a:solidFill>
              </a:rPr>
              <a:t> achieve a </a:t>
            </a:r>
            <a:r>
              <a:rPr b="1" lang="en" sz="1400">
                <a:solidFill>
                  <a:srgbClr val="000000"/>
                </a:solidFill>
              </a:rPr>
              <a:t>crash-free session rate ≥ 99.5%</a:t>
            </a:r>
            <a:r>
              <a:rPr lang="en" sz="1400">
                <a:solidFill>
                  <a:srgbClr val="000000"/>
                </a:solidFill>
              </a:rPr>
              <a:t> over 1,000 test sessions.</a:t>
            </a:r>
            <a:endParaRPr sz="1400">
              <a:solidFill>
                <a:srgbClr val="000000"/>
              </a:solidFill>
            </a:endParaRPr>
          </a:p>
          <a:p>
            <a:pPr indent="-317500" lvl="0" marL="1371600" rtl="0" algn="l">
              <a:lnSpc>
                <a:spcPct val="115000"/>
              </a:lnSpc>
              <a:spcBef>
                <a:spcPts val="0"/>
              </a:spcBef>
              <a:spcAft>
                <a:spcPts val="0"/>
              </a:spcAft>
              <a:buClr>
                <a:srgbClr val="000000"/>
              </a:buClr>
              <a:buSzPts val="1400"/>
              <a:buFont typeface="Times New Roman"/>
              <a:buChar char="●"/>
            </a:pPr>
            <a:r>
              <a:rPr lang="en" sz="1400">
                <a:solidFill>
                  <a:srgbClr val="000000"/>
                </a:solidFill>
              </a:rPr>
              <a:t>The system </a:t>
            </a:r>
            <a:r>
              <a:rPr b="1" lang="en" sz="1400">
                <a:solidFill>
                  <a:srgbClr val="000000"/>
                </a:solidFill>
              </a:rPr>
              <a:t>shall</a:t>
            </a:r>
            <a:r>
              <a:rPr lang="en" sz="1400">
                <a:solidFill>
                  <a:srgbClr val="000000"/>
                </a:solidFill>
              </a:rPr>
              <a:t> maintain a consistent library state if an import operation is interrupted.</a:t>
            </a:r>
            <a:endParaRPr sz="1400">
              <a:solidFill>
                <a:srgbClr val="000000"/>
              </a:solidFill>
            </a:endParaRPr>
          </a:p>
          <a:p>
            <a:pPr indent="-317500" lvl="1" marL="914400" rtl="0" algn="l">
              <a:lnSpc>
                <a:spcPct val="115000"/>
              </a:lnSpc>
              <a:spcBef>
                <a:spcPts val="0"/>
              </a:spcBef>
              <a:spcAft>
                <a:spcPts val="0"/>
              </a:spcAft>
              <a:buClr>
                <a:srgbClr val="000000"/>
              </a:buClr>
              <a:buSzPts val="1400"/>
              <a:buAutoNum type="alphaLcPeriod"/>
            </a:pPr>
            <a:r>
              <a:rPr b="1" lang="en" sz="1400">
                <a:solidFill>
                  <a:srgbClr val="000000"/>
                </a:solidFill>
              </a:rPr>
              <a:t>Security Requirements</a:t>
            </a:r>
            <a:endParaRPr b="1" sz="1400">
              <a:solidFill>
                <a:srgbClr val="000000"/>
              </a:solidFill>
            </a:endParaRPr>
          </a:p>
          <a:p>
            <a:pPr indent="-317500" lvl="0" marL="1371600" rtl="0" algn="l">
              <a:lnSpc>
                <a:spcPct val="115000"/>
              </a:lnSpc>
              <a:spcBef>
                <a:spcPts val="0"/>
              </a:spcBef>
              <a:spcAft>
                <a:spcPts val="0"/>
              </a:spcAft>
              <a:buClr>
                <a:srgbClr val="000000"/>
              </a:buClr>
              <a:buSzPts val="1400"/>
              <a:buFont typeface="Times New Roman"/>
              <a:buChar char="●"/>
            </a:pPr>
            <a:r>
              <a:rPr lang="en" sz="1400">
                <a:solidFill>
                  <a:srgbClr val="000000"/>
                </a:solidFill>
              </a:rPr>
              <a:t>The system </a:t>
            </a:r>
            <a:r>
              <a:rPr b="1" lang="en" sz="1400">
                <a:solidFill>
                  <a:srgbClr val="000000"/>
                </a:solidFill>
              </a:rPr>
              <a:t>shall</a:t>
            </a:r>
            <a:r>
              <a:rPr lang="en" sz="1400">
                <a:solidFill>
                  <a:srgbClr val="000000"/>
                </a:solidFill>
              </a:rPr>
              <a:t> encrypt all local data (library database, annotations, settings) at rest using a strong industry-standard encryption algorithm (e.g., AES-256).</a:t>
            </a:r>
            <a:endParaRPr sz="1400">
              <a:solidFill>
                <a:srgbClr val="000000"/>
              </a:solidFill>
            </a:endParaRPr>
          </a:p>
          <a:p>
            <a:pPr indent="-317500" lvl="0" marL="1371600" rtl="0" algn="l">
              <a:lnSpc>
                <a:spcPct val="115000"/>
              </a:lnSpc>
              <a:spcBef>
                <a:spcPts val="0"/>
              </a:spcBef>
              <a:spcAft>
                <a:spcPts val="0"/>
              </a:spcAft>
              <a:buClr>
                <a:srgbClr val="000000"/>
              </a:buClr>
              <a:buSzPts val="1400"/>
              <a:buFont typeface="Times New Roman"/>
              <a:buChar char="●"/>
            </a:pPr>
            <a:r>
              <a:rPr lang="en" sz="1400">
                <a:solidFill>
                  <a:srgbClr val="000000"/>
                </a:solidFill>
              </a:rPr>
              <a:t>The system </a:t>
            </a:r>
            <a:r>
              <a:rPr b="1" lang="en" sz="1400">
                <a:solidFill>
                  <a:srgbClr val="000000"/>
                </a:solidFill>
              </a:rPr>
              <a:t>shall not</a:t>
            </a:r>
            <a:r>
              <a:rPr lang="en" sz="1400">
                <a:solidFill>
                  <a:srgbClr val="000000"/>
                </a:solidFill>
              </a:rPr>
              <a:t> perform any </a:t>
            </a:r>
            <a:r>
              <a:rPr b="1" lang="en" sz="1400">
                <a:solidFill>
                  <a:srgbClr val="000000"/>
                </a:solidFill>
              </a:rPr>
              <a:t>network access</a:t>
            </a:r>
            <a:r>
              <a:rPr lang="en" sz="1400">
                <a:solidFill>
                  <a:srgbClr val="000000"/>
                </a:solidFill>
              </a:rPr>
              <a:t> unless the user has explicitly opted in.</a:t>
            </a:r>
            <a:endParaRPr b="1" sz="1400" u="sng"/>
          </a:p>
        </p:txBody>
      </p:sp>
      <p:sp>
        <p:nvSpPr>
          <p:cNvPr id="999" name="Google Shape;999;p42">
            <a:hlinkClick action="ppaction://hlinkshowjump?jump=nextslide"/>
          </p:cNvPr>
          <p:cNvSpPr/>
          <p:nvPr/>
        </p:nvSpPr>
        <p:spPr>
          <a:xfrm rot="10800000">
            <a:off x="8795200" y="4467625"/>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42">
            <a:hlinkClick action="ppaction://hlinksldjump" r:id="rId3"/>
          </p:cNvPr>
          <p:cNvSpPr/>
          <p:nvPr/>
        </p:nvSpPr>
        <p:spPr>
          <a:xfrm>
            <a:off x="8777675" y="2488988"/>
            <a:ext cx="163200" cy="163200"/>
          </a:xfrm>
          <a:prstGeom prst="rect">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42">
            <a:hlinkClick action="ppaction://hlinkshowjump?jump=previousslide"/>
          </p:cNvPr>
          <p:cNvSpPr/>
          <p:nvPr/>
        </p:nvSpPr>
        <p:spPr>
          <a:xfrm flipH="1">
            <a:off x="8795200" y="539500"/>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Google Shape;1006;p43"/>
          <p:cNvSpPr txBox="1"/>
          <p:nvPr>
            <p:ph type="title"/>
          </p:nvPr>
        </p:nvSpPr>
        <p:spPr>
          <a:xfrm>
            <a:off x="614950" y="254350"/>
            <a:ext cx="7562100" cy="674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000"/>
              <a:t>Non-Functional Requirements</a:t>
            </a:r>
            <a:endParaRPr sz="3000"/>
          </a:p>
        </p:txBody>
      </p:sp>
      <p:sp>
        <p:nvSpPr>
          <p:cNvPr id="1007" name="Google Shape;1007;p43"/>
          <p:cNvSpPr txBox="1"/>
          <p:nvPr>
            <p:ph idx="1" type="body"/>
          </p:nvPr>
        </p:nvSpPr>
        <p:spPr>
          <a:xfrm>
            <a:off x="172050" y="815907"/>
            <a:ext cx="8456400" cy="37992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b="1" lang="en" sz="1400">
                <a:solidFill>
                  <a:srgbClr val="000000"/>
                </a:solidFill>
              </a:rPr>
              <a:t>       2.    Organizational requirements</a:t>
            </a:r>
            <a:endParaRPr b="1" sz="1400">
              <a:solidFill>
                <a:srgbClr val="000000"/>
              </a:solidFill>
            </a:endParaRPr>
          </a:p>
          <a:p>
            <a:pPr indent="-317500" lvl="0" marL="914400" rtl="0" algn="l">
              <a:lnSpc>
                <a:spcPct val="115000"/>
              </a:lnSpc>
              <a:spcBef>
                <a:spcPts val="900"/>
              </a:spcBef>
              <a:spcAft>
                <a:spcPts val="0"/>
              </a:spcAft>
              <a:buClr>
                <a:srgbClr val="000000"/>
              </a:buClr>
              <a:buSzPts val="1400"/>
              <a:buAutoNum type="alphaLcPeriod"/>
            </a:pPr>
            <a:r>
              <a:rPr b="1" lang="en" sz="1400">
                <a:solidFill>
                  <a:srgbClr val="000000"/>
                </a:solidFill>
              </a:rPr>
              <a:t>Usability</a:t>
            </a:r>
            <a:endParaRPr b="1" sz="1400">
              <a:solidFill>
                <a:srgbClr val="000000"/>
              </a:solidFill>
            </a:endParaRPr>
          </a:p>
          <a:p>
            <a:pPr indent="-317500" lvl="0" marL="1371600" rtl="0" algn="l">
              <a:lnSpc>
                <a:spcPct val="115000"/>
              </a:lnSpc>
              <a:spcBef>
                <a:spcPts val="0"/>
              </a:spcBef>
              <a:spcAft>
                <a:spcPts val="0"/>
              </a:spcAft>
              <a:buClr>
                <a:srgbClr val="000000"/>
              </a:buClr>
              <a:buSzPts val="1400"/>
              <a:buChar char="●"/>
            </a:pPr>
            <a:r>
              <a:rPr lang="en" sz="1400">
                <a:solidFill>
                  <a:srgbClr val="000000"/>
                </a:solidFill>
              </a:rPr>
              <a:t>The system shall allow at least 90% of novice users (n ≥ 10) to complete an initial task sequence (import a book, create a category, add a bookmark) without help within 3 minutes.</a:t>
            </a:r>
            <a:endParaRPr sz="1400">
              <a:solidFill>
                <a:srgbClr val="000000"/>
              </a:solidFill>
            </a:endParaRPr>
          </a:p>
          <a:p>
            <a:pPr indent="-317500" lvl="0" marL="1371600" rtl="0" algn="l">
              <a:lnSpc>
                <a:spcPct val="115000"/>
              </a:lnSpc>
              <a:spcBef>
                <a:spcPts val="0"/>
              </a:spcBef>
              <a:spcAft>
                <a:spcPts val="0"/>
              </a:spcAft>
              <a:buClr>
                <a:srgbClr val="000000"/>
              </a:buClr>
              <a:buSzPts val="1400"/>
              <a:buChar char="●"/>
            </a:pPr>
            <a:r>
              <a:rPr lang="en" sz="1400">
                <a:solidFill>
                  <a:srgbClr val="000000"/>
                </a:solidFill>
              </a:rPr>
              <a:t>The system shall provide keyboard navigation for all interactive controls.</a:t>
            </a:r>
            <a:endParaRPr sz="1400">
              <a:solidFill>
                <a:srgbClr val="000000"/>
              </a:solidFill>
            </a:endParaRPr>
          </a:p>
          <a:p>
            <a:pPr indent="-317500" lvl="0" marL="1371600" rtl="0" algn="l">
              <a:lnSpc>
                <a:spcPct val="115000"/>
              </a:lnSpc>
              <a:spcBef>
                <a:spcPts val="0"/>
              </a:spcBef>
              <a:spcAft>
                <a:spcPts val="0"/>
              </a:spcAft>
              <a:buClr>
                <a:srgbClr val="000000"/>
              </a:buClr>
              <a:buSzPts val="1400"/>
              <a:buChar char="●"/>
            </a:pPr>
            <a:r>
              <a:rPr lang="en" sz="1400">
                <a:solidFill>
                  <a:srgbClr val="000000"/>
                </a:solidFill>
              </a:rPr>
              <a:t>The system shall provide screen-reader-friendly labels for all actionable controls.</a:t>
            </a:r>
            <a:endParaRPr sz="1400">
              <a:solidFill>
                <a:srgbClr val="000000"/>
              </a:solidFill>
            </a:endParaRPr>
          </a:p>
          <a:p>
            <a:pPr indent="-317500" lvl="0" marL="914400" rtl="0" algn="l">
              <a:lnSpc>
                <a:spcPct val="115000"/>
              </a:lnSpc>
              <a:spcBef>
                <a:spcPts val="0"/>
              </a:spcBef>
              <a:spcAft>
                <a:spcPts val="0"/>
              </a:spcAft>
              <a:buClr>
                <a:srgbClr val="000000"/>
              </a:buClr>
              <a:buSzPts val="1400"/>
              <a:buAutoNum type="alphaLcPeriod"/>
            </a:pPr>
            <a:r>
              <a:rPr b="1" lang="en" sz="1400">
                <a:solidFill>
                  <a:srgbClr val="000000"/>
                </a:solidFill>
              </a:rPr>
              <a:t>Environmental (Operating Constraints)</a:t>
            </a:r>
            <a:endParaRPr b="1" sz="1400">
              <a:solidFill>
                <a:srgbClr val="000000"/>
              </a:solidFill>
            </a:endParaRPr>
          </a:p>
          <a:p>
            <a:pPr indent="-317500" lvl="0" marL="1371600" rtl="0" algn="l">
              <a:lnSpc>
                <a:spcPct val="115000"/>
              </a:lnSpc>
              <a:spcBef>
                <a:spcPts val="0"/>
              </a:spcBef>
              <a:spcAft>
                <a:spcPts val="0"/>
              </a:spcAft>
              <a:buClr>
                <a:srgbClr val="000000"/>
              </a:buClr>
              <a:buSzPts val="1400"/>
              <a:buChar char="●"/>
            </a:pPr>
            <a:r>
              <a:rPr lang="en" sz="1400">
                <a:solidFill>
                  <a:srgbClr val="000000"/>
                </a:solidFill>
              </a:rPr>
              <a:t>The system shall support Windows 10/11 and macOS 13+.</a:t>
            </a:r>
            <a:endParaRPr sz="1400">
              <a:solidFill>
                <a:srgbClr val="000000"/>
              </a:solidFill>
            </a:endParaRPr>
          </a:p>
          <a:p>
            <a:pPr indent="-317500" lvl="0" marL="1371600" rtl="0" algn="l">
              <a:lnSpc>
                <a:spcPct val="115000"/>
              </a:lnSpc>
              <a:spcBef>
                <a:spcPts val="0"/>
              </a:spcBef>
              <a:spcAft>
                <a:spcPts val="0"/>
              </a:spcAft>
              <a:buClr>
                <a:srgbClr val="000000"/>
              </a:buClr>
              <a:buSzPts val="1400"/>
              <a:buChar char="●"/>
            </a:pPr>
            <a:r>
              <a:rPr lang="en" sz="1400">
                <a:solidFill>
                  <a:srgbClr val="000000"/>
                </a:solidFill>
              </a:rPr>
              <a:t>The system shall provide full core functionality offline.</a:t>
            </a:r>
            <a:endParaRPr sz="1400">
              <a:solidFill>
                <a:srgbClr val="000000"/>
              </a:solidFill>
            </a:endParaRPr>
          </a:p>
          <a:p>
            <a:pPr indent="-317500" lvl="0" marL="914400" rtl="0" algn="l">
              <a:lnSpc>
                <a:spcPct val="115000"/>
              </a:lnSpc>
              <a:spcBef>
                <a:spcPts val="0"/>
              </a:spcBef>
              <a:spcAft>
                <a:spcPts val="0"/>
              </a:spcAft>
              <a:buClr>
                <a:srgbClr val="000000"/>
              </a:buClr>
              <a:buSzPts val="1400"/>
              <a:buAutoNum type="alphaLcPeriod"/>
            </a:pPr>
            <a:r>
              <a:rPr b="1" lang="en" sz="1400">
                <a:solidFill>
                  <a:srgbClr val="000000"/>
                </a:solidFill>
              </a:rPr>
              <a:t>Operational Requirements</a:t>
            </a:r>
            <a:endParaRPr b="1" sz="1400">
              <a:solidFill>
                <a:srgbClr val="000000"/>
              </a:solidFill>
            </a:endParaRPr>
          </a:p>
          <a:p>
            <a:pPr indent="-317500" lvl="0" marL="1371600" rtl="0" algn="l">
              <a:lnSpc>
                <a:spcPct val="115000"/>
              </a:lnSpc>
              <a:spcBef>
                <a:spcPts val="0"/>
              </a:spcBef>
              <a:spcAft>
                <a:spcPts val="0"/>
              </a:spcAft>
              <a:buClr>
                <a:srgbClr val="000000"/>
              </a:buClr>
              <a:buSzPts val="1400"/>
              <a:buChar char="●"/>
            </a:pPr>
            <a:r>
              <a:rPr lang="en" sz="1400">
                <a:solidFill>
                  <a:srgbClr val="000000"/>
                </a:solidFill>
              </a:rPr>
              <a:t>The system shall perform an automatic daily local backup of the library database and annotations.</a:t>
            </a:r>
            <a:endParaRPr sz="1400">
              <a:solidFill>
                <a:srgbClr val="000000"/>
              </a:solidFill>
            </a:endParaRPr>
          </a:p>
          <a:p>
            <a:pPr indent="-317500" lvl="0" marL="1371600" rtl="0" algn="l">
              <a:lnSpc>
                <a:spcPct val="115000"/>
              </a:lnSpc>
              <a:spcBef>
                <a:spcPts val="0"/>
              </a:spcBef>
              <a:spcAft>
                <a:spcPts val="0"/>
              </a:spcAft>
              <a:buClr>
                <a:srgbClr val="000000"/>
              </a:buClr>
              <a:buSzPts val="1400"/>
              <a:buChar char="●"/>
            </a:pPr>
            <a:r>
              <a:rPr lang="en" sz="1400">
                <a:solidFill>
                  <a:srgbClr val="000000"/>
                </a:solidFill>
              </a:rPr>
              <a:t>The system shall restore the library database and annotations from the most recent backup within 30 seconds.</a:t>
            </a:r>
            <a:endParaRPr b="1" sz="1400"/>
          </a:p>
        </p:txBody>
      </p:sp>
      <p:sp>
        <p:nvSpPr>
          <p:cNvPr id="1008" name="Google Shape;1008;p43">
            <a:hlinkClick action="ppaction://hlinkshowjump?jump=nextslide"/>
          </p:cNvPr>
          <p:cNvSpPr/>
          <p:nvPr/>
        </p:nvSpPr>
        <p:spPr>
          <a:xfrm rot="10800000">
            <a:off x="8795200" y="4467625"/>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43">
            <a:hlinkClick action="ppaction://hlinksldjump" r:id="rId3"/>
          </p:cNvPr>
          <p:cNvSpPr/>
          <p:nvPr/>
        </p:nvSpPr>
        <p:spPr>
          <a:xfrm>
            <a:off x="8777675" y="2488988"/>
            <a:ext cx="163200" cy="163200"/>
          </a:xfrm>
          <a:prstGeom prst="rect">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43">
            <a:hlinkClick action="ppaction://hlinkshowjump?jump=previousslide"/>
          </p:cNvPr>
          <p:cNvSpPr/>
          <p:nvPr/>
        </p:nvSpPr>
        <p:spPr>
          <a:xfrm flipH="1">
            <a:off x="8795200" y="539500"/>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4" name="Shape 1014"/>
        <p:cNvGrpSpPr/>
        <p:nvPr/>
      </p:nvGrpSpPr>
      <p:grpSpPr>
        <a:xfrm>
          <a:off x="0" y="0"/>
          <a:ext cx="0" cy="0"/>
          <a:chOff x="0" y="0"/>
          <a:chExt cx="0" cy="0"/>
        </a:xfrm>
      </p:grpSpPr>
      <p:sp>
        <p:nvSpPr>
          <p:cNvPr id="1015" name="Google Shape;1015;p44"/>
          <p:cNvSpPr txBox="1"/>
          <p:nvPr>
            <p:ph type="title"/>
          </p:nvPr>
        </p:nvSpPr>
        <p:spPr>
          <a:xfrm>
            <a:off x="619200" y="141800"/>
            <a:ext cx="7562100" cy="674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000"/>
              <a:t>Non-Functional Requirements</a:t>
            </a:r>
            <a:endParaRPr sz="3000"/>
          </a:p>
        </p:txBody>
      </p:sp>
      <p:sp>
        <p:nvSpPr>
          <p:cNvPr id="1016" name="Google Shape;1016;p44"/>
          <p:cNvSpPr txBox="1"/>
          <p:nvPr>
            <p:ph idx="1" type="body"/>
          </p:nvPr>
        </p:nvSpPr>
        <p:spPr>
          <a:xfrm>
            <a:off x="172050" y="672149"/>
            <a:ext cx="8456400" cy="4652700"/>
          </a:xfrm>
          <a:prstGeom prst="rect">
            <a:avLst/>
          </a:prstGeom>
        </p:spPr>
        <p:txBody>
          <a:bodyPr anchorCtr="0" anchor="t" bIns="91425" lIns="91425" spcFirstLastPara="1" rIns="91425" wrap="square" tIns="91425">
            <a:noAutofit/>
          </a:bodyPr>
          <a:lstStyle/>
          <a:p>
            <a:pPr indent="457200" lvl="0" marL="0" rtl="0" algn="l">
              <a:lnSpc>
                <a:spcPct val="115000"/>
              </a:lnSpc>
              <a:spcBef>
                <a:spcPts val="1800"/>
              </a:spcBef>
              <a:spcAft>
                <a:spcPts val="0"/>
              </a:spcAft>
              <a:buNone/>
            </a:pPr>
            <a:r>
              <a:rPr b="1" lang="en" sz="1400">
                <a:solidFill>
                  <a:srgbClr val="000000"/>
                </a:solidFill>
              </a:rPr>
              <a:t>3. External requirements</a:t>
            </a:r>
            <a:endParaRPr b="1" sz="1400">
              <a:solidFill>
                <a:srgbClr val="000000"/>
              </a:solidFill>
            </a:endParaRPr>
          </a:p>
          <a:p>
            <a:pPr indent="-317500" lvl="0" marL="914400" rtl="0" algn="l">
              <a:lnSpc>
                <a:spcPct val="115000"/>
              </a:lnSpc>
              <a:spcBef>
                <a:spcPts val="400"/>
              </a:spcBef>
              <a:spcAft>
                <a:spcPts val="0"/>
              </a:spcAft>
              <a:buClr>
                <a:srgbClr val="000000"/>
              </a:buClr>
              <a:buSzPts val="1400"/>
              <a:buAutoNum type="alphaLcPeriod"/>
            </a:pPr>
            <a:r>
              <a:rPr b="1" lang="en" sz="1400">
                <a:solidFill>
                  <a:srgbClr val="000000"/>
                </a:solidFill>
              </a:rPr>
              <a:t>Regulatory Requirements</a:t>
            </a:r>
            <a:endParaRPr b="1" sz="1400">
              <a:solidFill>
                <a:srgbClr val="000000"/>
              </a:solidFill>
            </a:endParaRPr>
          </a:p>
          <a:p>
            <a:pPr indent="-317500" lvl="0" marL="1371600" rtl="0" algn="l">
              <a:lnSpc>
                <a:spcPct val="115000"/>
              </a:lnSpc>
              <a:spcBef>
                <a:spcPts val="900"/>
              </a:spcBef>
              <a:spcAft>
                <a:spcPts val="0"/>
              </a:spcAft>
              <a:buClr>
                <a:srgbClr val="000000"/>
              </a:buClr>
              <a:buSzPts val="1400"/>
              <a:buChar char="●"/>
            </a:pPr>
            <a:r>
              <a:rPr lang="en" sz="1400">
                <a:solidFill>
                  <a:srgbClr val="000000"/>
                </a:solidFill>
              </a:rPr>
              <a:t>The system shall honor OS-level data-deletion requests and provide a “Delete all data” function that wipes all local stores within 5 seconds on baseline hardware.</a:t>
            </a:r>
            <a:endParaRPr sz="1400">
              <a:solidFill>
                <a:srgbClr val="000000"/>
              </a:solidFill>
            </a:endParaRPr>
          </a:p>
          <a:p>
            <a:pPr indent="-317500" lvl="0" marL="1371600" rtl="0" algn="l">
              <a:lnSpc>
                <a:spcPct val="115000"/>
              </a:lnSpc>
              <a:spcBef>
                <a:spcPts val="0"/>
              </a:spcBef>
              <a:spcAft>
                <a:spcPts val="0"/>
              </a:spcAft>
              <a:buClr>
                <a:srgbClr val="000000"/>
              </a:buClr>
              <a:buSzPts val="1400"/>
              <a:buChar char="●"/>
            </a:pPr>
            <a:r>
              <a:rPr lang="en" sz="1400">
                <a:solidFill>
                  <a:srgbClr val="000000"/>
                </a:solidFill>
              </a:rPr>
              <a:t>NFR-7.2 The system shall not attempt to bypass DRM or other copy-protection mechanisms on PDFs.</a:t>
            </a:r>
            <a:endParaRPr b="1" sz="1400"/>
          </a:p>
        </p:txBody>
      </p:sp>
      <p:sp>
        <p:nvSpPr>
          <p:cNvPr id="1017" name="Google Shape;1017;p44">
            <a:hlinkClick action="ppaction://hlinkshowjump?jump=nextslide"/>
          </p:cNvPr>
          <p:cNvSpPr/>
          <p:nvPr/>
        </p:nvSpPr>
        <p:spPr>
          <a:xfrm rot="10800000">
            <a:off x="8795200" y="4467625"/>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44">
            <a:hlinkClick action="ppaction://hlinksldjump" r:id="rId3"/>
          </p:cNvPr>
          <p:cNvSpPr/>
          <p:nvPr/>
        </p:nvSpPr>
        <p:spPr>
          <a:xfrm>
            <a:off x="8777675" y="2488988"/>
            <a:ext cx="163200" cy="163200"/>
          </a:xfrm>
          <a:prstGeom prst="rect">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44">
            <a:hlinkClick action="ppaction://hlinkshowjump?jump=previousslide"/>
          </p:cNvPr>
          <p:cNvSpPr/>
          <p:nvPr/>
        </p:nvSpPr>
        <p:spPr>
          <a:xfrm flipH="1">
            <a:off x="8795200" y="539500"/>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3" name="Shape 1023"/>
        <p:cNvGrpSpPr/>
        <p:nvPr/>
      </p:nvGrpSpPr>
      <p:grpSpPr>
        <a:xfrm>
          <a:off x="0" y="0"/>
          <a:ext cx="0" cy="0"/>
          <a:chOff x="0" y="0"/>
          <a:chExt cx="0" cy="0"/>
        </a:xfrm>
      </p:grpSpPr>
      <p:sp>
        <p:nvSpPr>
          <p:cNvPr id="1024" name="Google Shape;1024;p45"/>
          <p:cNvSpPr txBox="1"/>
          <p:nvPr>
            <p:ph type="title"/>
          </p:nvPr>
        </p:nvSpPr>
        <p:spPr>
          <a:xfrm>
            <a:off x="713225" y="383000"/>
            <a:ext cx="7562100" cy="674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Use Case Diagram</a:t>
            </a:r>
            <a:endParaRPr/>
          </a:p>
        </p:txBody>
      </p:sp>
      <p:sp>
        <p:nvSpPr>
          <p:cNvPr id="1025" name="Google Shape;1025;p45"/>
          <p:cNvSpPr txBox="1"/>
          <p:nvPr>
            <p:ph idx="1" type="body"/>
          </p:nvPr>
        </p:nvSpPr>
        <p:spPr>
          <a:xfrm>
            <a:off x="664625" y="1098100"/>
            <a:ext cx="2707800" cy="379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t>The Use Case Diagram for our software consists of one Primary Actor being the “Reader”.</a:t>
            </a:r>
            <a:endParaRPr b="1" sz="1400"/>
          </a:p>
          <a:p>
            <a:pPr indent="0" lvl="0" marL="0" rtl="0" algn="l">
              <a:spcBef>
                <a:spcPts val="1000"/>
              </a:spcBef>
              <a:spcAft>
                <a:spcPts val="0"/>
              </a:spcAft>
              <a:buNone/>
            </a:pPr>
            <a:r>
              <a:rPr b="1" lang="en" sz="1400"/>
              <a:t>The reader interacts with different functions that we have categorized in 4 different groups:</a:t>
            </a:r>
            <a:endParaRPr b="1" sz="1400"/>
          </a:p>
          <a:p>
            <a:pPr indent="-317500" lvl="0" marL="457200" rtl="0" algn="l">
              <a:spcBef>
                <a:spcPts val="1000"/>
              </a:spcBef>
              <a:spcAft>
                <a:spcPts val="0"/>
              </a:spcAft>
              <a:buSzPts val="1400"/>
              <a:buChar char="●"/>
            </a:pPr>
            <a:r>
              <a:rPr b="1" lang="en" sz="1400"/>
              <a:t>Library Management</a:t>
            </a:r>
            <a:endParaRPr b="1" sz="1400"/>
          </a:p>
          <a:p>
            <a:pPr indent="-317500" lvl="0" marL="457200" rtl="0" algn="l">
              <a:spcBef>
                <a:spcPts val="0"/>
              </a:spcBef>
              <a:spcAft>
                <a:spcPts val="0"/>
              </a:spcAft>
              <a:buSzPts val="1400"/>
              <a:buChar char="●"/>
            </a:pPr>
            <a:r>
              <a:rPr b="1" lang="en" sz="1400"/>
              <a:t>Notation Features</a:t>
            </a:r>
            <a:endParaRPr b="1" sz="1400"/>
          </a:p>
          <a:p>
            <a:pPr indent="-317500" lvl="0" marL="457200" rtl="0" algn="l">
              <a:spcBef>
                <a:spcPts val="0"/>
              </a:spcBef>
              <a:spcAft>
                <a:spcPts val="0"/>
              </a:spcAft>
              <a:buSzPts val="1400"/>
              <a:buChar char="●"/>
            </a:pPr>
            <a:r>
              <a:rPr b="1" lang="en" sz="1400"/>
              <a:t>Reading Functionality</a:t>
            </a:r>
            <a:endParaRPr b="1" sz="1400"/>
          </a:p>
          <a:p>
            <a:pPr indent="-317500" lvl="0" marL="457200" rtl="0" algn="l">
              <a:spcBef>
                <a:spcPts val="0"/>
              </a:spcBef>
              <a:spcAft>
                <a:spcPts val="0"/>
              </a:spcAft>
              <a:buSzPts val="1400"/>
              <a:buChar char="●"/>
            </a:pPr>
            <a:r>
              <a:rPr b="1" lang="en" sz="1400"/>
              <a:t>Quality of Life</a:t>
            </a:r>
            <a:endParaRPr b="1" sz="1400"/>
          </a:p>
          <a:p>
            <a:pPr indent="0" lvl="0" marL="0" rtl="0" algn="l">
              <a:spcBef>
                <a:spcPts val="1000"/>
              </a:spcBef>
              <a:spcAft>
                <a:spcPts val="0"/>
              </a:spcAft>
              <a:buNone/>
            </a:pPr>
            <a:r>
              <a:rPr lang="en"/>
              <a:t> </a:t>
            </a:r>
            <a:endParaRPr/>
          </a:p>
          <a:p>
            <a:pPr indent="0" lvl="0" marL="0" rtl="0" algn="l">
              <a:spcBef>
                <a:spcPts val="1000"/>
              </a:spcBef>
              <a:spcAft>
                <a:spcPts val="1000"/>
              </a:spcAft>
              <a:buNone/>
            </a:pPr>
            <a:r>
              <a:t/>
            </a:r>
            <a:endParaRPr/>
          </a:p>
        </p:txBody>
      </p:sp>
      <p:sp>
        <p:nvSpPr>
          <p:cNvPr id="1026" name="Google Shape;1026;p45">
            <a:hlinkClick action="ppaction://hlinkshowjump?jump=nextslide"/>
          </p:cNvPr>
          <p:cNvSpPr/>
          <p:nvPr/>
        </p:nvSpPr>
        <p:spPr>
          <a:xfrm rot="10800000">
            <a:off x="8795200" y="4467625"/>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45">
            <a:hlinkClick action="ppaction://hlinksldjump" r:id="rId3"/>
          </p:cNvPr>
          <p:cNvSpPr/>
          <p:nvPr/>
        </p:nvSpPr>
        <p:spPr>
          <a:xfrm>
            <a:off x="8777675" y="2488988"/>
            <a:ext cx="163200" cy="163200"/>
          </a:xfrm>
          <a:prstGeom prst="rect">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45">
            <a:hlinkClick action="ppaction://hlinkshowjump?jump=previousslide"/>
          </p:cNvPr>
          <p:cNvSpPr/>
          <p:nvPr/>
        </p:nvSpPr>
        <p:spPr>
          <a:xfrm flipH="1">
            <a:off x="8795200" y="539500"/>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29" name="Google Shape;1029;p45"/>
          <p:cNvPicPr preferRelativeResize="0"/>
          <p:nvPr/>
        </p:nvPicPr>
        <p:blipFill>
          <a:blip r:embed="rId4">
            <a:alphaModFix/>
          </a:blip>
          <a:stretch>
            <a:fillRect/>
          </a:stretch>
        </p:blipFill>
        <p:spPr>
          <a:xfrm>
            <a:off x="3372525" y="1013125"/>
            <a:ext cx="5183701" cy="3843750"/>
          </a:xfrm>
          <a:prstGeom prst="rect">
            <a:avLst/>
          </a:prstGeom>
          <a:noFill/>
          <a:ln>
            <a:noFill/>
          </a:ln>
        </p:spPr>
      </p:pic>
      <p:pic>
        <p:nvPicPr>
          <p:cNvPr id="1030" name="Google Shape;1030;p45" title="SWE">
            <a:hlinkClick r:id="rId5"/>
          </p:cNvPr>
          <p:cNvPicPr preferRelativeResize="0"/>
          <p:nvPr/>
        </p:nvPicPr>
        <p:blipFill>
          <a:blip r:embed="rId6">
            <a:alphaModFix/>
          </a:blip>
          <a:stretch>
            <a:fillRect/>
          </a:stretch>
        </p:blipFill>
        <p:spPr>
          <a:xfrm>
            <a:off x="7087560" y="218875"/>
            <a:ext cx="1411990" cy="794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0"/>
                                        </p:tgtEl>
                                        <p:attrNameLst>
                                          <p:attrName>style.visibility</p:attrName>
                                        </p:attrNameLst>
                                      </p:cBhvr>
                                      <p:to>
                                        <p:strVal val="visible"/>
                                      </p:to>
                                    </p:set>
                                    <p:animEffect filter="fade" transition="in">
                                      <p:cBhvr>
                                        <p:cTn dur="1000"/>
                                        <p:tgtEl>
                                          <p:spTgt spid="10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4" name="Shape 1034"/>
        <p:cNvGrpSpPr/>
        <p:nvPr/>
      </p:nvGrpSpPr>
      <p:grpSpPr>
        <a:xfrm>
          <a:off x="0" y="0"/>
          <a:ext cx="0" cy="0"/>
          <a:chOff x="0" y="0"/>
          <a:chExt cx="0" cy="0"/>
        </a:xfrm>
      </p:grpSpPr>
      <p:sp>
        <p:nvSpPr>
          <p:cNvPr id="1035" name="Google Shape;1035;p46"/>
          <p:cNvSpPr txBox="1"/>
          <p:nvPr>
            <p:ph type="title"/>
          </p:nvPr>
        </p:nvSpPr>
        <p:spPr>
          <a:xfrm>
            <a:off x="713225" y="383000"/>
            <a:ext cx="7562100" cy="674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Sequence Diagram</a:t>
            </a:r>
            <a:endParaRPr/>
          </a:p>
        </p:txBody>
      </p:sp>
      <p:sp>
        <p:nvSpPr>
          <p:cNvPr id="1036" name="Google Shape;1036;p46">
            <a:hlinkClick action="ppaction://hlinkshowjump?jump=nextslide"/>
          </p:cNvPr>
          <p:cNvSpPr/>
          <p:nvPr/>
        </p:nvSpPr>
        <p:spPr>
          <a:xfrm rot="10800000">
            <a:off x="8795200" y="4467625"/>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46">
            <a:hlinkClick action="ppaction://hlinksldjump" r:id="rId3"/>
          </p:cNvPr>
          <p:cNvSpPr/>
          <p:nvPr/>
        </p:nvSpPr>
        <p:spPr>
          <a:xfrm>
            <a:off x="8777675" y="2488988"/>
            <a:ext cx="163200" cy="163200"/>
          </a:xfrm>
          <a:prstGeom prst="rect">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46">
            <a:hlinkClick action="ppaction://hlinkshowjump?jump=previousslide"/>
          </p:cNvPr>
          <p:cNvSpPr/>
          <p:nvPr/>
        </p:nvSpPr>
        <p:spPr>
          <a:xfrm flipH="1">
            <a:off x="8795200" y="539500"/>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39" name="Google Shape;1039;p46"/>
          <p:cNvPicPr preferRelativeResize="0"/>
          <p:nvPr/>
        </p:nvPicPr>
        <p:blipFill>
          <a:blip r:embed="rId4">
            <a:alphaModFix/>
          </a:blip>
          <a:stretch>
            <a:fillRect/>
          </a:stretch>
        </p:blipFill>
        <p:spPr>
          <a:xfrm>
            <a:off x="1541525" y="1116513"/>
            <a:ext cx="5905500" cy="37623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3" name="Shape 1043"/>
        <p:cNvGrpSpPr/>
        <p:nvPr/>
      </p:nvGrpSpPr>
      <p:grpSpPr>
        <a:xfrm>
          <a:off x="0" y="0"/>
          <a:ext cx="0" cy="0"/>
          <a:chOff x="0" y="0"/>
          <a:chExt cx="0" cy="0"/>
        </a:xfrm>
      </p:grpSpPr>
      <p:sp>
        <p:nvSpPr>
          <p:cNvPr id="1044" name="Google Shape;1044;p47"/>
          <p:cNvSpPr txBox="1"/>
          <p:nvPr>
            <p:ph type="title"/>
          </p:nvPr>
        </p:nvSpPr>
        <p:spPr>
          <a:xfrm>
            <a:off x="713225" y="383000"/>
            <a:ext cx="7562100" cy="674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Sequence Diagram</a:t>
            </a:r>
            <a:endParaRPr/>
          </a:p>
        </p:txBody>
      </p:sp>
      <p:sp>
        <p:nvSpPr>
          <p:cNvPr id="1045" name="Google Shape;1045;p47">
            <a:hlinkClick action="ppaction://hlinkshowjump?jump=nextslide"/>
          </p:cNvPr>
          <p:cNvSpPr/>
          <p:nvPr/>
        </p:nvSpPr>
        <p:spPr>
          <a:xfrm rot="10800000">
            <a:off x="8795200" y="4467625"/>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47">
            <a:hlinkClick action="ppaction://hlinksldjump" r:id="rId3"/>
          </p:cNvPr>
          <p:cNvSpPr/>
          <p:nvPr/>
        </p:nvSpPr>
        <p:spPr>
          <a:xfrm>
            <a:off x="8777675" y="2488988"/>
            <a:ext cx="163200" cy="163200"/>
          </a:xfrm>
          <a:prstGeom prst="rect">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47">
            <a:hlinkClick action="ppaction://hlinkshowjump?jump=previousslide"/>
          </p:cNvPr>
          <p:cNvSpPr/>
          <p:nvPr/>
        </p:nvSpPr>
        <p:spPr>
          <a:xfrm flipH="1">
            <a:off x="8795200" y="539500"/>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48" name="Google Shape;1048;p47"/>
          <p:cNvPicPr preferRelativeResize="0"/>
          <p:nvPr/>
        </p:nvPicPr>
        <p:blipFill>
          <a:blip r:embed="rId4">
            <a:alphaModFix/>
          </a:blip>
          <a:stretch>
            <a:fillRect/>
          </a:stretch>
        </p:blipFill>
        <p:spPr>
          <a:xfrm>
            <a:off x="2010288" y="1057100"/>
            <a:ext cx="4967975" cy="38248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p48"/>
          <p:cNvSpPr txBox="1"/>
          <p:nvPr>
            <p:ph type="title"/>
          </p:nvPr>
        </p:nvSpPr>
        <p:spPr>
          <a:xfrm>
            <a:off x="713225" y="383000"/>
            <a:ext cx="7562100" cy="674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Sequence </a:t>
            </a:r>
            <a:r>
              <a:rPr lang="en"/>
              <a:t>Diagram</a:t>
            </a:r>
            <a:endParaRPr/>
          </a:p>
        </p:txBody>
      </p:sp>
      <p:sp>
        <p:nvSpPr>
          <p:cNvPr id="1054" name="Google Shape;1054;p48">
            <a:hlinkClick action="ppaction://hlinkshowjump?jump=nextslide"/>
          </p:cNvPr>
          <p:cNvSpPr/>
          <p:nvPr/>
        </p:nvSpPr>
        <p:spPr>
          <a:xfrm rot="10800000">
            <a:off x="8795200" y="4467625"/>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48">
            <a:hlinkClick action="ppaction://hlinksldjump" r:id="rId3"/>
          </p:cNvPr>
          <p:cNvSpPr/>
          <p:nvPr/>
        </p:nvSpPr>
        <p:spPr>
          <a:xfrm>
            <a:off x="8777675" y="2488988"/>
            <a:ext cx="163200" cy="163200"/>
          </a:xfrm>
          <a:prstGeom prst="rect">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48">
            <a:hlinkClick action="ppaction://hlinkshowjump?jump=previousslide"/>
          </p:cNvPr>
          <p:cNvSpPr/>
          <p:nvPr/>
        </p:nvSpPr>
        <p:spPr>
          <a:xfrm flipH="1">
            <a:off x="8795200" y="539500"/>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57" name="Google Shape;1057;p48"/>
          <p:cNvPicPr preferRelativeResize="0"/>
          <p:nvPr/>
        </p:nvPicPr>
        <p:blipFill>
          <a:blip r:embed="rId4">
            <a:alphaModFix/>
          </a:blip>
          <a:stretch>
            <a:fillRect/>
          </a:stretch>
        </p:blipFill>
        <p:spPr>
          <a:xfrm>
            <a:off x="1733550" y="1057100"/>
            <a:ext cx="5676900" cy="37623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p49"/>
          <p:cNvSpPr txBox="1"/>
          <p:nvPr>
            <p:ph type="title"/>
          </p:nvPr>
        </p:nvSpPr>
        <p:spPr>
          <a:xfrm>
            <a:off x="713225" y="330175"/>
            <a:ext cx="7562100" cy="674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Class Diagram</a:t>
            </a:r>
            <a:endParaRPr/>
          </a:p>
        </p:txBody>
      </p:sp>
      <p:sp>
        <p:nvSpPr>
          <p:cNvPr id="1063" name="Google Shape;1063;p49"/>
          <p:cNvSpPr txBox="1"/>
          <p:nvPr>
            <p:ph idx="1" type="body"/>
          </p:nvPr>
        </p:nvSpPr>
        <p:spPr>
          <a:xfrm>
            <a:off x="679900" y="861275"/>
            <a:ext cx="3282300" cy="379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t>There will be 8 main classes in this software, which are the following:</a:t>
            </a:r>
            <a:endParaRPr b="1" sz="1400"/>
          </a:p>
          <a:p>
            <a:pPr indent="0" lvl="0" marL="0" rtl="0" algn="l">
              <a:spcBef>
                <a:spcPts val="0"/>
              </a:spcBef>
              <a:spcAft>
                <a:spcPts val="0"/>
              </a:spcAft>
              <a:buNone/>
            </a:pPr>
            <a:r>
              <a:t/>
            </a:r>
            <a:endParaRPr b="1" sz="1400"/>
          </a:p>
          <a:p>
            <a:pPr indent="-317500" lvl="0" marL="457200" rtl="0" algn="l">
              <a:spcBef>
                <a:spcPts val="0"/>
              </a:spcBef>
              <a:spcAft>
                <a:spcPts val="0"/>
              </a:spcAft>
              <a:buSzPts val="1400"/>
              <a:buChar char="●"/>
            </a:pPr>
            <a:r>
              <a:rPr b="1" lang="en" sz="1400"/>
              <a:t>BookManager</a:t>
            </a:r>
            <a:endParaRPr b="1" sz="1400"/>
          </a:p>
          <a:p>
            <a:pPr indent="0" lvl="0" marL="457200" rtl="0" algn="l">
              <a:spcBef>
                <a:spcPts val="0"/>
              </a:spcBef>
              <a:spcAft>
                <a:spcPts val="0"/>
              </a:spcAft>
              <a:buNone/>
            </a:pPr>
            <a:r>
              <a:t/>
            </a:r>
            <a:endParaRPr b="1" sz="1400"/>
          </a:p>
          <a:p>
            <a:pPr indent="-317500" lvl="0" marL="457200" rtl="0" algn="l">
              <a:spcBef>
                <a:spcPts val="0"/>
              </a:spcBef>
              <a:spcAft>
                <a:spcPts val="0"/>
              </a:spcAft>
              <a:buSzPts val="1400"/>
              <a:buChar char="●"/>
            </a:pPr>
            <a:r>
              <a:rPr b="1" lang="en" sz="1400"/>
              <a:t>Category</a:t>
            </a:r>
            <a:endParaRPr b="1" sz="1400"/>
          </a:p>
          <a:p>
            <a:pPr indent="0" lvl="0" marL="457200" rtl="0" algn="l">
              <a:spcBef>
                <a:spcPts val="0"/>
              </a:spcBef>
              <a:spcAft>
                <a:spcPts val="0"/>
              </a:spcAft>
              <a:buNone/>
            </a:pPr>
            <a:r>
              <a:t/>
            </a:r>
            <a:endParaRPr b="1" sz="1400"/>
          </a:p>
          <a:p>
            <a:pPr indent="-317500" lvl="0" marL="457200" rtl="0" algn="l">
              <a:spcBef>
                <a:spcPts val="0"/>
              </a:spcBef>
              <a:spcAft>
                <a:spcPts val="0"/>
              </a:spcAft>
              <a:buSzPts val="1400"/>
              <a:buChar char="●"/>
            </a:pPr>
            <a:r>
              <a:rPr b="1" lang="en" sz="1400"/>
              <a:t>Book</a:t>
            </a:r>
            <a:endParaRPr b="1" sz="1400"/>
          </a:p>
          <a:p>
            <a:pPr indent="0" lvl="0" marL="457200" rtl="0" algn="l">
              <a:spcBef>
                <a:spcPts val="0"/>
              </a:spcBef>
              <a:spcAft>
                <a:spcPts val="0"/>
              </a:spcAft>
              <a:buNone/>
            </a:pPr>
            <a:r>
              <a:t/>
            </a:r>
            <a:endParaRPr b="1" sz="1400"/>
          </a:p>
          <a:p>
            <a:pPr indent="-317500" lvl="0" marL="457200" rtl="0" algn="l">
              <a:spcBef>
                <a:spcPts val="0"/>
              </a:spcBef>
              <a:spcAft>
                <a:spcPts val="0"/>
              </a:spcAft>
              <a:buSzPts val="1400"/>
              <a:buChar char="●"/>
            </a:pPr>
            <a:r>
              <a:rPr b="1" lang="en" sz="1400"/>
              <a:t>BookMark</a:t>
            </a:r>
            <a:endParaRPr b="1" sz="1400"/>
          </a:p>
          <a:p>
            <a:pPr indent="0" lvl="0" marL="457200" rtl="0" algn="l">
              <a:spcBef>
                <a:spcPts val="0"/>
              </a:spcBef>
              <a:spcAft>
                <a:spcPts val="0"/>
              </a:spcAft>
              <a:buNone/>
            </a:pPr>
            <a:r>
              <a:t/>
            </a:r>
            <a:endParaRPr b="1" sz="1400"/>
          </a:p>
          <a:p>
            <a:pPr indent="-317500" lvl="0" marL="457200" rtl="0" algn="l">
              <a:spcBef>
                <a:spcPts val="0"/>
              </a:spcBef>
              <a:spcAft>
                <a:spcPts val="0"/>
              </a:spcAft>
              <a:buSzPts val="1400"/>
              <a:buChar char="●"/>
            </a:pPr>
            <a:r>
              <a:rPr b="1" lang="en" sz="1400"/>
              <a:t>BookReading / Reader</a:t>
            </a:r>
            <a:endParaRPr b="1" sz="1400"/>
          </a:p>
          <a:p>
            <a:pPr indent="0" lvl="0" marL="457200" rtl="0" algn="l">
              <a:spcBef>
                <a:spcPts val="0"/>
              </a:spcBef>
              <a:spcAft>
                <a:spcPts val="0"/>
              </a:spcAft>
              <a:buNone/>
            </a:pPr>
            <a:r>
              <a:t/>
            </a:r>
            <a:endParaRPr b="1" sz="1400"/>
          </a:p>
          <a:p>
            <a:pPr indent="-317500" lvl="0" marL="457200" rtl="0" algn="l">
              <a:spcBef>
                <a:spcPts val="0"/>
              </a:spcBef>
              <a:spcAft>
                <a:spcPts val="0"/>
              </a:spcAft>
              <a:buSzPts val="1400"/>
              <a:buChar char="●"/>
            </a:pPr>
            <a:r>
              <a:rPr b="1" lang="en" sz="1400"/>
              <a:t>Setting / Preferences</a:t>
            </a:r>
            <a:endParaRPr b="1" sz="1400"/>
          </a:p>
          <a:p>
            <a:pPr indent="0" lvl="0" marL="457200" rtl="0" algn="l">
              <a:spcBef>
                <a:spcPts val="0"/>
              </a:spcBef>
              <a:spcAft>
                <a:spcPts val="0"/>
              </a:spcAft>
              <a:buNone/>
            </a:pPr>
            <a:r>
              <a:t/>
            </a:r>
            <a:endParaRPr b="1" sz="1400"/>
          </a:p>
          <a:p>
            <a:pPr indent="-317500" lvl="0" marL="457200" rtl="0" algn="l">
              <a:spcBef>
                <a:spcPts val="0"/>
              </a:spcBef>
              <a:spcAft>
                <a:spcPts val="0"/>
              </a:spcAft>
              <a:buSzPts val="1400"/>
              <a:buChar char="●"/>
            </a:pPr>
            <a:r>
              <a:rPr b="1" lang="en" sz="1400"/>
              <a:t>Notation Manager</a:t>
            </a:r>
            <a:endParaRPr b="1" sz="1400"/>
          </a:p>
          <a:p>
            <a:pPr indent="0" lvl="0" marL="457200" rtl="0" algn="l">
              <a:spcBef>
                <a:spcPts val="0"/>
              </a:spcBef>
              <a:spcAft>
                <a:spcPts val="0"/>
              </a:spcAft>
              <a:buNone/>
            </a:pPr>
            <a:r>
              <a:t/>
            </a:r>
            <a:endParaRPr b="1" sz="1400"/>
          </a:p>
          <a:p>
            <a:pPr indent="-317500" lvl="0" marL="457200" rtl="0" algn="l">
              <a:spcBef>
                <a:spcPts val="0"/>
              </a:spcBef>
              <a:spcAft>
                <a:spcPts val="0"/>
              </a:spcAft>
              <a:buSzPts val="1400"/>
              <a:buChar char="●"/>
            </a:pPr>
            <a:r>
              <a:rPr b="1" lang="en" sz="1400"/>
              <a:t>Notation</a:t>
            </a:r>
            <a:endParaRPr b="1" sz="1400"/>
          </a:p>
          <a:p>
            <a:pPr indent="0" lvl="0" marL="457200" rtl="0" algn="l">
              <a:spcBef>
                <a:spcPts val="0"/>
              </a:spcBef>
              <a:spcAft>
                <a:spcPts val="0"/>
              </a:spcAft>
              <a:buNone/>
            </a:pPr>
            <a:r>
              <a:t/>
            </a:r>
            <a:endParaRPr b="1" sz="1400"/>
          </a:p>
          <a:p>
            <a:pPr indent="0" lvl="0" marL="0" rtl="0" algn="l">
              <a:spcBef>
                <a:spcPts val="1000"/>
              </a:spcBef>
              <a:spcAft>
                <a:spcPts val="0"/>
              </a:spcAft>
              <a:buNone/>
            </a:pPr>
            <a:r>
              <a:rPr lang="en"/>
              <a:t> </a:t>
            </a:r>
            <a:endParaRPr/>
          </a:p>
          <a:p>
            <a:pPr indent="0" lvl="0" marL="0" rtl="0" algn="l">
              <a:spcBef>
                <a:spcPts val="1000"/>
              </a:spcBef>
              <a:spcAft>
                <a:spcPts val="1000"/>
              </a:spcAft>
              <a:buNone/>
            </a:pPr>
            <a:r>
              <a:t/>
            </a:r>
            <a:endParaRPr/>
          </a:p>
        </p:txBody>
      </p:sp>
      <p:sp>
        <p:nvSpPr>
          <p:cNvPr id="1064" name="Google Shape;1064;p49">
            <a:hlinkClick action="ppaction://hlinkshowjump?jump=nextslide"/>
          </p:cNvPr>
          <p:cNvSpPr/>
          <p:nvPr/>
        </p:nvSpPr>
        <p:spPr>
          <a:xfrm rot="10800000">
            <a:off x="8795200" y="4467625"/>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49">
            <a:hlinkClick action="ppaction://hlinksldjump" r:id="rId3"/>
          </p:cNvPr>
          <p:cNvSpPr/>
          <p:nvPr/>
        </p:nvSpPr>
        <p:spPr>
          <a:xfrm>
            <a:off x="8777675" y="2488988"/>
            <a:ext cx="163200" cy="163200"/>
          </a:xfrm>
          <a:prstGeom prst="rect">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49">
            <a:hlinkClick action="ppaction://hlinkshowjump?jump=previousslide"/>
          </p:cNvPr>
          <p:cNvSpPr/>
          <p:nvPr/>
        </p:nvSpPr>
        <p:spPr>
          <a:xfrm flipH="1">
            <a:off x="8795200" y="539500"/>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67" name="Google Shape;1067;p49" title="projectClassDiagram.png"/>
          <p:cNvPicPr preferRelativeResize="0"/>
          <p:nvPr/>
        </p:nvPicPr>
        <p:blipFill>
          <a:blip r:embed="rId4">
            <a:alphaModFix/>
          </a:blip>
          <a:stretch>
            <a:fillRect/>
          </a:stretch>
        </p:blipFill>
        <p:spPr>
          <a:xfrm>
            <a:off x="4073450" y="330163"/>
            <a:ext cx="4360600" cy="448317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p50"/>
          <p:cNvSpPr txBox="1"/>
          <p:nvPr>
            <p:ph type="title"/>
          </p:nvPr>
        </p:nvSpPr>
        <p:spPr>
          <a:xfrm>
            <a:off x="713225" y="330175"/>
            <a:ext cx="7562100" cy="674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Class Diagram</a:t>
            </a:r>
            <a:endParaRPr/>
          </a:p>
        </p:txBody>
      </p:sp>
      <p:sp>
        <p:nvSpPr>
          <p:cNvPr id="1073" name="Google Shape;1073;p50"/>
          <p:cNvSpPr txBox="1"/>
          <p:nvPr>
            <p:ph idx="1" type="body"/>
          </p:nvPr>
        </p:nvSpPr>
        <p:spPr>
          <a:xfrm>
            <a:off x="489200" y="861275"/>
            <a:ext cx="3633900" cy="379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t>The following </a:t>
            </a:r>
            <a:r>
              <a:rPr b="1" lang="en" sz="1400"/>
              <a:t>relationships in the class diagram include:</a:t>
            </a:r>
            <a:endParaRPr b="1" sz="1400"/>
          </a:p>
          <a:p>
            <a:pPr indent="-317500" lvl="0" marL="457200" rtl="0" algn="l">
              <a:spcBef>
                <a:spcPts val="0"/>
              </a:spcBef>
              <a:spcAft>
                <a:spcPts val="0"/>
              </a:spcAft>
              <a:buSzPts val="1400"/>
              <a:buChar char="●"/>
            </a:pPr>
            <a:r>
              <a:rPr b="1" lang="en" sz="1400"/>
              <a:t>BookManager contains 1 or more Categories</a:t>
            </a:r>
            <a:endParaRPr b="1" sz="1400"/>
          </a:p>
          <a:p>
            <a:pPr indent="0" lvl="0" marL="457200" rtl="0" algn="l">
              <a:spcBef>
                <a:spcPts val="0"/>
              </a:spcBef>
              <a:spcAft>
                <a:spcPts val="0"/>
              </a:spcAft>
              <a:buNone/>
            </a:pPr>
            <a:r>
              <a:t/>
            </a:r>
            <a:endParaRPr b="1" sz="1400"/>
          </a:p>
          <a:p>
            <a:pPr indent="-317500" lvl="0" marL="457200" rtl="0" algn="l">
              <a:spcBef>
                <a:spcPts val="0"/>
              </a:spcBef>
              <a:spcAft>
                <a:spcPts val="0"/>
              </a:spcAft>
              <a:buSzPts val="1400"/>
              <a:buChar char="●"/>
            </a:pPr>
            <a:r>
              <a:rPr b="1" lang="en" sz="1400"/>
              <a:t>BookManager contains 1 or more Books</a:t>
            </a:r>
            <a:endParaRPr b="1" sz="1400"/>
          </a:p>
          <a:p>
            <a:pPr indent="0" lvl="0" marL="457200" rtl="0" algn="l">
              <a:spcBef>
                <a:spcPts val="0"/>
              </a:spcBef>
              <a:spcAft>
                <a:spcPts val="0"/>
              </a:spcAft>
              <a:buNone/>
            </a:pPr>
            <a:r>
              <a:t/>
            </a:r>
            <a:endParaRPr b="1" sz="1400"/>
          </a:p>
          <a:p>
            <a:pPr indent="-317500" lvl="0" marL="457200" rtl="0" algn="l">
              <a:spcBef>
                <a:spcPts val="0"/>
              </a:spcBef>
              <a:spcAft>
                <a:spcPts val="0"/>
              </a:spcAft>
              <a:buSzPts val="1400"/>
              <a:buChar char="●"/>
            </a:pPr>
            <a:r>
              <a:rPr b="1" lang="en" sz="1400"/>
              <a:t>Book contains 1 or more Bookmarks</a:t>
            </a:r>
            <a:endParaRPr b="1" sz="1400"/>
          </a:p>
          <a:p>
            <a:pPr indent="0" lvl="0" marL="457200" rtl="0" algn="l">
              <a:spcBef>
                <a:spcPts val="0"/>
              </a:spcBef>
              <a:spcAft>
                <a:spcPts val="0"/>
              </a:spcAft>
              <a:buNone/>
            </a:pPr>
            <a:r>
              <a:t/>
            </a:r>
            <a:endParaRPr b="1" sz="1400"/>
          </a:p>
          <a:p>
            <a:pPr indent="-317500" lvl="0" marL="457200" rtl="0" algn="l">
              <a:spcBef>
                <a:spcPts val="0"/>
              </a:spcBef>
              <a:spcAft>
                <a:spcPts val="0"/>
              </a:spcAft>
              <a:buSzPts val="1400"/>
              <a:buChar char="●"/>
            </a:pPr>
            <a:r>
              <a:rPr b="1" lang="en" sz="1400"/>
              <a:t>Book contains 1 or more Notation</a:t>
            </a:r>
            <a:endParaRPr b="1" sz="1400"/>
          </a:p>
          <a:p>
            <a:pPr indent="0" lvl="0" marL="457200" rtl="0" algn="l">
              <a:spcBef>
                <a:spcPts val="0"/>
              </a:spcBef>
              <a:spcAft>
                <a:spcPts val="0"/>
              </a:spcAft>
              <a:buNone/>
            </a:pPr>
            <a:r>
              <a:t/>
            </a:r>
            <a:endParaRPr b="1" sz="1400"/>
          </a:p>
          <a:p>
            <a:pPr indent="-317500" lvl="0" marL="457200" rtl="0" algn="l">
              <a:spcBef>
                <a:spcPts val="0"/>
              </a:spcBef>
              <a:spcAft>
                <a:spcPts val="0"/>
              </a:spcAft>
              <a:buSzPts val="1400"/>
              <a:buChar char="●"/>
            </a:pPr>
            <a:r>
              <a:rPr b="1" lang="en" sz="1400"/>
              <a:t>BookReading works with settings</a:t>
            </a:r>
            <a:endParaRPr b="1" sz="1400"/>
          </a:p>
          <a:p>
            <a:pPr indent="0" lvl="0" marL="457200" rtl="0" algn="l">
              <a:spcBef>
                <a:spcPts val="0"/>
              </a:spcBef>
              <a:spcAft>
                <a:spcPts val="0"/>
              </a:spcAft>
              <a:buNone/>
            </a:pPr>
            <a:r>
              <a:t/>
            </a:r>
            <a:endParaRPr b="1" sz="1400"/>
          </a:p>
          <a:p>
            <a:pPr indent="-317500" lvl="0" marL="457200" rtl="0" algn="l">
              <a:spcBef>
                <a:spcPts val="0"/>
              </a:spcBef>
              <a:spcAft>
                <a:spcPts val="0"/>
              </a:spcAft>
              <a:buSzPts val="1400"/>
              <a:buChar char="●"/>
            </a:pPr>
            <a:r>
              <a:rPr b="1" lang="en" sz="1400"/>
              <a:t>NotationManager manages 1 or more notations</a:t>
            </a:r>
            <a:endParaRPr b="1" sz="1400"/>
          </a:p>
          <a:p>
            <a:pPr indent="0" lvl="0" marL="457200" rtl="0" algn="l">
              <a:spcBef>
                <a:spcPts val="0"/>
              </a:spcBef>
              <a:spcAft>
                <a:spcPts val="0"/>
              </a:spcAft>
              <a:buNone/>
            </a:pPr>
            <a:r>
              <a:t/>
            </a:r>
            <a:endParaRPr b="1" sz="1400"/>
          </a:p>
          <a:p>
            <a:pPr indent="0" lvl="0" marL="0" rtl="0" algn="l">
              <a:spcBef>
                <a:spcPts val="1000"/>
              </a:spcBef>
              <a:spcAft>
                <a:spcPts val="0"/>
              </a:spcAft>
              <a:buNone/>
            </a:pPr>
            <a:r>
              <a:rPr lang="en"/>
              <a:t> </a:t>
            </a:r>
            <a:endParaRPr/>
          </a:p>
          <a:p>
            <a:pPr indent="0" lvl="0" marL="0" rtl="0" algn="l">
              <a:spcBef>
                <a:spcPts val="1000"/>
              </a:spcBef>
              <a:spcAft>
                <a:spcPts val="1000"/>
              </a:spcAft>
              <a:buNone/>
            </a:pPr>
            <a:r>
              <a:t/>
            </a:r>
            <a:endParaRPr/>
          </a:p>
        </p:txBody>
      </p:sp>
      <p:sp>
        <p:nvSpPr>
          <p:cNvPr id="1074" name="Google Shape;1074;p50">
            <a:hlinkClick action="ppaction://hlinkshowjump?jump=nextslide"/>
          </p:cNvPr>
          <p:cNvSpPr/>
          <p:nvPr/>
        </p:nvSpPr>
        <p:spPr>
          <a:xfrm rot="10800000">
            <a:off x="8795200" y="4467625"/>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50">
            <a:hlinkClick action="ppaction://hlinksldjump" r:id="rId3"/>
          </p:cNvPr>
          <p:cNvSpPr/>
          <p:nvPr/>
        </p:nvSpPr>
        <p:spPr>
          <a:xfrm>
            <a:off x="8777675" y="2488988"/>
            <a:ext cx="163200" cy="163200"/>
          </a:xfrm>
          <a:prstGeom prst="rect">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50">
            <a:hlinkClick action="ppaction://hlinkshowjump?jump=previousslide"/>
          </p:cNvPr>
          <p:cNvSpPr/>
          <p:nvPr/>
        </p:nvSpPr>
        <p:spPr>
          <a:xfrm flipH="1">
            <a:off x="8795200" y="539500"/>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77" name="Google Shape;1077;p50" title="projectClassDiagram.png"/>
          <p:cNvPicPr preferRelativeResize="0"/>
          <p:nvPr/>
        </p:nvPicPr>
        <p:blipFill>
          <a:blip r:embed="rId4">
            <a:alphaModFix/>
          </a:blip>
          <a:stretch>
            <a:fillRect/>
          </a:stretch>
        </p:blipFill>
        <p:spPr>
          <a:xfrm>
            <a:off x="4073450" y="330163"/>
            <a:ext cx="4360600" cy="448317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p51"/>
          <p:cNvSpPr txBox="1"/>
          <p:nvPr>
            <p:ph type="title"/>
          </p:nvPr>
        </p:nvSpPr>
        <p:spPr>
          <a:xfrm>
            <a:off x="713475" y="463300"/>
            <a:ext cx="7717200" cy="56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Architectural Design:</a:t>
            </a:r>
            <a:endParaRPr/>
          </a:p>
        </p:txBody>
      </p:sp>
      <p:pic>
        <p:nvPicPr>
          <p:cNvPr id="1083" name="Google Shape;1083;p51"/>
          <p:cNvPicPr preferRelativeResize="0"/>
          <p:nvPr/>
        </p:nvPicPr>
        <p:blipFill rotWithShape="1">
          <a:blip r:embed="rId3">
            <a:alphaModFix/>
          </a:blip>
          <a:srcRect b="1308" l="0" r="0" t="5251"/>
          <a:stretch/>
        </p:blipFill>
        <p:spPr>
          <a:xfrm>
            <a:off x="713475" y="1101800"/>
            <a:ext cx="6300849" cy="372147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p52"/>
          <p:cNvSpPr txBox="1"/>
          <p:nvPr>
            <p:ph idx="2" type="title"/>
          </p:nvPr>
        </p:nvSpPr>
        <p:spPr>
          <a:xfrm>
            <a:off x="5694000" y="1564913"/>
            <a:ext cx="1307700" cy="120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1089" name="Google Shape;1089;p52">
            <a:hlinkClick action="ppaction://hlinkshowjump?jump=nextslide"/>
          </p:cNvPr>
          <p:cNvSpPr/>
          <p:nvPr/>
        </p:nvSpPr>
        <p:spPr>
          <a:xfrm rot="10800000">
            <a:off x="8795200" y="4467625"/>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52">
            <a:hlinkClick action="ppaction://hlinksldjump" r:id="rId3"/>
          </p:cNvPr>
          <p:cNvSpPr/>
          <p:nvPr/>
        </p:nvSpPr>
        <p:spPr>
          <a:xfrm>
            <a:off x="8777675" y="2488988"/>
            <a:ext cx="163200" cy="163200"/>
          </a:xfrm>
          <a:prstGeom prst="rect">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52">
            <a:hlinkClick action="ppaction://hlinkshowjump?jump=previousslide"/>
          </p:cNvPr>
          <p:cNvSpPr/>
          <p:nvPr/>
        </p:nvSpPr>
        <p:spPr>
          <a:xfrm flipH="1">
            <a:off x="8795200" y="539500"/>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92" name="Google Shape;1092;p52"/>
          <p:cNvGrpSpPr/>
          <p:nvPr/>
        </p:nvGrpSpPr>
        <p:grpSpPr>
          <a:xfrm>
            <a:off x="936604" y="539508"/>
            <a:ext cx="2560151" cy="3858374"/>
            <a:chOff x="5533879" y="713108"/>
            <a:chExt cx="2560151" cy="3858374"/>
          </a:xfrm>
        </p:grpSpPr>
        <p:grpSp>
          <p:nvGrpSpPr>
            <p:cNvPr id="1093" name="Google Shape;1093;p52"/>
            <p:cNvGrpSpPr/>
            <p:nvPr/>
          </p:nvGrpSpPr>
          <p:grpSpPr>
            <a:xfrm flipH="1">
              <a:off x="5638447" y="832822"/>
              <a:ext cx="2455583" cy="1350865"/>
              <a:chOff x="4080475" y="238100"/>
              <a:chExt cx="1624600" cy="893725"/>
            </a:xfrm>
          </p:grpSpPr>
          <p:sp>
            <p:nvSpPr>
              <p:cNvPr id="1094" name="Google Shape;1094;p52"/>
              <p:cNvSpPr/>
              <p:nvPr/>
            </p:nvSpPr>
            <p:spPr>
              <a:xfrm>
                <a:off x="4080475" y="318675"/>
                <a:ext cx="1624600" cy="813150"/>
              </a:xfrm>
              <a:custGeom>
                <a:rect b="b" l="l" r="r" t="t"/>
                <a:pathLst>
                  <a:path extrusionOk="0" h="32526" w="64984">
                    <a:moveTo>
                      <a:pt x="40012" y="1"/>
                    </a:moveTo>
                    <a:cubicBezTo>
                      <a:pt x="36896" y="1"/>
                      <a:pt x="34164" y="1251"/>
                      <a:pt x="31547" y="2618"/>
                    </a:cubicBezTo>
                    <a:cubicBezTo>
                      <a:pt x="28443" y="4240"/>
                      <a:pt x="25967" y="6405"/>
                      <a:pt x="21456" y="6405"/>
                    </a:cubicBezTo>
                    <a:cubicBezTo>
                      <a:pt x="21245" y="6405"/>
                      <a:pt x="21028" y="6401"/>
                      <a:pt x="20808" y="6391"/>
                    </a:cubicBezTo>
                    <a:cubicBezTo>
                      <a:pt x="17708" y="6253"/>
                      <a:pt x="15532" y="5489"/>
                      <a:pt x="13201" y="5489"/>
                    </a:cubicBezTo>
                    <a:cubicBezTo>
                      <a:pt x="11827" y="5489"/>
                      <a:pt x="10399" y="5754"/>
                      <a:pt x="8696" y="6570"/>
                    </a:cubicBezTo>
                    <a:cubicBezTo>
                      <a:pt x="4193" y="8727"/>
                      <a:pt x="1761" y="12773"/>
                      <a:pt x="1198" y="17809"/>
                    </a:cubicBezTo>
                    <a:cubicBezTo>
                      <a:pt x="0" y="28497"/>
                      <a:pt x="8710" y="32526"/>
                      <a:pt x="15528" y="32526"/>
                    </a:cubicBezTo>
                    <a:cubicBezTo>
                      <a:pt x="18533" y="32526"/>
                      <a:pt x="21171" y="31743"/>
                      <a:pt x="22431" y="30403"/>
                    </a:cubicBezTo>
                    <a:cubicBezTo>
                      <a:pt x="28847" y="23583"/>
                      <a:pt x="27231" y="22950"/>
                      <a:pt x="37145" y="22950"/>
                    </a:cubicBezTo>
                    <a:cubicBezTo>
                      <a:pt x="39165" y="22950"/>
                      <a:pt x="41664" y="22976"/>
                      <a:pt x="44807" y="22981"/>
                    </a:cubicBezTo>
                    <a:cubicBezTo>
                      <a:pt x="44815" y="22981"/>
                      <a:pt x="44823" y="22981"/>
                      <a:pt x="44832" y="22981"/>
                    </a:cubicBezTo>
                    <a:cubicBezTo>
                      <a:pt x="56092" y="22981"/>
                      <a:pt x="64983" y="9600"/>
                      <a:pt x="45684" y="1143"/>
                    </a:cubicBezTo>
                    <a:cubicBezTo>
                      <a:pt x="44411" y="586"/>
                      <a:pt x="42899" y="259"/>
                      <a:pt x="41364" y="80"/>
                    </a:cubicBezTo>
                    <a:cubicBezTo>
                      <a:pt x="40905" y="26"/>
                      <a:pt x="40455" y="1"/>
                      <a:pt x="4001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52"/>
              <p:cNvSpPr/>
              <p:nvPr/>
            </p:nvSpPr>
            <p:spPr>
              <a:xfrm>
                <a:off x="4489100" y="267125"/>
                <a:ext cx="307425" cy="177775"/>
              </a:xfrm>
              <a:custGeom>
                <a:rect b="b" l="l" r="r" t="t"/>
                <a:pathLst>
                  <a:path extrusionOk="0" h="7111" w="12297">
                    <a:moveTo>
                      <a:pt x="7010" y="1"/>
                    </a:moveTo>
                    <a:cubicBezTo>
                      <a:pt x="6595" y="1"/>
                      <a:pt x="6149" y="29"/>
                      <a:pt x="5672" y="89"/>
                    </a:cubicBezTo>
                    <a:cubicBezTo>
                      <a:pt x="5672" y="89"/>
                      <a:pt x="1" y="943"/>
                      <a:pt x="363" y="4242"/>
                    </a:cubicBezTo>
                    <a:cubicBezTo>
                      <a:pt x="596" y="6359"/>
                      <a:pt x="2334" y="7110"/>
                      <a:pt x="4280" y="7110"/>
                    </a:cubicBezTo>
                    <a:cubicBezTo>
                      <a:pt x="6235" y="7110"/>
                      <a:pt x="8402" y="6352"/>
                      <a:pt x="9465" y="5459"/>
                    </a:cubicBezTo>
                    <a:cubicBezTo>
                      <a:pt x="12297" y="3081"/>
                      <a:pt x="11345" y="1"/>
                      <a:pt x="701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52"/>
              <p:cNvSpPr/>
              <p:nvPr/>
            </p:nvSpPr>
            <p:spPr>
              <a:xfrm>
                <a:off x="5012000" y="238100"/>
                <a:ext cx="169125" cy="68300"/>
              </a:xfrm>
              <a:custGeom>
                <a:rect b="b" l="l" r="r" t="t"/>
                <a:pathLst>
                  <a:path extrusionOk="0" h="2732" w="6765">
                    <a:moveTo>
                      <a:pt x="3520" y="1"/>
                    </a:moveTo>
                    <a:cubicBezTo>
                      <a:pt x="2537" y="1"/>
                      <a:pt x="1006" y="188"/>
                      <a:pt x="501" y="1288"/>
                    </a:cubicBezTo>
                    <a:cubicBezTo>
                      <a:pt x="0" y="2380"/>
                      <a:pt x="1282" y="2731"/>
                      <a:pt x="2639" y="2731"/>
                    </a:cubicBezTo>
                    <a:cubicBezTo>
                      <a:pt x="3354" y="2731"/>
                      <a:pt x="4091" y="2634"/>
                      <a:pt x="4598" y="2495"/>
                    </a:cubicBezTo>
                    <a:cubicBezTo>
                      <a:pt x="6068" y="2096"/>
                      <a:pt x="6765" y="315"/>
                      <a:pt x="4388" y="50"/>
                    </a:cubicBezTo>
                    <a:cubicBezTo>
                      <a:pt x="4388" y="50"/>
                      <a:pt x="4027" y="1"/>
                      <a:pt x="352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52"/>
              <p:cNvSpPr/>
              <p:nvPr/>
            </p:nvSpPr>
            <p:spPr>
              <a:xfrm>
                <a:off x="5290645" y="905118"/>
                <a:ext cx="392975" cy="176200"/>
              </a:xfrm>
              <a:custGeom>
                <a:rect b="b" l="l" r="r" t="t"/>
                <a:pathLst>
                  <a:path extrusionOk="0" h="7048" w="15719">
                    <a:moveTo>
                      <a:pt x="9557" y="1"/>
                    </a:moveTo>
                    <a:cubicBezTo>
                      <a:pt x="9303" y="1"/>
                      <a:pt x="9037" y="8"/>
                      <a:pt x="8759" y="23"/>
                    </a:cubicBezTo>
                    <a:cubicBezTo>
                      <a:pt x="8759" y="23"/>
                      <a:pt x="749" y="632"/>
                      <a:pt x="285" y="4143"/>
                    </a:cubicBezTo>
                    <a:cubicBezTo>
                      <a:pt x="0" y="6299"/>
                      <a:pt x="2337" y="7047"/>
                      <a:pt x="4905" y="7047"/>
                    </a:cubicBezTo>
                    <a:cubicBezTo>
                      <a:pt x="6521" y="7047"/>
                      <a:pt x="8228" y="6751"/>
                      <a:pt x="9432" y="6322"/>
                    </a:cubicBezTo>
                    <a:cubicBezTo>
                      <a:pt x="15083" y="4312"/>
                      <a:pt x="15719" y="1"/>
                      <a:pt x="955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98" name="Google Shape;1098;p52"/>
            <p:cNvGrpSpPr/>
            <p:nvPr/>
          </p:nvGrpSpPr>
          <p:grpSpPr>
            <a:xfrm>
              <a:off x="5533879" y="713108"/>
              <a:ext cx="2238517" cy="3858374"/>
              <a:chOff x="5533879" y="713108"/>
              <a:chExt cx="2238517" cy="3858374"/>
            </a:xfrm>
          </p:grpSpPr>
          <p:grpSp>
            <p:nvGrpSpPr>
              <p:cNvPr id="1099" name="Google Shape;1099;p52"/>
              <p:cNvGrpSpPr/>
              <p:nvPr/>
            </p:nvGrpSpPr>
            <p:grpSpPr>
              <a:xfrm flipH="1">
                <a:off x="6439809" y="713108"/>
                <a:ext cx="1332587" cy="3858374"/>
                <a:chOff x="3599150" y="3104200"/>
                <a:chExt cx="792075" cy="2293375"/>
              </a:xfrm>
            </p:grpSpPr>
            <p:sp>
              <p:nvSpPr>
                <p:cNvPr id="1100" name="Google Shape;1100;p52"/>
                <p:cNvSpPr/>
                <p:nvPr/>
              </p:nvSpPr>
              <p:spPr>
                <a:xfrm>
                  <a:off x="4118425" y="3504575"/>
                  <a:ext cx="194875" cy="410400"/>
                </a:xfrm>
                <a:custGeom>
                  <a:rect b="b" l="l" r="r" t="t"/>
                  <a:pathLst>
                    <a:path extrusionOk="0" h="16416" w="7795">
                      <a:moveTo>
                        <a:pt x="1380" y="0"/>
                      </a:moveTo>
                      <a:lnTo>
                        <a:pt x="1" y="11606"/>
                      </a:lnTo>
                      <a:cubicBezTo>
                        <a:pt x="1" y="11606"/>
                        <a:pt x="1840" y="16416"/>
                        <a:pt x="4091" y="16416"/>
                      </a:cubicBezTo>
                      <a:cubicBezTo>
                        <a:pt x="4397" y="16416"/>
                        <a:pt x="4710" y="16327"/>
                        <a:pt x="5027" y="16126"/>
                      </a:cubicBezTo>
                      <a:cubicBezTo>
                        <a:pt x="7680" y="14444"/>
                        <a:pt x="7795" y="10711"/>
                        <a:pt x="7190" y="8466"/>
                      </a:cubicBezTo>
                      <a:cubicBezTo>
                        <a:pt x="7047" y="7933"/>
                        <a:pt x="6438" y="6644"/>
                        <a:pt x="5027" y="4688"/>
                      </a:cubicBezTo>
                      <a:cubicBezTo>
                        <a:pt x="3851" y="3060"/>
                        <a:pt x="1380" y="0"/>
                        <a:pt x="138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52"/>
                <p:cNvSpPr/>
                <p:nvPr/>
              </p:nvSpPr>
              <p:spPr>
                <a:xfrm>
                  <a:off x="4163450" y="3676025"/>
                  <a:ext cx="101100" cy="99900"/>
                </a:xfrm>
                <a:custGeom>
                  <a:rect b="b" l="l" r="r" t="t"/>
                  <a:pathLst>
                    <a:path extrusionOk="0" h="3996" w="4044">
                      <a:moveTo>
                        <a:pt x="3194" y="0"/>
                      </a:moveTo>
                      <a:cubicBezTo>
                        <a:pt x="2554" y="0"/>
                        <a:pt x="1233" y="509"/>
                        <a:pt x="395" y="1529"/>
                      </a:cubicBezTo>
                      <a:cubicBezTo>
                        <a:pt x="1" y="2010"/>
                        <a:pt x="402" y="2997"/>
                        <a:pt x="402" y="2997"/>
                      </a:cubicBezTo>
                      <a:lnTo>
                        <a:pt x="940" y="3705"/>
                      </a:lnTo>
                      <a:lnTo>
                        <a:pt x="3044" y="3996"/>
                      </a:lnTo>
                      <a:lnTo>
                        <a:pt x="4044" y="2644"/>
                      </a:lnTo>
                      <a:cubicBezTo>
                        <a:pt x="4044" y="2644"/>
                        <a:pt x="3575" y="252"/>
                        <a:pt x="3564" y="174"/>
                      </a:cubicBezTo>
                      <a:cubicBezTo>
                        <a:pt x="3548" y="58"/>
                        <a:pt x="3410" y="0"/>
                        <a:pt x="3194" y="0"/>
                      </a:cubicBezTo>
                      <a:close/>
                    </a:path>
                  </a:pathLst>
                </a:custGeom>
                <a:solidFill>
                  <a:srgbClr val="9B6C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52"/>
                <p:cNvSpPr/>
                <p:nvPr/>
              </p:nvSpPr>
              <p:spPr>
                <a:xfrm>
                  <a:off x="4164225" y="3622925"/>
                  <a:ext cx="159725" cy="158800"/>
                </a:xfrm>
                <a:custGeom>
                  <a:rect b="b" l="l" r="r" t="t"/>
                  <a:pathLst>
                    <a:path extrusionOk="0" h="6352" w="6389">
                      <a:moveTo>
                        <a:pt x="5797" y="1"/>
                      </a:moveTo>
                      <a:cubicBezTo>
                        <a:pt x="5796" y="1"/>
                        <a:pt x="5795" y="1"/>
                        <a:pt x="5794" y="1"/>
                      </a:cubicBezTo>
                      <a:lnTo>
                        <a:pt x="3431" y="13"/>
                      </a:lnTo>
                      <a:cubicBezTo>
                        <a:pt x="3165" y="14"/>
                        <a:pt x="2886" y="204"/>
                        <a:pt x="2747" y="482"/>
                      </a:cubicBezTo>
                      <a:lnTo>
                        <a:pt x="209" y="5521"/>
                      </a:lnTo>
                      <a:cubicBezTo>
                        <a:pt x="1" y="5936"/>
                        <a:pt x="193" y="6351"/>
                        <a:pt x="592" y="6351"/>
                      </a:cubicBezTo>
                      <a:cubicBezTo>
                        <a:pt x="593" y="6351"/>
                        <a:pt x="593" y="6351"/>
                        <a:pt x="594" y="6351"/>
                      </a:cubicBezTo>
                      <a:lnTo>
                        <a:pt x="2957" y="6339"/>
                      </a:lnTo>
                      <a:cubicBezTo>
                        <a:pt x="3224" y="6337"/>
                        <a:pt x="3502" y="6146"/>
                        <a:pt x="3643" y="5870"/>
                      </a:cubicBezTo>
                      <a:lnTo>
                        <a:pt x="6179" y="831"/>
                      </a:lnTo>
                      <a:cubicBezTo>
                        <a:pt x="6388" y="416"/>
                        <a:pt x="6197" y="1"/>
                        <a:pt x="579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52"/>
                <p:cNvSpPr/>
                <p:nvPr/>
              </p:nvSpPr>
              <p:spPr>
                <a:xfrm>
                  <a:off x="4170175" y="3622900"/>
                  <a:ext cx="159725" cy="158750"/>
                </a:xfrm>
                <a:custGeom>
                  <a:rect b="b" l="l" r="r" t="t"/>
                  <a:pathLst>
                    <a:path extrusionOk="0" h="6350" w="6389">
                      <a:moveTo>
                        <a:pt x="5798" y="1"/>
                      </a:moveTo>
                      <a:cubicBezTo>
                        <a:pt x="5797" y="1"/>
                        <a:pt x="5796" y="1"/>
                        <a:pt x="5795" y="1"/>
                      </a:cubicBezTo>
                      <a:lnTo>
                        <a:pt x="3432" y="13"/>
                      </a:lnTo>
                      <a:cubicBezTo>
                        <a:pt x="3165" y="14"/>
                        <a:pt x="2886" y="204"/>
                        <a:pt x="2747" y="481"/>
                      </a:cubicBezTo>
                      <a:lnTo>
                        <a:pt x="210" y="5521"/>
                      </a:lnTo>
                      <a:cubicBezTo>
                        <a:pt x="1" y="5936"/>
                        <a:pt x="192" y="6350"/>
                        <a:pt x="592" y="6350"/>
                      </a:cubicBezTo>
                      <a:cubicBezTo>
                        <a:pt x="593" y="6350"/>
                        <a:pt x="594" y="6350"/>
                        <a:pt x="595" y="6350"/>
                      </a:cubicBezTo>
                      <a:lnTo>
                        <a:pt x="2958" y="6339"/>
                      </a:lnTo>
                      <a:cubicBezTo>
                        <a:pt x="3224" y="6337"/>
                        <a:pt x="3503" y="6146"/>
                        <a:pt x="3642" y="5870"/>
                      </a:cubicBezTo>
                      <a:lnTo>
                        <a:pt x="6179" y="831"/>
                      </a:lnTo>
                      <a:cubicBezTo>
                        <a:pt x="6388" y="416"/>
                        <a:pt x="6198" y="1"/>
                        <a:pt x="579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52"/>
                <p:cNvSpPr/>
                <p:nvPr/>
              </p:nvSpPr>
              <p:spPr>
                <a:xfrm>
                  <a:off x="4243000" y="3688350"/>
                  <a:ext cx="28900" cy="28200"/>
                </a:xfrm>
                <a:custGeom>
                  <a:rect b="b" l="l" r="r" t="t"/>
                  <a:pathLst>
                    <a:path extrusionOk="0" h="1128" w="1156">
                      <a:moveTo>
                        <a:pt x="805" y="1"/>
                      </a:moveTo>
                      <a:cubicBezTo>
                        <a:pt x="805" y="1"/>
                        <a:pt x="804" y="1"/>
                        <a:pt x="804" y="1"/>
                      </a:cubicBezTo>
                      <a:cubicBezTo>
                        <a:pt x="553" y="2"/>
                        <a:pt x="250" y="256"/>
                        <a:pt x="125" y="567"/>
                      </a:cubicBezTo>
                      <a:cubicBezTo>
                        <a:pt x="0" y="877"/>
                        <a:pt x="100" y="1128"/>
                        <a:pt x="350" y="1128"/>
                      </a:cubicBezTo>
                      <a:cubicBezTo>
                        <a:pt x="350" y="1128"/>
                        <a:pt x="351" y="1128"/>
                        <a:pt x="351" y="1128"/>
                      </a:cubicBezTo>
                      <a:cubicBezTo>
                        <a:pt x="601" y="1127"/>
                        <a:pt x="906" y="873"/>
                        <a:pt x="1031" y="562"/>
                      </a:cubicBezTo>
                      <a:cubicBezTo>
                        <a:pt x="1155" y="251"/>
                        <a:pt x="1054" y="1"/>
                        <a:pt x="80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52"/>
                <p:cNvSpPr/>
                <p:nvPr/>
              </p:nvSpPr>
              <p:spPr>
                <a:xfrm>
                  <a:off x="4243600" y="3635525"/>
                  <a:ext cx="16275" cy="15850"/>
                </a:xfrm>
                <a:custGeom>
                  <a:rect b="b" l="l" r="r" t="t"/>
                  <a:pathLst>
                    <a:path extrusionOk="0" h="634" w="651">
                      <a:moveTo>
                        <a:pt x="454" y="1"/>
                      </a:moveTo>
                      <a:cubicBezTo>
                        <a:pt x="453" y="1"/>
                        <a:pt x="453" y="1"/>
                        <a:pt x="452" y="1"/>
                      </a:cubicBezTo>
                      <a:cubicBezTo>
                        <a:pt x="311" y="1"/>
                        <a:pt x="140" y="143"/>
                        <a:pt x="70" y="318"/>
                      </a:cubicBezTo>
                      <a:cubicBezTo>
                        <a:pt x="0" y="493"/>
                        <a:pt x="56" y="634"/>
                        <a:pt x="197" y="634"/>
                      </a:cubicBezTo>
                      <a:cubicBezTo>
                        <a:pt x="197" y="634"/>
                        <a:pt x="198" y="634"/>
                        <a:pt x="198" y="634"/>
                      </a:cubicBezTo>
                      <a:cubicBezTo>
                        <a:pt x="338" y="634"/>
                        <a:pt x="509" y="491"/>
                        <a:pt x="579" y="316"/>
                      </a:cubicBezTo>
                      <a:cubicBezTo>
                        <a:pt x="650" y="141"/>
                        <a:pt x="593" y="1"/>
                        <a:pt x="45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52"/>
                <p:cNvSpPr/>
                <p:nvPr/>
              </p:nvSpPr>
              <p:spPr>
                <a:xfrm>
                  <a:off x="4244875" y="3664850"/>
                  <a:ext cx="87875" cy="86250"/>
                </a:xfrm>
                <a:custGeom>
                  <a:rect b="b" l="l" r="r" t="t"/>
                  <a:pathLst>
                    <a:path extrusionOk="0" h="3450" w="3515">
                      <a:moveTo>
                        <a:pt x="2619" y="0"/>
                      </a:moveTo>
                      <a:cubicBezTo>
                        <a:pt x="2310" y="0"/>
                        <a:pt x="1832" y="235"/>
                        <a:pt x="1442" y="235"/>
                      </a:cubicBezTo>
                      <a:cubicBezTo>
                        <a:pt x="1421" y="235"/>
                        <a:pt x="1400" y="234"/>
                        <a:pt x="1380" y="233"/>
                      </a:cubicBezTo>
                      <a:cubicBezTo>
                        <a:pt x="1380" y="233"/>
                        <a:pt x="1087" y="312"/>
                        <a:pt x="1298" y="575"/>
                      </a:cubicBezTo>
                      <a:cubicBezTo>
                        <a:pt x="1509" y="839"/>
                        <a:pt x="2158" y="728"/>
                        <a:pt x="2279" y="775"/>
                      </a:cubicBezTo>
                      <a:cubicBezTo>
                        <a:pt x="2399" y="823"/>
                        <a:pt x="2129" y="1186"/>
                        <a:pt x="2129" y="1186"/>
                      </a:cubicBezTo>
                      <a:lnTo>
                        <a:pt x="2129" y="1185"/>
                      </a:lnTo>
                      <a:cubicBezTo>
                        <a:pt x="2129" y="1185"/>
                        <a:pt x="1165" y="841"/>
                        <a:pt x="636" y="841"/>
                      </a:cubicBezTo>
                      <a:cubicBezTo>
                        <a:pt x="517" y="841"/>
                        <a:pt x="420" y="859"/>
                        <a:pt x="361" y="901"/>
                      </a:cubicBezTo>
                      <a:cubicBezTo>
                        <a:pt x="39" y="1135"/>
                        <a:pt x="1426" y="1864"/>
                        <a:pt x="1426" y="1864"/>
                      </a:cubicBezTo>
                      <a:cubicBezTo>
                        <a:pt x="1426" y="1864"/>
                        <a:pt x="873" y="1682"/>
                        <a:pt x="508" y="1682"/>
                      </a:cubicBezTo>
                      <a:cubicBezTo>
                        <a:pt x="417" y="1682"/>
                        <a:pt x="338" y="1694"/>
                        <a:pt x="282" y="1722"/>
                      </a:cubicBezTo>
                      <a:cubicBezTo>
                        <a:pt x="0" y="1863"/>
                        <a:pt x="982" y="2514"/>
                        <a:pt x="982" y="2514"/>
                      </a:cubicBezTo>
                      <a:cubicBezTo>
                        <a:pt x="982" y="2514"/>
                        <a:pt x="827" y="2470"/>
                        <a:pt x="662" y="2470"/>
                      </a:cubicBezTo>
                      <a:cubicBezTo>
                        <a:pt x="505" y="2470"/>
                        <a:pt x="339" y="2509"/>
                        <a:pt x="283" y="2661"/>
                      </a:cubicBezTo>
                      <a:cubicBezTo>
                        <a:pt x="167" y="2973"/>
                        <a:pt x="354" y="3152"/>
                        <a:pt x="653" y="3327"/>
                      </a:cubicBezTo>
                      <a:cubicBezTo>
                        <a:pt x="808" y="3416"/>
                        <a:pt x="977" y="3450"/>
                        <a:pt x="1128" y="3450"/>
                      </a:cubicBezTo>
                      <a:cubicBezTo>
                        <a:pt x="1269" y="3450"/>
                        <a:pt x="1395" y="3420"/>
                        <a:pt x="1475" y="3376"/>
                      </a:cubicBezTo>
                      <a:cubicBezTo>
                        <a:pt x="1639" y="3287"/>
                        <a:pt x="1627" y="2929"/>
                        <a:pt x="1627" y="2929"/>
                      </a:cubicBezTo>
                      <a:cubicBezTo>
                        <a:pt x="1627" y="2929"/>
                        <a:pt x="2260" y="2818"/>
                        <a:pt x="2344" y="2613"/>
                      </a:cubicBezTo>
                      <a:cubicBezTo>
                        <a:pt x="2426" y="2408"/>
                        <a:pt x="2316" y="2221"/>
                        <a:pt x="2316" y="2221"/>
                      </a:cubicBezTo>
                      <a:lnTo>
                        <a:pt x="2316" y="2221"/>
                      </a:lnTo>
                      <a:cubicBezTo>
                        <a:pt x="2316" y="2221"/>
                        <a:pt x="2332" y="2223"/>
                        <a:pt x="2357" y="2223"/>
                      </a:cubicBezTo>
                      <a:cubicBezTo>
                        <a:pt x="2440" y="2223"/>
                        <a:pt x="2630" y="2203"/>
                        <a:pt x="2759" y="2031"/>
                      </a:cubicBezTo>
                      <a:cubicBezTo>
                        <a:pt x="2927" y="1806"/>
                        <a:pt x="2850" y="1616"/>
                        <a:pt x="2850" y="1616"/>
                      </a:cubicBezTo>
                      <a:cubicBezTo>
                        <a:pt x="2850" y="1616"/>
                        <a:pt x="3211" y="1209"/>
                        <a:pt x="3363" y="955"/>
                      </a:cubicBezTo>
                      <a:cubicBezTo>
                        <a:pt x="3515" y="702"/>
                        <a:pt x="3093" y="340"/>
                        <a:pt x="2850" y="82"/>
                      </a:cubicBezTo>
                      <a:cubicBezTo>
                        <a:pt x="2794" y="23"/>
                        <a:pt x="2715" y="0"/>
                        <a:pt x="2619" y="0"/>
                      </a:cubicBezTo>
                      <a:close/>
                    </a:path>
                  </a:pathLst>
                </a:custGeom>
                <a:solidFill>
                  <a:srgbClr val="9B6C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52"/>
                <p:cNvSpPr/>
                <p:nvPr/>
              </p:nvSpPr>
              <p:spPr>
                <a:xfrm>
                  <a:off x="3828850" y="3123900"/>
                  <a:ext cx="318900" cy="358750"/>
                </a:xfrm>
                <a:custGeom>
                  <a:rect b="b" l="l" r="r" t="t"/>
                  <a:pathLst>
                    <a:path extrusionOk="0" h="14350" w="12756">
                      <a:moveTo>
                        <a:pt x="6232" y="1"/>
                      </a:moveTo>
                      <a:cubicBezTo>
                        <a:pt x="4595" y="1"/>
                        <a:pt x="3541" y="1050"/>
                        <a:pt x="3172" y="1581"/>
                      </a:cubicBezTo>
                      <a:cubicBezTo>
                        <a:pt x="2316" y="2811"/>
                        <a:pt x="2175" y="3880"/>
                        <a:pt x="1983" y="5535"/>
                      </a:cubicBezTo>
                      <a:cubicBezTo>
                        <a:pt x="1419" y="10402"/>
                        <a:pt x="0" y="11960"/>
                        <a:pt x="0" y="11960"/>
                      </a:cubicBezTo>
                      <a:cubicBezTo>
                        <a:pt x="0" y="11960"/>
                        <a:pt x="2860" y="13200"/>
                        <a:pt x="5146" y="13301"/>
                      </a:cubicBezTo>
                      <a:cubicBezTo>
                        <a:pt x="5146" y="13301"/>
                        <a:pt x="7995" y="13367"/>
                        <a:pt x="9101" y="13858"/>
                      </a:cubicBezTo>
                      <a:cubicBezTo>
                        <a:pt x="9635" y="14094"/>
                        <a:pt x="10159" y="14350"/>
                        <a:pt x="10641" y="14350"/>
                      </a:cubicBezTo>
                      <a:cubicBezTo>
                        <a:pt x="11158" y="14350"/>
                        <a:pt x="11628" y="14055"/>
                        <a:pt x="12013" y="13124"/>
                      </a:cubicBezTo>
                      <a:cubicBezTo>
                        <a:pt x="12756" y="11325"/>
                        <a:pt x="11314" y="9723"/>
                        <a:pt x="11314" y="9723"/>
                      </a:cubicBezTo>
                      <a:cubicBezTo>
                        <a:pt x="11314" y="9723"/>
                        <a:pt x="10672" y="8790"/>
                        <a:pt x="10464" y="7246"/>
                      </a:cubicBezTo>
                      <a:cubicBezTo>
                        <a:pt x="10291" y="5961"/>
                        <a:pt x="11471" y="3380"/>
                        <a:pt x="10709" y="1988"/>
                      </a:cubicBezTo>
                      <a:cubicBezTo>
                        <a:pt x="10040" y="762"/>
                        <a:pt x="9125" y="614"/>
                        <a:pt x="8721" y="614"/>
                      </a:cubicBezTo>
                      <a:cubicBezTo>
                        <a:pt x="8592" y="614"/>
                        <a:pt x="8515" y="629"/>
                        <a:pt x="8515" y="629"/>
                      </a:cubicBezTo>
                      <a:cubicBezTo>
                        <a:pt x="7662" y="175"/>
                        <a:pt x="6899" y="1"/>
                        <a:pt x="623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52"/>
                <p:cNvSpPr/>
                <p:nvPr/>
              </p:nvSpPr>
              <p:spPr>
                <a:xfrm>
                  <a:off x="4017475" y="3220225"/>
                  <a:ext cx="94975" cy="102725"/>
                </a:xfrm>
                <a:custGeom>
                  <a:rect b="b" l="l" r="r" t="t"/>
                  <a:pathLst>
                    <a:path extrusionOk="0" h="4109" w="3799">
                      <a:moveTo>
                        <a:pt x="1900" y="1"/>
                      </a:moveTo>
                      <a:cubicBezTo>
                        <a:pt x="851" y="1"/>
                        <a:pt x="1" y="921"/>
                        <a:pt x="1" y="2055"/>
                      </a:cubicBezTo>
                      <a:cubicBezTo>
                        <a:pt x="1" y="3189"/>
                        <a:pt x="851" y="4109"/>
                        <a:pt x="1900" y="4109"/>
                      </a:cubicBezTo>
                      <a:cubicBezTo>
                        <a:pt x="2949" y="4109"/>
                        <a:pt x="3799" y="3189"/>
                        <a:pt x="3799" y="2055"/>
                      </a:cubicBezTo>
                      <a:cubicBezTo>
                        <a:pt x="3799" y="921"/>
                        <a:pt x="2949" y="1"/>
                        <a:pt x="190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52"/>
                <p:cNvSpPr/>
                <p:nvPr/>
              </p:nvSpPr>
              <p:spPr>
                <a:xfrm>
                  <a:off x="3731650" y="3381450"/>
                  <a:ext cx="405925" cy="423750"/>
                </a:xfrm>
                <a:custGeom>
                  <a:rect b="b" l="l" r="r" t="t"/>
                  <a:pathLst>
                    <a:path extrusionOk="0" h="16950" w="16237">
                      <a:moveTo>
                        <a:pt x="7673" y="1"/>
                      </a:moveTo>
                      <a:cubicBezTo>
                        <a:pt x="7673" y="1"/>
                        <a:pt x="2949" y="1728"/>
                        <a:pt x="1475" y="2611"/>
                      </a:cubicBezTo>
                      <a:cubicBezTo>
                        <a:pt x="0" y="3493"/>
                        <a:pt x="3755" y="13856"/>
                        <a:pt x="4183" y="15674"/>
                      </a:cubicBezTo>
                      <a:cubicBezTo>
                        <a:pt x="4396" y="16580"/>
                        <a:pt x="6722" y="16949"/>
                        <a:pt x="8991" y="16949"/>
                      </a:cubicBezTo>
                      <a:cubicBezTo>
                        <a:pt x="11274" y="16949"/>
                        <a:pt x="13499" y="16575"/>
                        <a:pt x="13457" y="15996"/>
                      </a:cubicBezTo>
                      <a:cubicBezTo>
                        <a:pt x="12989" y="9562"/>
                        <a:pt x="16236" y="6775"/>
                        <a:pt x="15736" y="4638"/>
                      </a:cubicBezTo>
                      <a:cubicBezTo>
                        <a:pt x="15388" y="3157"/>
                        <a:pt x="11021" y="784"/>
                        <a:pt x="11021" y="784"/>
                      </a:cubicBezTo>
                      <a:lnTo>
                        <a:pt x="767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52"/>
                <p:cNvSpPr/>
                <p:nvPr/>
              </p:nvSpPr>
              <p:spPr>
                <a:xfrm>
                  <a:off x="3857675" y="3445250"/>
                  <a:ext cx="242000" cy="63850"/>
                </a:xfrm>
                <a:custGeom>
                  <a:rect b="b" l="l" r="r" t="t"/>
                  <a:pathLst>
                    <a:path extrusionOk="0" h="2554" w="9680">
                      <a:moveTo>
                        <a:pt x="8881" y="0"/>
                      </a:moveTo>
                      <a:cubicBezTo>
                        <a:pt x="7554" y="889"/>
                        <a:pt x="5501" y="1119"/>
                        <a:pt x="3729" y="1119"/>
                      </a:cubicBezTo>
                      <a:cubicBezTo>
                        <a:pt x="1842" y="1119"/>
                        <a:pt x="273" y="858"/>
                        <a:pt x="243" y="853"/>
                      </a:cubicBezTo>
                      <a:lnTo>
                        <a:pt x="122" y="1559"/>
                      </a:lnTo>
                      <a:lnTo>
                        <a:pt x="242" y="863"/>
                      </a:lnTo>
                      <a:lnTo>
                        <a:pt x="1" y="2266"/>
                      </a:lnTo>
                      <a:cubicBezTo>
                        <a:pt x="131" y="2288"/>
                        <a:pt x="1720" y="2553"/>
                        <a:pt x="3682" y="2553"/>
                      </a:cubicBezTo>
                      <a:cubicBezTo>
                        <a:pt x="4029" y="2553"/>
                        <a:pt x="4388" y="2545"/>
                        <a:pt x="4753" y="2525"/>
                      </a:cubicBezTo>
                      <a:cubicBezTo>
                        <a:pt x="6483" y="2432"/>
                        <a:pt x="8339" y="2088"/>
                        <a:pt x="9679" y="1192"/>
                      </a:cubicBezTo>
                      <a:lnTo>
                        <a:pt x="888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52"/>
                <p:cNvSpPr/>
                <p:nvPr/>
              </p:nvSpPr>
              <p:spPr>
                <a:xfrm>
                  <a:off x="3863950" y="3534925"/>
                  <a:ext cx="241950" cy="63875"/>
                </a:xfrm>
                <a:custGeom>
                  <a:rect b="b" l="l" r="r" t="t"/>
                  <a:pathLst>
                    <a:path extrusionOk="0" h="2555" w="9678">
                      <a:moveTo>
                        <a:pt x="244" y="853"/>
                      </a:moveTo>
                      <a:lnTo>
                        <a:pt x="244" y="853"/>
                      </a:lnTo>
                      <a:lnTo>
                        <a:pt x="244" y="853"/>
                      </a:lnTo>
                      <a:close/>
                      <a:moveTo>
                        <a:pt x="244" y="853"/>
                      </a:moveTo>
                      <a:lnTo>
                        <a:pt x="244" y="853"/>
                      </a:lnTo>
                      <a:lnTo>
                        <a:pt x="244" y="853"/>
                      </a:lnTo>
                      <a:close/>
                      <a:moveTo>
                        <a:pt x="243" y="853"/>
                      </a:moveTo>
                      <a:lnTo>
                        <a:pt x="122" y="1560"/>
                      </a:lnTo>
                      <a:lnTo>
                        <a:pt x="244" y="853"/>
                      </a:lnTo>
                      <a:lnTo>
                        <a:pt x="244" y="853"/>
                      </a:lnTo>
                      <a:lnTo>
                        <a:pt x="244" y="853"/>
                      </a:lnTo>
                      <a:cubicBezTo>
                        <a:pt x="243" y="853"/>
                        <a:pt x="243" y="853"/>
                        <a:pt x="243" y="853"/>
                      </a:cubicBezTo>
                      <a:close/>
                      <a:moveTo>
                        <a:pt x="8880" y="1"/>
                      </a:moveTo>
                      <a:cubicBezTo>
                        <a:pt x="7554" y="889"/>
                        <a:pt x="5501" y="1120"/>
                        <a:pt x="3729" y="1120"/>
                      </a:cubicBezTo>
                      <a:cubicBezTo>
                        <a:pt x="1857" y="1120"/>
                        <a:pt x="299" y="863"/>
                        <a:pt x="244" y="853"/>
                      </a:cubicBezTo>
                      <a:lnTo>
                        <a:pt x="244" y="853"/>
                      </a:lnTo>
                      <a:lnTo>
                        <a:pt x="1" y="2266"/>
                      </a:lnTo>
                      <a:cubicBezTo>
                        <a:pt x="131" y="2289"/>
                        <a:pt x="1717" y="2554"/>
                        <a:pt x="3677" y="2554"/>
                      </a:cubicBezTo>
                      <a:cubicBezTo>
                        <a:pt x="4026" y="2554"/>
                        <a:pt x="4386" y="2546"/>
                        <a:pt x="4753" y="2526"/>
                      </a:cubicBezTo>
                      <a:cubicBezTo>
                        <a:pt x="6482" y="2434"/>
                        <a:pt x="8339" y="2089"/>
                        <a:pt x="9678" y="1193"/>
                      </a:cubicBezTo>
                      <a:lnTo>
                        <a:pt x="888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52"/>
                <p:cNvSpPr/>
                <p:nvPr/>
              </p:nvSpPr>
              <p:spPr>
                <a:xfrm>
                  <a:off x="3870225" y="3624650"/>
                  <a:ext cx="241950" cy="63825"/>
                </a:xfrm>
                <a:custGeom>
                  <a:rect b="b" l="l" r="r" t="t"/>
                  <a:pathLst>
                    <a:path extrusionOk="0" h="2553" w="9678">
                      <a:moveTo>
                        <a:pt x="8880" y="1"/>
                      </a:moveTo>
                      <a:cubicBezTo>
                        <a:pt x="7554" y="888"/>
                        <a:pt x="5502" y="1118"/>
                        <a:pt x="3731" y="1118"/>
                      </a:cubicBezTo>
                      <a:cubicBezTo>
                        <a:pt x="1842" y="1118"/>
                        <a:pt x="273" y="857"/>
                        <a:pt x="243" y="852"/>
                      </a:cubicBezTo>
                      <a:lnTo>
                        <a:pt x="122" y="1558"/>
                      </a:lnTo>
                      <a:lnTo>
                        <a:pt x="0" y="2265"/>
                      </a:lnTo>
                      <a:cubicBezTo>
                        <a:pt x="131" y="2287"/>
                        <a:pt x="1717" y="2553"/>
                        <a:pt x="3677" y="2553"/>
                      </a:cubicBezTo>
                      <a:cubicBezTo>
                        <a:pt x="4025" y="2553"/>
                        <a:pt x="4386" y="2544"/>
                        <a:pt x="4753" y="2525"/>
                      </a:cubicBezTo>
                      <a:cubicBezTo>
                        <a:pt x="6481" y="2433"/>
                        <a:pt x="8339" y="2089"/>
                        <a:pt x="9678" y="1191"/>
                      </a:cubicBezTo>
                      <a:lnTo>
                        <a:pt x="888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52"/>
                <p:cNvSpPr/>
                <p:nvPr/>
              </p:nvSpPr>
              <p:spPr>
                <a:xfrm>
                  <a:off x="3876500" y="3714350"/>
                  <a:ext cx="241950" cy="63850"/>
                </a:xfrm>
                <a:custGeom>
                  <a:rect b="b" l="l" r="r" t="t"/>
                  <a:pathLst>
                    <a:path extrusionOk="0" h="2554" w="9678">
                      <a:moveTo>
                        <a:pt x="8880" y="0"/>
                      </a:moveTo>
                      <a:cubicBezTo>
                        <a:pt x="7554" y="889"/>
                        <a:pt x="5501" y="1119"/>
                        <a:pt x="3729" y="1119"/>
                      </a:cubicBezTo>
                      <a:cubicBezTo>
                        <a:pt x="1841" y="1119"/>
                        <a:pt x="273" y="858"/>
                        <a:pt x="242" y="853"/>
                      </a:cubicBezTo>
                      <a:lnTo>
                        <a:pt x="0" y="2266"/>
                      </a:lnTo>
                      <a:cubicBezTo>
                        <a:pt x="130" y="2288"/>
                        <a:pt x="1719" y="2553"/>
                        <a:pt x="3681" y="2553"/>
                      </a:cubicBezTo>
                      <a:cubicBezTo>
                        <a:pt x="4028" y="2553"/>
                        <a:pt x="4388" y="2545"/>
                        <a:pt x="4752" y="2525"/>
                      </a:cubicBezTo>
                      <a:cubicBezTo>
                        <a:pt x="6481" y="2432"/>
                        <a:pt x="8339" y="2088"/>
                        <a:pt x="9678" y="1192"/>
                      </a:cubicBezTo>
                      <a:lnTo>
                        <a:pt x="888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52"/>
                <p:cNvSpPr/>
                <p:nvPr/>
              </p:nvSpPr>
              <p:spPr>
                <a:xfrm>
                  <a:off x="4048125" y="3535750"/>
                  <a:ext cx="102650" cy="180500"/>
                </a:xfrm>
                <a:custGeom>
                  <a:rect b="b" l="l" r="r" t="t"/>
                  <a:pathLst>
                    <a:path extrusionOk="0" h="7220" w="4106">
                      <a:moveTo>
                        <a:pt x="1902" y="1"/>
                      </a:moveTo>
                      <a:lnTo>
                        <a:pt x="1902" y="1"/>
                      </a:lnTo>
                      <a:cubicBezTo>
                        <a:pt x="1902" y="2"/>
                        <a:pt x="0" y="7219"/>
                        <a:pt x="434" y="7219"/>
                      </a:cubicBezTo>
                      <a:cubicBezTo>
                        <a:pt x="448" y="7219"/>
                        <a:pt x="463" y="7212"/>
                        <a:pt x="481" y="7198"/>
                      </a:cubicBezTo>
                      <a:cubicBezTo>
                        <a:pt x="1083" y="6720"/>
                        <a:pt x="4105" y="4730"/>
                        <a:pt x="2871" y="2661"/>
                      </a:cubicBezTo>
                      <a:cubicBezTo>
                        <a:pt x="1850" y="949"/>
                        <a:pt x="1902" y="1"/>
                        <a:pt x="190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52"/>
                <p:cNvSpPr/>
                <p:nvPr/>
              </p:nvSpPr>
              <p:spPr>
                <a:xfrm>
                  <a:off x="3807350" y="3736225"/>
                  <a:ext cx="286425" cy="178900"/>
                </a:xfrm>
                <a:custGeom>
                  <a:rect b="b" l="l" r="r" t="t"/>
                  <a:pathLst>
                    <a:path extrusionOk="0" h="7156" w="11457">
                      <a:moveTo>
                        <a:pt x="683" y="1"/>
                      </a:moveTo>
                      <a:cubicBezTo>
                        <a:pt x="683" y="1"/>
                        <a:pt x="1075" y="2221"/>
                        <a:pt x="0" y="5613"/>
                      </a:cubicBezTo>
                      <a:cubicBezTo>
                        <a:pt x="0" y="5613"/>
                        <a:pt x="1787" y="7155"/>
                        <a:pt x="4970" y="7155"/>
                      </a:cubicBezTo>
                      <a:cubicBezTo>
                        <a:pt x="6728" y="7155"/>
                        <a:pt x="8912" y="6684"/>
                        <a:pt x="11457" y="5223"/>
                      </a:cubicBezTo>
                      <a:lnTo>
                        <a:pt x="10429" y="1805"/>
                      </a:lnTo>
                      <a:lnTo>
                        <a:pt x="68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52"/>
                <p:cNvSpPr/>
                <p:nvPr/>
              </p:nvSpPr>
              <p:spPr>
                <a:xfrm>
                  <a:off x="3815650" y="3586900"/>
                  <a:ext cx="61600" cy="219200"/>
                </a:xfrm>
                <a:custGeom>
                  <a:rect b="b" l="l" r="r" t="t"/>
                  <a:pathLst>
                    <a:path extrusionOk="0" h="8768" w="2464">
                      <a:moveTo>
                        <a:pt x="113" y="1"/>
                      </a:moveTo>
                      <a:cubicBezTo>
                        <a:pt x="58" y="1"/>
                        <a:pt x="1" y="74"/>
                        <a:pt x="42" y="137"/>
                      </a:cubicBezTo>
                      <a:cubicBezTo>
                        <a:pt x="1669" y="2647"/>
                        <a:pt x="2294" y="5735"/>
                        <a:pt x="1783" y="8680"/>
                      </a:cubicBezTo>
                      <a:cubicBezTo>
                        <a:pt x="1773" y="8737"/>
                        <a:pt x="1817" y="8768"/>
                        <a:pt x="1861" y="8768"/>
                      </a:cubicBezTo>
                      <a:cubicBezTo>
                        <a:pt x="1899" y="8768"/>
                        <a:pt x="1937" y="8746"/>
                        <a:pt x="1945" y="8699"/>
                      </a:cubicBezTo>
                      <a:cubicBezTo>
                        <a:pt x="2464" y="5708"/>
                        <a:pt x="1819" y="2581"/>
                        <a:pt x="169" y="34"/>
                      </a:cubicBezTo>
                      <a:cubicBezTo>
                        <a:pt x="154" y="11"/>
                        <a:pt x="133" y="1"/>
                        <a:pt x="1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52"/>
                <p:cNvSpPr/>
                <p:nvPr/>
              </p:nvSpPr>
              <p:spPr>
                <a:xfrm>
                  <a:off x="3920375" y="3275100"/>
                  <a:ext cx="100775" cy="147800"/>
                </a:xfrm>
                <a:custGeom>
                  <a:rect b="b" l="l" r="r" t="t"/>
                  <a:pathLst>
                    <a:path extrusionOk="0" h="5912" w="4031">
                      <a:moveTo>
                        <a:pt x="1382" y="0"/>
                      </a:moveTo>
                      <a:lnTo>
                        <a:pt x="1" y="4816"/>
                      </a:lnTo>
                      <a:lnTo>
                        <a:pt x="0" y="4816"/>
                      </a:lnTo>
                      <a:cubicBezTo>
                        <a:pt x="0" y="4816"/>
                        <a:pt x="1040" y="5912"/>
                        <a:pt x="2489" y="5912"/>
                      </a:cubicBezTo>
                      <a:cubicBezTo>
                        <a:pt x="2966" y="5912"/>
                        <a:pt x="3487" y="5793"/>
                        <a:pt x="4030" y="5476"/>
                      </a:cubicBezTo>
                      <a:lnTo>
                        <a:pt x="3991" y="4255"/>
                      </a:lnTo>
                      <a:lnTo>
                        <a:pt x="3947" y="2923"/>
                      </a:lnTo>
                      <a:lnTo>
                        <a:pt x="3917" y="1990"/>
                      </a:lnTo>
                      <a:lnTo>
                        <a:pt x="1382" y="0"/>
                      </a:lnTo>
                      <a:close/>
                    </a:path>
                  </a:pathLst>
                </a:custGeom>
                <a:solidFill>
                  <a:srgbClr val="9B6C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52"/>
                <p:cNvSpPr/>
                <p:nvPr/>
              </p:nvSpPr>
              <p:spPr>
                <a:xfrm>
                  <a:off x="3964600" y="3314550"/>
                  <a:ext cx="56150" cy="84525"/>
                </a:xfrm>
                <a:custGeom>
                  <a:rect b="b" l="l" r="r" t="t"/>
                  <a:pathLst>
                    <a:path extrusionOk="0" h="3381" w="2246">
                      <a:moveTo>
                        <a:pt x="0" y="1"/>
                      </a:moveTo>
                      <a:lnTo>
                        <a:pt x="0" y="1"/>
                      </a:lnTo>
                      <a:cubicBezTo>
                        <a:pt x="846" y="2417"/>
                        <a:pt x="1866" y="3377"/>
                        <a:pt x="2245" y="3380"/>
                      </a:cubicBezTo>
                      <a:lnTo>
                        <a:pt x="2177" y="1345"/>
                      </a:lnTo>
                      <a:lnTo>
                        <a:pt x="0" y="1"/>
                      </a:lnTo>
                      <a:close/>
                    </a:path>
                  </a:pathLst>
                </a:custGeom>
                <a:solidFill>
                  <a:srgbClr val="3C363C">
                    <a:alpha val="456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52"/>
                <p:cNvSpPr/>
                <p:nvPr/>
              </p:nvSpPr>
              <p:spPr>
                <a:xfrm>
                  <a:off x="3909675" y="3159050"/>
                  <a:ext cx="184450" cy="189075"/>
                </a:xfrm>
                <a:custGeom>
                  <a:rect b="b" l="l" r="r" t="t"/>
                  <a:pathLst>
                    <a:path extrusionOk="0" h="7563" w="7378">
                      <a:moveTo>
                        <a:pt x="3655" y="1"/>
                      </a:moveTo>
                      <a:cubicBezTo>
                        <a:pt x="0" y="1"/>
                        <a:pt x="721" y="2642"/>
                        <a:pt x="972" y="3887"/>
                      </a:cubicBezTo>
                      <a:cubicBezTo>
                        <a:pt x="1159" y="4820"/>
                        <a:pt x="1392" y="5141"/>
                        <a:pt x="1988" y="6081"/>
                      </a:cubicBezTo>
                      <a:cubicBezTo>
                        <a:pt x="2522" y="6921"/>
                        <a:pt x="3515" y="7406"/>
                        <a:pt x="4038" y="7493"/>
                      </a:cubicBezTo>
                      <a:cubicBezTo>
                        <a:pt x="4313" y="7538"/>
                        <a:pt x="4569" y="7562"/>
                        <a:pt x="4805" y="7562"/>
                      </a:cubicBezTo>
                      <a:cubicBezTo>
                        <a:pt x="6190" y="7562"/>
                        <a:pt x="6884" y="6728"/>
                        <a:pt x="6870" y="4499"/>
                      </a:cubicBezTo>
                      <a:cubicBezTo>
                        <a:pt x="6859" y="2878"/>
                        <a:pt x="7378" y="2019"/>
                        <a:pt x="7022" y="1363"/>
                      </a:cubicBezTo>
                      <a:lnTo>
                        <a:pt x="7021" y="1363"/>
                      </a:lnTo>
                      <a:cubicBezTo>
                        <a:pt x="6997" y="1333"/>
                        <a:pt x="6970" y="1302"/>
                        <a:pt x="6945" y="1273"/>
                      </a:cubicBezTo>
                      <a:cubicBezTo>
                        <a:pt x="6334" y="563"/>
                        <a:pt x="5460" y="132"/>
                        <a:pt x="4527" y="45"/>
                      </a:cubicBezTo>
                      <a:cubicBezTo>
                        <a:pt x="4212" y="15"/>
                        <a:pt x="3922" y="1"/>
                        <a:pt x="3655" y="1"/>
                      </a:cubicBezTo>
                      <a:close/>
                    </a:path>
                  </a:pathLst>
                </a:custGeom>
                <a:solidFill>
                  <a:srgbClr val="9B6C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52"/>
                <p:cNvSpPr/>
                <p:nvPr/>
              </p:nvSpPr>
              <p:spPr>
                <a:xfrm>
                  <a:off x="3910775" y="3149350"/>
                  <a:ext cx="182100" cy="102725"/>
                </a:xfrm>
                <a:custGeom>
                  <a:rect b="b" l="l" r="r" t="t"/>
                  <a:pathLst>
                    <a:path extrusionOk="0" h="4109" w="7284">
                      <a:moveTo>
                        <a:pt x="3140" y="0"/>
                      </a:moveTo>
                      <a:cubicBezTo>
                        <a:pt x="2167" y="0"/>
                        <a:pt x="1264" y="176"/>
                        <a:pt x="845" y="520"/>
                      </a:cubicBezTo>
                      <a:cubicBezTo>
                        <a:pt x="1" y="1212"/>
                        <a:pt x="577" y="3926"/>
                        <a:pt x="577" y="3926"/>
                      </a:cubicBezTo>
                      <a:cubicBezTo>
                        <a:pt x="577" y="3926"/>
                        <a:pt x="1075" y="4109"/>
                        <a:pt x="1568" y="4109"/>
                      </a:cubicBezTo>
                      <a:cubicBezTo>
                        <a:pt x="1780" y="4109"/>
                        <a:pt x="1990" y="4075"/>
                        <a:pt x="2160" y="3980"/>
                      </a:cubicBezTo>
                      <a:cubicBezTo>
                        <a:pt x="2696" y="3677"/>
                        <a:pt x="2417" y="2908"/>
                        <a:pt x="2772" y="2908"/>
                      </a:cubicBezTo>
                      <a:cubicBezTo>
                        <a:pt x="2793" y="2908"/>
                        <a:pt x="2816" y="2910"/>
                        <a:pt x="2841" y="2916"/>
                      </a:cubicBezTo>
                      <a:cubicBezTo>
                        <a:pt x="2988" y="2948"/>
                        <a:pt x="3110" y="2962"/>
                        <a:pt x="3210" y="2962"/>
                      </a:cubicBezTo>
                      <a:cubicBezTo>
                        <a:pt x="4150" y="2962"/>
                        <a:pt x="3202" y="1702"/>
                        <a:pt x="3586" y="1702"/>
                      </a:cubicBezTo>
                      <a:cubicBezTo>
                        <a:pt x="3609" y="1702"/>
                        <a:pt x="3637" y="1707"/>
                        <a:pt x="3671" y="1716"/>
                      </a:cubicBezTo>
                      <a:cubicBezTo>
                        <a:pt x="4321" y="1904"/>
                        <a:pt x="5086" y="2450"/>
                        <a:pt x="5718" y="2467"/>
                      </a:cubicBezTo>
                      <a:cubicBezTo>
                        <a:pt x="5718" y="2467"/>
                        <a:pt x="5214" y="2015"/>
                        <a:pt x="5284" y="1613"/>
                      </a:cubicBezTo>
                      <a:lnTo>
                        <a:pt x="5284" y="1613"/>
                      </a:lnTo>
                      <a:cubicBezTo>
                        <a:pt x="5284" y="1614"/>
                        <a:pt x="6522" y="2882"/>
                        <a:pt x="7268" y="2882"/>
                      </a:cubicBezTo>
                      <a:cubicBezTo>
                        <a:pt x="7272" y="2882"/>
                        <a:pt x="7276" y="2882"/>
                        <a:pt x="7280" y="2882"/>
                      </a:cubicBezTo>
                      <a:cubicBezTo>
                        <a:pt x="7280" y="2882"/>
                        <a:pt x="7283" y="1285"/>
                        <a:pt x="5888" y="551"/>
                      </a:cubicBezTo>
                      <a:cubicBezTo>
                        <a:pt x="5185" y="181"/>
                        <a:pt x="4126" y="0"/>
                        <a:pt x="314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52"/>
                <p:cNvSpPr/>
                <p:nvPr/>
              </p:nvSpPr>
              <p:spPr>
                <a:xfrm>
                  <a:off x="3992700" y="3261800"/>
                  <a:ext cx="24450" cy="12625"/>
                </a:xfrm>
                <a:custGeom>
                  <a:rect b="b" l="l" r="r" t="t"/>
                  <a:pathLst>
                    <a:path extrusionOk="0" h="505" w="978">
                      <a:moveTo>
                        <a:pt x="449" y="0"/>
                      </a:moveTo>
                      <a:cubicBezTo>
                        <a:pt x="208" y="0"/>
                        <a:pt x="15" y="96"/>
                        <a:pt x="8" y="225"/>
                      </a:cubicBezTo>
                      <a:cubicBezTo>
                        <a:pt x="0" y="363"/>
                        <a:pt x="210" y="487"/>
                        <a:pt x="475" y="503"/>
                      </a:cubicBezTo>
                      <a:cubicBezTo>
                        <a:pt x="493" y="504"/>
                        <a:pt x="510" y="504"/>
                        <a:pt x="528" y="504"/>
                      </a:cubicBezTo>
                      <a:cubicBezTo>
                        <a:pt x="769" y="504"/>
                        <a:pt x="963" y="408"/>
                        <a:pt x="970" y="279"/>
                      </a:cubicBezTo>
                      <a:cubicBezTo>
                        <a:pt x="978" y="141"/>
                        <a:pt x="768" y="16"/>
                        <a:pt x="503" y="2"/>
                      </a:cubicBezTo>
                      <a:cubicBezTo>
                        <a:pt x="485" y="1"/>
                        <a:pt x="467" y="0"/>
                        <a:pt x="449" y="0"/>
                      </a:cubicBezTo>
                      <a:close/>
                    </a:path>
                  </a:pathLst>
                </a:custGeom>
                <a:solidFill>
                  <a:srgbClr val="D8524A">
                    <a:alpha val="5062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52"/>
                <p:cNvSpPr/>
                <p:nvPr/>
              </p:nvSpPr>
              <p:spPr>
                <a:xfrm>
                  <a:off x="4061250" y="3269225"/>
                  <a:ext cx="20175" cy="12625"/>
                </a:xfrm>
                <a:custGeom>
                  <a:rect b="b" l="l" r="r" t="t"/>
                  <a:pathLst>
                    <a:path extrusionOk="0" h="505" w="807">
                      <a:moveTo>
                        <a:pt x="453" y="0"/>
                      </a:moveTo>
                      <a:cubicBezTo>
                        <a:pt x="211" y="0"/>
                        <a:pt x="15" y="96"/>
                        <a:pt x="8" y="225"/>
                      </a:cubicBezTo>
                      <a:cubicBezTo>
                        <a:pt x="0" y="363"/>
                        <a:pt x="210" y="488"/>
                        <a:pt x="475" y="502"/>
                      </a:cubicBezTo>
                      <a:cubicBezTo>
                        <a:pt x="493" y="504"/>
                        <a:pt x="512" y="504"/>
                        <a:pt x="530" y="504"/>
                      </a:cubicBezTo>
                      <a:cubicBezTo>
                        <a:pt x="633" y="504"/>
                        <a:pt x="728" y="486"/>
                        <a:pt x="802" y="455"/>
                      </a:cubicBezTo>
                      <a:cubicBezTo>
                        <a:pt x="805" y="338"/>
                        <a:pt x="807" y="217"/>
                        <a:pt x="807" y="92"/>
                      </a:cubicBezTo>
                      <a:cubicBezTo>
                        <a:pt x="807" y="86"/>
                        <a:pt x="807" y="81"/>
                        <a:pt x="807" y="76"/>
                      </a:cubicBezTo>
                      <a:cubicBezTo>
                        <a:pt x="726" y="37"/>
                        <a:pt x="619" y="8"/>
                        <a:pt x="503" y="2"/>
                      </a:cubicBezTo>
                      <a:cubicBezTo>
                        <a:pt x="486" y="1"/>
                        <a:pt x="469" y="0"/>
                        <a:pt x="453" y="0"/>
                      </a:cubicBezTo>
                      <a:close/>
                    </a:path>
                  </a:pathLst>
                </a:custGeom>
                <a:solidFill>
                  <a:srgbClr val="D8524A">
                    <a:alpha val="5062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52"/>
                <p:cNvSpPr/>
                <p:nvPr/>
              </p:nvSpPr>
              <p:spPr>
                <a:xfrm>
                  <a:off x="3929275" y="3227425"/>
                  <a:ext cx="52400" cy="63775"/>
                </a:xfrm>
                <a:custGeom>
                  <a:rect b="b" l="l" r="r" t="t"/>
                  <a:pathLst>
                    <a:path extrusionOk="0" h="2551" w="2096">
                      <a:moveTo>
                        <a:pt x="808" y="1"/>
                      </a:moveTo>
                      <a:cubicBezTo>
                        <a:pt x="796" y="1"/>
                        <a:pt x="784" y="1"/>
                        <a:pt x="771" y="2"/>
                      </a:cubicBezTo>
                      <a:cubicBezTo>
                        <a:pt x="112" y="55"/>
                        <a:pt x="0" y="632"/>
                        <a:pt x="30" y="1228"/>
                      </a:cubicBezTo>
                      <a:cubicBezTo>
                        <a:pt x="58" y="1797"/>
                        <a:pt x="372" y="2551"/>
                        <a:pt x="1118" y="2551"/>
                      </a:cubicBezTo>
                      <a:cubicBezTo>
                        <a:pt x="1153" y="2551"/>
                        <a:pt x="1189" y="2549"/>
                        <a:pt x="1226" y="2546"/>
                      </a:cubicBezTo>
                      <a:cubicBezTo>
                        <a:pt x="1638" y="2506"/>
                        <a:pt x="1855" y="2259"/>
                        <a:pt x="1963" y="1990"/>
                      </a:cubicBezTo>
                      <a:cubicBezTo>
                        <a:pt x="2096" y="1662"/>
                        <a:pt x="2055" y="1289"/>
                        <a:pt x="1879" y="982"/>
                      </a:cubicBezTo>
                      <a:cubicBezTo>
                        <a:pt x="1656" y="595"/>
                        <a:pt x="1243" y="1"/>
                        <a:pt x="8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52"/>
                <p:cNvSpPr/>
                <p:nvPr/>
              </p:nvSpPr>
              <p:spPr>
                <a:xfrm>
                  <a:off x="3939650" y="3240050"/>
                  <a:ext cx="22725" cy="35950"/>
                </a:xfrm>
                <a:custGeom>
                  <a:rect b="b" l="l" r="r" t="t"/>
                  <a:pathLst>
                    <a:path extrusionOk="0" h="1438" w="909">
                      <a:moveTo>
                        <a:pt x="197" y="1"/>
                      </a:moveTo>
                      <a:cubicBezTo>
                        <a:pt x="161" y="1"/>
                        <a:pt x="124" y="5"/>
                        <a:pt x="86" y="14"/>
                      </a:cubicBezTo>
                      <a:cubicBezTo>
                        <a:pt x="1" y="35"/>
                        <a:pt x="38" y="156"/>
                        <a:pt x="116" y="156"/>
                      </a:cubicBezTo>
                      <a:cubicBezTo>
                        <a:pt x="122" y="156"/>
                        <a:pt x="129" y="155"/>
                        <a:pt x="135" y="153"/>
                      </a:cubicBezTo>
                      <a:cubicBezTo>
                        <a:pt x="160" y="147"/>
                        <a:pt x="184" y="145"/>
                        <a:pt x="208" y="145"/>
                      </a:cubicBezTo>
                      <a:cubicBezTo>
                        <a:pt x="444" y="145"/>
                        <a:pt x="621" y="427"/>
                        <a:pt x="679" y="621"/>
                      </a:cubicBezTo>
                      <a:cubicBezTo>
                        <a:pt x="750" y="861"/>
                        <a:pt x="714" y="1113"/>
                        <a:pt x="662" y="1352"/>
                      </a:cubicBezTo>
                      <a:cubicBezTo>
                        <a:pt x="650" y="1405"/>
                        <a:pt x="693" y="1438"/>
                        <a:pt x="736" y="1438"/>
                      </a:cubicBezTo>
                      <a:cubicBezTo>
                        <a:pt x="767" y="1438"/>
                        <a:pt x="798" y="1420"/>
                        <a:pt x="807" y="1381"/>
                      </a:cubicBezTo>
                      <a:cubicBezTo>
                        <a:pt x="881" y="1034"/>
                        <a:pt x="909" y="656"/>
                        <a:pt x="715" y="341"/>
                      </a:cubicBezTo>
                      <a:cubicBezTo>
                        <a:pt x="600" y="153"/>
                        <a:pt x="414" y="1"/>
                        <a:pt x="1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52"/>
                <p:cNvSpPr/>
                <p:nvPr/>
              </p:nvSpPr>
              <p:spPr>
                <a:xfrm>
                  <a:off x="4048800" y="3231875"/>
                  <a:ext cx="48150" cy="54175"/>
                </a:xfrm>
                <a:custGeom>
                  <a:rect b="b" l="l" r="r" t="t"/>
                  <a:pathLst>
                    <a:path extrusionOk="0" h="2167" w="1926">
                      <a:moveTo>
                        <a:pt x="945" y="163"/>
                      </a:moveTo>
                      <a:cubicBezTo>
                        <a:pt x="1134" y="163"/>
                        <a:pt x="1317" y="243"/>
                        <a:pt x="1463" y="391"/>
                      </a:cubicBezTo>
                      <a:cubicBezTo>
                        <a:pt x="1626" y="554"/>
                        <a:pt x="1725" y="780"/>
                        <a:pt x="1743" y="1028"/>
                      </a:cubicBezTo>
                      <a:cubicBezTo>
                        <a:pt x="1760" y="1276"/>
                        <a:pt x="1695" y="1513"/>
                        <a:pt x="1557" y="1698"/>
                      </a:cubicBezTo>
                      <a:cubicBezTo>
                        <a:pt x="1422" y="1879"/>
                        <a:pt x="1236" y="1988"/>
                        <a:pt x="1029" y="2002"/>
                      </a:cubicBezTo>
                      <a:cubicBezTo>
                        <a:pt x="1013" y="2003"/>
                        <a:pt x="997" y="2004"/>
                        <a:pt x="981" y="2004"/>
                      </a:cubicBezTo>
                      <a:cubicBezTo>
                        <a:pt x="571" y="2004"/>
                        <a:pt x="219" y="1627"/>
                        <a:pt x="184" y="1139"/>
                      </a:cubicBezTo>
                      <a:cubicBezTo>
                        <a:pt x="166" y="891"/>
                        <a:pt x="232" y="653"/>
                        <a:pt x="370" y="468"/>
                      </a:cubicBezTo>
                      <a:cubicBezTo>
                        <a:pt x="505" y="288"/>
                        <a:pt x="692" y="180"/>
                        <a:pt x="898" y="165"/>
                      </a:cubicBezTo>
                      <a:cubicBezTo>
                        <a:pt x="914" y="164"/>
                        <a:pt x="929" y="163"/>
                        <a:pt x="945" y="163"/>
                      </a:cubicBezTo>
                      <a:close/>
                      <a:moveTo>
                        <a:pt x="947" y="0"/>
                      </a:moveTo>
                      <a:cubicBezTo>
                        <a:pt x="927" y="0"/>
                        <a:pt x="907" y="1"/>
                        <a:pt x="886" y="3"/>
                      </a:cubicBezTo>
                      <a:cubicBezTo>
                        <a:pt x="632" y="20"/>
                        <a:pt x="403" y="152"/>
                        <a:pt x="239" y="372"/>
                      </a:cubicBezTo>
                      <a:cubicBezTo>
                        <a:pt x="79" y="588"/>
                        <a:pt x="1" y="864"/>
                        <a:pt x="22" y="1151"/>
                      </a:cubicBezTo>
                      <a:cubicBezTo>
                        <a:pt x="63" y="1724"/>
                        <a:pt x="487" y="2166"/>
                        <a:pt x="981" y="2166"/>
                      </a:cubicBezTo>
                      <a:cubicBezTo>
                        <a:pt x="1001" y="2166"/>
                        <a:pt x="1021" y="2166"/>
                        <a:pt x="1041" y="2164"/>
                      </a:cubicBezTo>
                      <a:cubicBezTo>
                        <a:pt x="1064" y="2163"/>
                        <a:pt x="1088" y="2160"/>
                        <a:pt x="1111" y="2156"/>
                      </a:cubicBezTo>
                      <a:cubicBezTo>
                        <a:pt x="1336" y="2121"/>
                        <a:pt x="1539" y="1995"/>
                        <a:pt x="1687" y="1796"/>
                      </a:cubicBezTo>
                      <a:cubicBezTo>
                        <a:pt x="1848" y="1580"/>
                        <a:pt x="1926" y="1303"/>
                        <a:pt x="1905" y="1016"/>
                      </a:cubicBezTo>
                      <a:cubicBezTo>
                        <a:pt x="1884" y="730"/>
                        <a:pt x="1769" y="467"/>
                        <a:pt x="1578" y="275"/>
                      </a:cubicBezTo>
                      <a:cubicBezTo>
                        <a:pt x="1401" y="97"/>
                        <a:pt x="1180" y="0"/>
                        <a:pt x="94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52"/>
                <p:cNvSpPr/>
                <p:nvPr/>
              </p:nvSpPr>
              <p:spPr>
                <a:xfrm>
                  <a:off x="3994500" y="3227550"/>
                  <a:ext cx="48675" cy="54200"/>
                </a:xfrm>
                <a:custGeom>
                  <a:rect b="b" l="l" r="r" t="t"/>
                  <a:pathLst>
                    <a:path extrusionOk="0" h="2168" w="1947">
                      <a:moveTo>
                        <a:pt x="969" y="164"/>
                      </a:moveTo>
                      <a:cubicBezTo>
                        <a:pt x="1157" y="164"/>
                        <a:pt x="1339" y="244"/>
                        <a:pt x="1485" y="392"/>
                      </a:cubicBezTo>
                      <a:cubicBezTo>
                        <a:pt x="1647" y="555"/>
                        <a:pt x="1746" y="780"/>
                        <a:pt x="1763" y="1028"/>
                      </a:cubicBezTo>
                      <a:cubicBezTo>
                        <a:pt x="1782" y="1276"/>
                        <a:pt x="1715" y="1514"/>
                        <a:pt x="1578" y="1698"/>
                      </a:cubicBezTo>
                      <a:cubicBezTo>
                        <a:pt x="1443" y="1880"/>
                        <a:pt x="1256" y="1988"/>
                        <a:pt x="1050" y="2003"/>
                      </a:cubicBezTo>
                      <a:cubicBezTo>
                        <a:pt x="1034" y="2004"/>
                        <a:pt x="1019" y="2005"/>
                        <a:pt x="1003" y="2005"/>
                      </a:cubicBezTo>
                      <a:cubicBezTo>
                        <a:pt x="814" y="2005"/>
                        <a:pt x="632" y="1925"/>
                        <a:pt x="485" y="1777"/>
                      </a:cubicBezTo>
                      <a:cubicBezTo>
                        <a:pt x="323" y="1614"/>
                        <a:pt x="223" y="1387"/>
                        <a:pt x="206" y="1140"/>
                      </a:cubicBezTo>
                      <a:cubicBezTo>
                        <a:pt x="169" y="634"/>
                        <a:pt x="489" y="198"/>
                        <a:pt x="919" y="166"/>
                      </a:cubicBezTo>
                      <a:cubicBezTo>
                        <a:pt x="935" y="165"/>
                        <a:pt x="952" y="164"/>
                        <a:pt x="969" y="164"/>
                      </a:cubicBezTo>
                      <a:close/>
                      <a:moveTo>
                        <a:pt x="966" y="1"/>
                      </a:moveTo>
                      <a:cubicBezTo>
                        <a:pt x="947" y="1"/>
                        <a:pt x="927" y="1"/>
                        <a:pt x="908" y="3"/>
                      </a:cubicBezTo>
                      <a:cubicBezTo>
                        <a:pt x="388" y="40"/>
                        <a:pt x="1" y="555"/>
                        <a:pt x="43" y="1152"/>
                      </a:cubicBezTo>
                      <a:cubicBezTo>
                        <a:pt x="64" y="1438"/>
                        <a:pt x="179" y="1701"/>
                        <a:pt x="369" y="1892"/>
                      </a:cubicBezTo>
                      <a:cubicBezTo>
                        <a:pt x="547" y="2071"/>
                        <a:pt x="770" y="2167"/>
                        <a:pt x="1003" y="2167"/>
                      </a:cubicBezTo>
                      <a:cubicBezTo>
                        <a:pt x="1023" y="2167"/>
                        <a:pt x="1043" y="2166"/>
                        <a:pt x="1062" y="2165"/>
                      </a:cubicBezTo>
                      <a:cubicBezTo>
                        <a:pt x="1085" y="2163"/>
                        <a:pt x="1108" y="2161"/>
                        <a:pt x="1131" y="2157"/>
                      </a:cubicBezTo>
                      <a:cubicBezTo>
                        <a:pt x="1358" y="2122"/>
                        <a:pt x="1561" y="1995"/>
                        <a:pt x="1708" y="1796"/>
                      </a:cubicBezTo>
                      <a:cubicBezTo>
                        <a:pt x="1870" y="1580"/>
                        <a:pt x="1946" y="1303"/>
                        <a:pt x="1926" y="1017"/>
                      </a:cubicBezTo>
                      <a:cubicBezTo>
                        <a:pt x="1906" y="730"/>
                        <a:pt x="1791" y="467"/>
                        <a:pt x="1600" y="277"/>
                      </a:cubicBezTo>
                      <a:cubicBezTo>
                        <a:pt x="1422" y="97"/>
                        <a:pt x="1199" y="1"/>
                        <a:pt x="96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52"/>
                <p:cNvSpPr/>
                <p:nvPr/>
              </p:nvSpPr>
              <p:spPr>
                <a:xfrm>
                  <a:off x="4039375" y="3248750"/>
                  <a:ext cx="13975" cy="5475"/>
                </a:xfrm>
                <a:custGeom>
                  <a:rect b="b" l="l" r="r" t="t"/>
                  <a:pathLst>
                    <a:path extrusionOk="0" h="219" w="559">
                      <a:moveTo>
                        <a:pt x="224" y="1"/>
                      </a:moveTo>
                      <a:cubicBezTo>
                        <a:pt x="171" y="1"/>
                        <a:pt x="117" y="11"/>
                        <a:pt x="65" y="33"/>
                      </a:cubicBezTo>
                      <a:cubicBezTo>
                        <a:pt x="1" y="60"/>
                        <a:pt x="32" y="150"/>
                        <a:pt x="90" y="150"/>
                      </a:cubicBezTo>
                      <a:cubicBezTo>
                        <a:pt x="98" y="150"/>
                        <a:pt x="106" y="149"/>
                        <a:pt x="115" y="145"/>
                      </a:cubicBezTo>
                      <a:cubicBezTo>
                        <a:pt x="151" y="130"/>
                        <a:pt x="189" y="122"/>
                        <a:pt x="227" y="122"/>
                      </a:cubicBezTo>
                      <a:cubicBezTo>
                        <a:pt x="298" y="122"/>
                        <a:pt x="368" y="148"/>
                        <a:pt x="421" y="200"/>
                      </a:cubicBezTo>
                      <a:cubicBezTo>
                        <a:pt x="434" y="213"/>
                        <a:pt x="450" y="219"/>
                        <a:pt x="466" y="219"/>
                      </a:cubicBezTo>
                      <a:cubicBezTo>
                        <a:pt x="514" y="219"/>
                        <a:pt x="558" y="165"/>
                        <a:pt x="515" y="123"/>
                      </a:cubicBezTo>
                      <a:cubicBezTo>
                        <a:pt x="434" y="44"/>
                        <a:pt x="331" y="1"/>
                        <a:pt x="22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52"/>
                <p:cNvSpPr/>
                <p:nvPr/>
              </p:nvSpPr>
              <p:spPr>
                <a:xfrm>
                  <a:off x="3961425" y="3229725"/>
                  <a:ext cx="38175" cy="18350"/>
                </a:xfrm>
                <a:custGeom>
                  <a:rect b="b" l="l" r="r" t="t"/>
                  <a:pathLst>
                    <a:path extrusionOk="0" h="734" w="1527">
                      <a:moveTo>
                        <a:pt x="88" y="1"/>
                      </a:moveTo>
                      <a:cubicBezTo>
                        <a:pt x="13" y="1"/>
                        <a:pt x="1" y="118"/>
                        <a:pt x="78" y="122"/>
                      </a:cubicBezTo>
                      <a:cubicBezTo>
                        <a:pt x="580" y="149"/>
                        <a:pt x="1039" y="354"/>
                        <a:pt x="1389" y="714"/>
                      </a:cubicBezTo>
                      <a:cubicBezTo>
                        <a:pt x="1403" y="728"/>
                        <a:pt x="1419" y="734"/>
                        <a:pt x="1434" y="734"/>
                      </a:cubicBezTo>
                      <a:cubicBezTo>
                        <a:pt x="1482" y="734"/>
                        <a:pt x="1526" y="680"/>
                        <a:pt x="1485" y="638"/>
                      </a:cubicBezTo>
                      <a:cubicBezTo>
                        <a:pt x="1111" y="253"/>
                        <a:pt x="627" y="30"/>
                        <a:pt x="92" y="1"/>
                      </a:cubicBezTo>
                      <a:cubicBezTo>
                        <a:pt x="91" y="1"/>
                        <a:pt x="90" y="1"/>
                        <a:pt x="8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52"/>
                <p:cNvSpPr/>
                <p:nvPr/>
              </p:nvSpPr>
              <p:spPr>
                <a:xfrm>
                  <a:off x="4130850" y="5116925"/>
                  <a:ext cx="86075" cy="192725"/>
                </a:xfrm>
                <a:custGeom>
                  <a:rect b="b" l="l" r="r" t="t"/>
                  <a:pathLst>
                    <a:path extrusionOk="0" h="7709" w="3443">
                      <a:moveTo>
                        <a:pt x="93" y="0"/>
                      </a:moveTo>
                      <a:lnTo>
                        <a:pt x="1" y="7660"/>
                      </a:lnTo>
                      <a:lnTo>
                        <a:pt x="2410" y="7708"/>
                      </a:lnTo>
                      <a:lnTo>
                        <a:pt x="3443" y="336"/>
                      </a:lnTo>
                      <a:lnTo>
                        <a:pt x="93" y="0"/>
                      </a:lnTo>
                      <a:close/>
                    </a:path>
                  </a:pathLst>
                </a:custGeom>
                <a:solidFill>
                  <a:srgbClr val="9B6C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52"/>
                <p:cNvSpPr/>
                <p:nvPr/>
              </p:nvSpPr>
              <p:spPr>
                <a:xfrm>
                  <a:off x="4120500" y="5283450"/>
                  <a:ext cx="270725" cy="114125"/>
                </a:xfrm>
                <a:custGeom>
                  <a:rect b="b" l="l" r="r" t="t"/>
                  <a:pathLst>
                    <a:path extrusionOk="0" h="4565" w="10829">
                      <a:moveTo>
                        <a:pt x="92" y="0"/>
                      </a:moveTo>
                      <a:cubicBezTo>
                        <a:pt x="33" y="0"/>
                        <a:pt x="1" y="54"/>
                        <a:pt x="14" y="193"/>
                      </a:cubicBezTo>
                      <a:cubicBezTo>
                        <a:pt x="78" y="832"/>
                        <a:pt x="485" y="4565"/>
                        <a:pt x="485" y="4565"/>
                      </a:cubicBezTo>
                      <a:lnTo>
                        <a:pt x="10828" y="4565"/>
                      </a:lnTo>
                      <a:cubicBezTo>
                        <a:pt x="10509" y="2911"/>
                        <a:pt x="9761" y="2432"/>
                        <a:pt x="8909" y="2378"/>
                      </a:cubicBezTo>
                      <a:cubicBezTo>
                        <a:pt x="8056" y="2325"/>
                        <a:pt x="4623" y="1540"/>
                        <a:pt x="4623" y="1540"/>
                      </a:cubicBezTo>
                      <a:cubicBezTo>
                        <a:pt x="4623" y="1540"/>
                        <a:pt x="3861" y="262"/>
                        <a:pt x="3279" y="68"/>
                      </a:cubicBezTo>
                      <a:cubicBezTo>
                        <a:pt x="3232" y="52"/>
                        <a:pt x="3188" y="45"/>
                        <a:pt x="3144" y="45"/>
                      </a:cubicBezTo>
                      <a:cubicBezTo>
                        <a:pt x="2644" y="45"/>
                        <a:pt x="2359" y="999"/>
                        <a:pt x="2359" y="999"/>
                      </a:cubicBezTo>
                      <a:lnTo>
                        <a:pt x="876" y="715"/>
                      </a:lnTo>
                      <a:cubicBezTo>
                        <a:pt x="876" y="715"/>
                        <a:pt x="308" y="0"/>
                        <a:pt x="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52"/>
                <p:cNvSpPr/>
                <p:nvPr/>
              </p:nvSpPr>
              <p:spPr>
                <a:xfrm>
                  <a:off x="4126950" y="5340700"/>
                  <a:ext cx="132100" cy="38200"/>
                </a:xfrm>
                <a:custGeom>
                  <a:rect b="b" l="l" r="r" t="t"/>
                  <a:pathLst>
                    <a:path extrusionOk="0" h="1528" w="5284">
                      <a:moveTo>
                        <a:pt x="142" y="1"/>
                      </a:moveTo>
                      <a:cubicBezTo>
                        <a:pt x="38" y="1"/>
                        <a:pt x="0" y="167"/>
                        <a:pt x="114" y="193"/>
                      </a:cubicBezTo>
                      <a:cubicBezTo>
                        <a:pt x="900" y="377"/>
                        <a:pt x="1703" y="475"/>
                        <a:pt x="2511" y="475"/>
                      </a:cubicBezTo>
                      <a:cubicBezTo>
                        <a:pt x="2617" y="475"/>
                        <a:pt x="2723" y="474"/>
                        <a:pt x="2830" y="470"/>
                      </a:cubicBezTo>
                      <a:cubicBezTo>
                        <a:pt x="3102" y="461"/>
                        <a:pt x="3380" y="430"/>
                        <a:pt x="3656" y="430"/>
                      </a:cubicBezTo>
                      <a:cubicBezTo>
                        <a:pt x="3832" y="430"/>
                        <a:pt x="4007" y="443"/>
                        <a:pt x="4180" y="481"/>
                      </a:cubicBezTo>
                      <a:cubicBezTo>
                        <a:pt x="4634" y="583"/>
                        <a:pt x="5060" y="930"/>
                        <a:pt x="5023" y="1433"/>
                      </a:cubicBezTo>
                      <a:cubicBezTo>
                        <a:pt x="5018" y="1496"/>
                        <a:pt x="5065" y="1527"/>
                        <a:pt x="5114" y="1527"/>
                      </a:cubicBezTo>
                      <a:cubicBezTo>
                        <a:pt x="5163" y="1527"/>
                        <a:pt x="5215" y="1496"/>
                        <a:pt x="5219" y="1433"/>
                      </a:cubicBezTo>
                      <a:cubicBezTo>
                        <a:pt x="5283" y="572"/>
                        <a:pt x="4363" y="237"/>
                        <a:pt x="3655" y="237"/>
                      </a:cubicBezTo>
                      <a:cubicBezTo>
                        <a:pt x="3652" y="237"/>
                        <a:pt x="3648" y="237"/>
                        <a:pt x="3645" y="237"/>
                      </a:cubicBezTo>
                      <a:cubicBezTo>
                        <a:pt x="3204" y="239"/>
                        <a:pt x="2767" y="275"/>
                        <a:pt x="2327" y="275"/>
                      </a:cubicBezTo>
                      <a:cubicBezTo>
                        <a:pt x="2221" y="275"/>
                        <a:pt x="2116" y="273"/>
                        <a:pt x="2010" y="268"/>
                      </a:cubicBezTo>
                      <a:cubicBezTo>
                        <a:pt x="1388" y="237"/>
                        <a:pt x="773" y="146"/>
                        <a:pt x="167" y="4"/>
                      </a:cubicBezTo>
                      <a:cubicBezTo>
                        <a:pt x="158" y="2"/>
                        <a:pt x="150" y="1"/>
                        <a:pt x="14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52"/>
                <p:cNvSpPr/>
                <p:nvPr/>
              </p:nvSpPr>
              <p:spPr>
                <a:xfrm>
                  <a:off x="4306625" y="5342450"/>
                  <a:ext cx="38225" cy="40600"/>
                </a:xfrm>
                <a:custGeom>
                  <a:rect b="b" l="l" r="r" t="t"/>
                  <a:pathLst>
                    <a:path extrusionOk="0" h="1624" w="1529">
                      <a:moveTo>
                        <a:pt x="1416" y="1"/>
                      </a:moveTo>
                      <a:cubicBezTo>
                        <a:pt x="1411" y="1"/>
                        <a:pt x="1407" y="1"/>
                        <a:pt x="1403" y="2"/>
                      </a:cubicBezTo>
                      <a:cubicBezTo>
                        <a:pt x="622" y="85"/>
                        <a:pt x="44" y="755"/>
                        <a:pt x="4" y="1529"/>
                      </a:cubicBezTo>
                      <a:cubicBezTo>
                        <a:pt x="1" y="1592"/>
                        <a:pt x="48" y="1623"/>
                        <a:pt x="97" y="1623"/>
                      </a:cubicBezTo>
                      <a:cubicBezTo>
                        <a:pt x="146" y="1623"/>
                        <a:pt x="197" y="1592"/>
                        <a:pt x="200" y="1529"/>
                      </a:cubicBezTo>
                      <a:cubicBezTo>
                        <a:pt x="235" y="870"/>
                        <a:pt x="732" y="269"/>
                        <a:pt x="1403" y="198"/>
                      </a:cubicBezTo>
                      <a:cubicBezTo>
                        <a:pt x="1523" y="185"/>
                        <a:pt x="1529" y="1"/>
                        <a:pt x="14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52"/>
                <p:cNvSpPr/>
                <p:nvPr/>
              </p:nvSpPr>
              <p:spPr>
                <a:xfrm>
                  <a:off x="4130025" y="5378200"/>
                  <a:ext cx="256675" cy="7550"/>
                </a:xfrm>
                <a:custGeom>
                  <a:rect b="b" l="l" r="r" t="t"/>
                  <a:pathLst>
                    <a:path extrusionOk="0" h="302" w="10267">
                      <a:moveTo>
                        <a:pt x="125" y="0"/>
                      </a:moveTo>
                      <a:cubicBezTo>
                        <a:pt x="0" y="0"/>
                        <a:pt x="0" y="195"/>
                        <a:pt x="126" y="196"/>
                      </a:cubicBezTo>
                      <a:cubicBezTo>
                        <a:pt x="2833" y="225"/>
                        <a:pt x="5540" y="253"/>
                        <a:pt x="8246" y="282"/>
                      </a:cubicBezTo>
                      <a:cubicBezTo>
                        <a:pt x="8878" y="288"/>
                        <a:pt x="9509" y="295"/>
                        <a:pt x="10141" y="301"/>
                      </a:cubicBezTo>
                      <a:cubicBezTo>
                        <a:pt x="10141" y="301"/>
                        <a:pt x="10141" y="301"/>
                        <a:pt x="10142" y="301"/>
                      </a:cubicBezTo>
                      <a:cubicBezTo>
                        <a:pt x="10267" y="301"/>
                        <a:pt x="10266" y="106"/>
                        <a:pt x="10141" y="104"/>
                      </a:cubicBezTo>
                      <a:cubicBezTo>
                        <a:pt x="7434" y="77"/>
                        <a:pt x="4728" y="48"/>
                        <a:pt x="2021" y="20"/>
                      </a:cubicBezTo>
                      <a:cubicBezTo>
                        <a:pt x="1390" y="13"/>
                        <a:pt x="758" y="7"/>
                        <a:pt x="126" y="0"/>
                      </a:cubicBezTo>
                      <a:cubicBezTo>
                        <a:pt x="126" y="0"/>
                        <a:pt x="125" y="0"/>
                        <a:pt x="1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52"/>
                <p:cNvSpPr/>
                <p:nvPr/>
              </p:nvSpPr>
              <p:spPr>
                <a:xfrm>
                  <a:off x="3897200" y="3958050"/>
                  <a:ext cx="373150" cy="1197025"/>
                </a:xfrm>
                <a:custGeom>
                  <a:rect b="b" l="l" r="r" t="t"/>
                  <a:pathLst>
                    <a:path extrusionOk="0" h="47881" w="14926">
                      <a:moveTo>
                        <a:pt x="10530" y="1"/>
                      </a:moveTo>
                      <a:lnTo>
                        <a:pt x="1" y="3400"/>
                      </a:lnTo>
                      <a:cubicBezTo>
                        <a:pt x="1" y="3400"/>
                        <a:pt x="6051" y="21618"/>
                        <a:pt x="6954" y="24867"/>
                      </a:cubicBezTo>
                      <a:cubicBezTo>
                        <a:pt x="7739" y="27684"/>
                        <a:pt x="9190" y="47880"/>
                        <a:pt x="9190" y="47880"/>
                      </a:cubicBezTo>
                      <a:lnTo>
                        <a:pt x="13032" y="47880"/>
                      </a:lnTo>
                      <a:cubicBezTo>
                        <a:pt x="13032" y="47880"/>
                        <a:pt x="13719" y="46086"/>
                        <a:pt x="14925" y="25077"/>
                      </a:cubicBezTo>
                      <a:cubicBezTo>
                        <a:pt x="13084" y="9279"/>
                        <a:pt x="10530" y="1"/>
                        <a:pt x="1053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52"/>
                <p:cNvSpPr/>
                <p:nvPr/>
              </p:nvSpPr>
              <p:spPr>
                <a:xfrm>
                  <a:off x="3986275" y="4059750"/>
                  <a:ext cx="208625" cy="47825"/>
                </a:xfrm>
                <a:custGeom>
                  <a:rect b="b" l="l" r="r" t="t"/>
                  <a:pathLst>
                    <a:path extrusionOk="0" h="1913" w="8345">
                      <a:moveTo>
                        <a:pt x="1960" y="0"/>
                      </a:moveTo>
                      <a:cubicBezTo>
                        <a:pt x="1289" y="0"/>
                        <a:pt x="626" y="156"/>
                        <a:pt x="66" y="549"/>
                      </a:cubicBezTo>
                      <a:cubicBezTo>
                        <a:pt x="0" y="595"/>
                        <a:pt x="40" y="693"/>
                        <a:pt x="102" y="693"/>
                      </a:cubicBezTo>
                      <a:cubicBezTo>
                        <a:pt x="114" y="693"/>
                        <a:pt x="128" y="689"/>
                        <a:pt x="141" y="679"/>
                      </a:cubicBezTo>
                      <a:cubicBezTo>
                        <a:pt x="699" y="288"/>
                        <a:pt x="1295" y="138"/>
                        <a:pt x="1904" y="138"/>
                      </a:cubicBezTo>
                      <a:cubicBezTo>
                        <a:pt x="3221" y="138"/>
                        <a:pt x="4597" y="841"/>
                        <a:pt x="5769" y="1321"/>
                      </a:cubicBezTo>
                      <a:cubicBezTo>
                        <a:pt x="6555" y="1643"/>
                        <a:pt x="7399" y="1913"/>
                        <a:pt x="8255" y="1913"/>
                      </a:cubicBezTo>
                      <a:cubicBezTo>
                        <a:pt x="8284" y="1913"/>
                        <a:pt x="8314" y="1913"/>
                        <a:pt x="8344" y="1912"/>
                      </a:cubicBezTo>
                      <a:cubicBezTo>
                        <a:pt x="8333" y="1860"/>
                        <a:pt x="8323" y="1810"/>
                        <a:pt x="8312" y="1761"/>
                      </a:cubicBezTo>
                      <a:lnTo>
                        <a:pt x="8242" y="1761"/>
                      </a:lnTo>
                      <a:cubicBezTo>
                        <a:pt x="6231" y="1750"/>
                        <a:pt x="4594" y="339"/>
                        <a:pt x="2645" y="52"/>
                      </a:cubicBezTo>
                      <a:cubicBezTo>
                        <a:pt x="2419" y="19"/>
                        <a:pt x="2189" y="0"/>
                        <a:pt x="196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52"/>
                <p:cNvSpPr/>
                <p:nvPr/>
              </p:nvSpPr>
              <p:spPr>
                <a:xfrm>
                  <a:off x="4087225" y="4156025"/>
                  <a:ext cx="160925" cy="258775"/>
                </a:xfrm>
                <a:custGeom>
                  <a:rect b="b" l="l" r="r" t="t"/>
                  <a:pathLst>
                    <a:path extrusionOk="0" h="10351" w="6437">
                      <a:moveTo>
                        <a:pt x="3287" y="0"/>
                      </a:moveTo>
                      <a:cubicBezTo>
                        <a:pt x="2826" y="0"/>
                        <a:pt x="2367" y="78"/>
                        <a:pt x="1928" y="257"/>
                      </a:cubicBezTo>
                      <a:cubicBezTo>
                        <a:pt x="858" y="694"/>
                        <a:pt x="1" y="1701"/>
                        <a:pt x="33" y="2898"/>
                      </a:cubicBezTo>
                      <a:cubicBezTo>
                        <a:pt x="52" y="3617"/>
                        <a:pt x="354" y="4298"/>
                        <a:pt x="707" y="4912"/>
                      </a:cubicBezTo>
                      <a:cubicBezTo>
                        <a:pt x="1043" y="5492"/>
                        <a:pt x="1428" y="6045"/>
                        <a:pt x="1845" y="6568"/>
                      </a:cubicBezTo>
                      <a:cubicBezTo>
                        <a:pt x="2674" y="7608"/>
                        <a:pt x="3649" y="8528"/>
                        <a:pt x="4729" y="9301"/>
                      </a:cubicBezTo>
                      <a:cubicBezTo>
                        <a:pt x="5273" y="9691"/>
                        <a:pt x="5844" y="10042"/>
                        <a:pt x="6437" y="10351"/>
                      </a:cubicBezTo>
                      <a:cubicBezTo>
                        <a:pt x="6428" y="10288"/>
                        <a:pt x="6418" y="10226"/>
                        <a:pt x="6409" y="10165"/>
                      </a:cubicBezTo>
                      <a:cubicBezTo>
                        <a:pt x="4982" y="9404"/>
                        <a:pt x="3686" y="8402"/>
                        <a:pt x="2591" y="7208"/>
                      </a:cubicBezTo>
                      <a:cubicBezTo>
                        <a:pt x="1737" y="6278"/>
                        <a:pt x="890" y="5186"/>
                        <a:pt x="428" y="4000"/>
                      </a:cubicBezTo>
                      <a:cubicBezTo>
                        <a:pt x="172" y="3345"/>
                        <a:pt x="81" y="2629"/>
                        <a:pt x="350" y="1964"/>
                      </a:cubicBezTo>
                      <a:cubicBezTo>
                        <a:pt x="575" y="1410"/>
                        <a:pt x="1003" y="951"/>
                        <a:pt x="1508" y="640"/>
                      </a:cubicBezTo>
                      <a:cubicBezTo>
                        <a:pt x="2062" y="299"/>
                        <a:pt x="2670" y="157"/>
                        <a:pt x="3286" y="157"/>
                      </a:cubicBezTo>
                      <a:cubicBezTo>
                        <a:pt x="3785" y="157"/>
                        <a:pt x="4289" y="250"/>
                        <a:pt x="4773" y="405"/>
                      </a:cubicBezTo>
                      <a:cubicBezTo>
                        <a:pt x="4762" y="348"/>
                        <a:pt x="4751" y="291"/>
                        <a:pt x="4740" y="234"/>
                      </a:cubicBezTo>
                      <a:cubicBezTo>
                        <a:pt x="4267" y="88"/>
                        <a:pt x="3776" y="0"/>
                        <a:pt x="32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52"/>
                <p:cNvSpPr/>
                <p:nvPr/>
              </p:nvSpPr>
              <p:spPr>
                <a:xfrm>
                  <a:off x="4000450" y="4290625"/>
                  <a:ext cx="130850" cy="329525"/>
                </a:xfrm>
                <a:custGeom>
                  <a:rect b="b" l="l" r="r" t="t"/>
                  <a:pathLst>
                    <a:path extrusionOk="0" h="13181" w="5234">
                      <a:moveTo>
                        <a:pt x="118" y="0"/>
                      </a:moveTo>
                      <a:cubicBezTo>
                        <a:pt x="48" y="0"/>
                        <a:pt x="0" y="102"/>
                        <a:pt x="76" y="140"/>
                      </a:cubicBezTo>
                      <a:cubicBezTo>
                        <a:pt x="2078" y="1132"/>
                        <a:pt x="3640" y="2924"/>
                        <a:pt x="4383" y="5029"/>
                      </a:cubicBezTo>
                      <a:cubicBezTo>
                        <a:pt x="5152" y="7205"/>
                        <a:pt x="4950" y="9614"/>
                        <a:pt x="3908" y="11666"/>
                      </a:cubicBezTo>
                      <a:cubicBezTo>
                        <a:pt x="3675" y="12126"/>
                        <a:pt x="3401" y="12565"/>
                        <a:pt x="3091" y="12977"/>
                      </a:cubicBezTo>
                      <a:cubicBezTo>
                        <a:pt x="3101" y="13043"/>
                        <a:pt x="3110" y="13111"/>
                        <a:pt x="3120" y="13181"/>
                      </a:cubicBezTo>
                      <a:cubicBezTo>
                        <a:pt x="4094" y="11933"/>
                        <a:pt x="4732" y="10426"/>
                        <a:pt x="4937" y="8847"/>
                      </a:cubicBezTo>
                      <a:cubicBezTo>
                        <a:pt x="5233" y="6566"/>
                        <a:pt x="4547" y="4258"/>
                        <a:pt x="3137" y="2453"/>
                      </a:cubicBezTo>
                      <a:cubicBezTo>
                        <a:pt x="2336" y="1429"/>
                        <a:pt x="1317" y="586"/>
                        <a:pt x="153" y="9"/>
                      </a:cubicBezTo>
                      <a:cubicBezTo>
                        <a:pt x="141" y="3"/>
                        <a:pt x="129"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52"/>
                <p:cNvSpPr/>
                <p:nvPr/>
              </p:nvSpPr>
              <p:spPr>
                <a:xfrm>
                  <a:off x="4215850" y="4478175"/>
                  <a:ext cx="50675" cy="179625"/>
                </a:xfrm>
                <a:custGeom>
                  <a:rect b="b" l="l" r="r" t="t"/>
                  <a:pathLst>
                    <a:path extrusionOk="0" h="7185" w="2027">
                      <a:moveTo>
                        <a:pt x="1644" y="1"/>
                      </a:moveTo>
                      <a:cubicBezTo>
                        <a:pt x="767" y="476"/>
                        <a:pt x="281" y="1590"/>
                        <a:pt x="311" y="2583"/>
                      </a:cubicBezTo>
                      <a:cubicBezTo>
                        <a:pt x="338" y="3446"/>
                        <a:pt x="647" y="4269"/>
                        <a:pt x="997" y="5048"/>
                      </a:cubicBezTo>
                      <a:cubicBezTo>
                        <a:pt x="1321" y="5765"/>
                        <a:pt x="1666" y="6474"/>
                        <a:pt x="2007" y="7185"/>
                      </a:cubicBezTo>
                      <a:cubicBezTo>
                        <a:pt x="2014" y="7081"/>
                        <a:pt x="2020" y="6976"/>
                        <a:pt x="2027" y="6871"/>
                      </a:cubicBezTo>
                      <a:cubicBezTo>
                        <a:pt x="1867" y="6534"/>
                        <a:pt x="1706" y="6198"/>
                        <a:pt x="1546" y="5862"/>
                      </a:cubicBezTo>
                      <a:cubicBezTo>
                        <a:pt x="880" y="4464"/>
                        <a:pt x="0" y="2766"/>
                        <a:pt x="737" y="1222"/>
                      </a:cubicBezTo>
                      <a:cubicBezTo>
                        <a:pt x="943" y="790"/>
                        <a:pt x="1262" y="405"/>
                        <a:pt x="1666" y="167"/>
                      </a:cubicBezTo>
                      <a:cubicBezTo>
                        <a:pt x="1660" y="111"/>
                        <a:pt x="1652" y="57"/>
                        <a:pt x="16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52"/>
                <p:cNvSpPr/>
                <p:nvPr/>
              </p:nvSpPr>
              <p:spPr>
                <a:xfrm>
                  <a:off x="4085575" y="4644875"/>
                  <a:ext cx="154250" cy="234100"/>
                </a:xfrm>
                <a:custGeom>
                  <a:rect b="b" l="l" r="r" t="t"/>
                  <a:pathLst>
                    <a:path extrusionOk="0" h="9364" w="6170">
                      <a:moveTo>
                        <a:pt x="3860" y="1"/>
                      </a:moveTo>
                      <a:cubicBezTo>
                        <a:pt x="3216" y="1"/>
                        <a:pt x="2534" y="193"/>
                        <a:pt x="1998" y="368"/>
                      </a:cubicBezTo>
                      <a:cubicBezTo>
                        <a:pt x="1300" y="597"/>
                        <a:pt x="630" y="904"/>
                        <a:pt x="0" y="1279"/>
                      </a:cubicBezTo>
                      <a:cubicBezTo>
                        <a:pt x="7" y="1333"/>
                        <a:pt x="12" y="1388"/>
                        <a:pt x="19" y="1444"/>
                      </a:cubicBezTo>
                      <a:cubicBezTo>
                        <a:pt x="477" y="1165"/>
                        <a:pt x="958" y="924"/>
                        <a:pt x="1456" y="726"/>
                      </a:cubicBezTo>
                      <a:cubicBezTo>
                        <a:pt x="2023" y="498"/>
                        <a:pt x="2620" y="308"/>
                        <a:pt x="3225" y="212"/>
                      </a:cubicBezTo>
                      <a:cubicBezTo>
                        <a:pt x="3425" y="181"/>
                        <a:pt x="3636" y="160"/>
                        <a:pt x="3847" y="160"/>
                      </a:cubicBezTo>
                      <a:cubicBezTo>
                        <a:pt x="4234" y="160"/>
                        <a:pt x="4622" y="231"/>
                        <a:pt x="4945" y="440"/>
                      </a:cubicBezTo>
                      <a:cubicBezTo>
                        <a:pt x="6138" y="1214"/>
                        <a:pt x="5413" y="2946"/>
                        <a:pt x="4963" y="3940"/>
                      </a:cubicBezTo>
                      <a:cubicBezTo>
                        <a:pt x="4452" y="5071"/>
                        <a:pt x="3783" y="6131"/>
                        <a:pt x="2985" y="7081"/>
                      </a:cubicBezTo>
                      <a:cubicBezTo>
                        <a:pt x="2326" y="7865"/>
                        <a:pt x="1581" y="8573"/>
                        <a:pt x="766" y="9189"/>
                      </a:cubicBezTo>
                      <a:cubicBezTo>
                        <a:pt x="770" y="9248"/>
                        <a:pt x="776" y="9306"/>
                        <a:pt x="780" y="9364"/>
                      </a:cubicBezTo>
                      <a:cubicBezTo>
                        <a:pt x="2647" y="7973"/>
                        <a:pt x="4154" y="6108"/>
                        <a:pt x="5109" y="3981"/>
                      </a:cubicBezTo>
                      <a:cubicBezTo>
                        <a:pt x="5549" y="3003"/>
                        <a:pt x="6170" y="1541"/>
                        <a:pt x="5346" y="590"/>
                      </a:cubicBezTo>
                      <a:cubicBezTo>
                        <a:pt x="4965" y="150"/>
                        <a:pt x="4427" y="1"/>
                        <a:pt x="386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52"/>
                <p:cNvSpPr/>
                <p:nvPr/>
              </p:nvSpPr>
              <p:spPr>
                <a:xfrm>
                  <a:off x="4116925" y="4804925"/>
                  <a:ext cx="139750" cy="223025"/>
                </a:xfrm>
                <a:custGeom>
                  <a:rect b="b" l="l" r="r" t="t"/>
                  <a:pathLst>
                    <a:path extrusionOk="0" h="8921" w="5590">
                      <a:moveTo>
                        <a:pt x="5589" y="1"/>
                      </a:moveTo>
                      <a:lnTo>
                        <a:pt x="5589" y="1"/>
                      </a:lnTo>
                      <a:cubicBezTo>
                        <a:pt x="4260" y="796"/>
                        <a:pt x="3386" y="2337"/>
                        <a:pt x="2793" y="3742"/>
                      </a:cubicBezTo>
                      <a:cubicBezTo>
                        <a:pt x="2301" y="4908"/>
                        <a:pt x="1876" y="6109"/>
                        <a:pt x="1194" y="7185"/>
                      </a:cubicBezTo>
                      <a:cubicBezTo>
                        <a:pt x="847" y="7733"/>
                        <a:pt x="446" y="8246"/>
                        <a:pt x="0" y="8719"/>
                      </a:cubicBezTo>
                      <a:cubicBezTo>
                        <a:pt x="5" y="8786"/>
                        <a:pt x="10" y="8853"/>
                        <a:pt x="16" y="8920"/>
                      </a:cubicBezTo>
                      <a:cubicBezTo>
                        <a:pt x="292" y="8635"/>
                        <a:pt x="552" y="8334"/>
                        <a:pt x="795" y="8019"/>
                      </a:cubicBezTo>
                      <a:cubicBezTo>
                        <a:pt x="1507" y="7093"/>
                        <a:pt x="2007" y="6057"/>
                        <a:pt x="2449" y="4980"/>
                      </a:cubicBezTo>
                      <a:cubicBezTo>
                        <a:pt x="2922" y="3827"/>
                        <a:pt x="3357" y="2633"/>
                        <a:pt x="4099" y="1619"/>
                      </a:cubicBezTo>
                      <a:cubicBezTo>
                        <a:pt x="4501" y="1068"/>
                        <a:pt x="4999" y="562"/>
                        <a:pt x="5576" y="197"/>
                      </a:cubicBezTo>
                      <a:cubicBezTo>
                        <a:pt x="5581" y="132"/>
                        <a:pt x="5585" y="67"/>
                        <a:pt x="55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52"/>
                <p:cNvSpPr/>
                <p:nvPr/>
              </p:nvSpPr>
              <p:spPr>
                <a:xfrm>
                  <a:off x="4190625" y="4920150"/>
                  <a:ext cx="57725" cy="193800"/>
                </a:xfrm>
                <a:custGeom>
                  <a:rect b="b" l="l" r="r" t="t"/>
                  <a:pathLst>
                    <a:path extrusionOk="0" h="7752" w="2309">
                      <a:moveTo>
                        <a:pt x="2308" y="0"/>
                      </a:moveTo>
                      <a:lnTo>
                        <a:pt x="2308" y="0"/>
                      </a:lnTo>
                      <a:cubicBezTo>
                        <a:pt x="1324" y="774"/>
                        <a:pt x="616" y="1892"/>
                        <a:pt x="342" y="3120"/>
                      </a:cubicBezTo>
                      <a:cubicBezTo>
                        <a:pt x="0" y="4656"/>
                        <a:pt x="406" y="6263"/>
                        <a:pt x="1365" y="7501"/>
                      </a:cubicBezTo>
                      <a:cubicBezTo>
                        <a:pt x="1432" y="7587"/>
                        <a:pt x="1500" y="7671"/>
                        <a:pt x="1571" y="7752"/>
                      </a:cubicBezTo>
                      <a:cubicBezTo>
                        <a:pt x="1580" y="7686"/>
                        <a:pt x="1589" y="7618"/>
                        <a:pt x="1597" y="7548"/>
                      </a:cubicBezTo>
                      <a:cubicBezTo>
                        <a:pt x="1144" y="7004"/>
                        <a:pt x="797" y="6369"/>
                        <a:pt x="587" y="5686"/>
                      </a:cubicBezTo>
                      <a:cubicBezTo>
                        <a:pt x="140" y="4222"/>
                        <a:pt x="414" y="2638"/>
                        <a:pt x="1252" y="1366"/>
                      </a:cubicBezTo>
                      <a:cubicBezTo>
                        <a:pt x="1540" y="929"/>
                        <a:pt x="1891" y="537"/>
                        <a:pt x="2292" y="205"/>
                      </a:cubicBezTo>
                      <a:cubicBezTo>
                        <a:pt x="2299" y="137"/>
                        <a:pt x="2303" y="69"/>
                        <a:pt x="23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52"/>
                <p:cNvSpPr/>
                <p:nvPr/>
              </p:nvSpPr>
              <p:spPr>
                <a:xfrm>
                  <a:off x="4114325" y="5137675"/>
                  <a:ext cx="115475" cy="65950"/>
                </a:xfrm>
                <a:custGeom>
                  <a:rect b="b" l="l" r="r" t="t"/>
                  <a:pathLst>
                    <a:path extrusionOk="0" h="2638" w="4619">
                      <a:moveTo>
                        <a:pt x="0" y="1"/>
                      </a:moveTo>
                      <a:lnTo>
                        <a:pt x="0" y="2217"/>
                      </a:lnTo>
                      <a:lnTo>
                        <a:pt x="4529" y="2637"/>
                      </a:lnTo>
                      <a:lnTo>
                        <a:pt x="4619" y="403"/>
                      </a:lnTo>
                      <a:lnTo>
                        <a:pt x="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52"/>
                <p:cNvSpPr/>
                <p:nvPr/>
              </p:nvSpPr>
              <p:spPr>
                <a:xfrm>
                  <a:off x="3775625" y="3798675"/>
                  <a:ext cx="407250" cy="263225"/>
                </a:xfrm>
                <a:custGeom>
                  <a:rect b="b" l="l" r="r" t="t"/>
                  <a:pathLst>
                    <a:path extrusionOk="0" h="10529" w="16290">
                      <a:moveTo>
                        <a:pt x="11935" y="0"/>
                      </a:moveTo>
                      <a:cubicBezTo>
                        <a:pt x="11935" y="0"/>
                        <a:pt x="9180" y="1721"/>
                        <a:pt x="5394" y="1721"/>
                      </a:cubicBezTo>
                      <a:cubicBezTo>
                        <a:pt x="4270" y="1721"/>
                        <a:pt x="3056" y="1570"/>
                        <a:pt x="1796" y="1177"/>
                      </a:cubicBezTo>
                      <a:cubicBezTo>
                        <a:pt x="1796" y="1177"/>
                        <a:pt x="1" y="5987"/>
                        <a:pt x="269" y="8986"/>
                      </a:cubicBezTo>
                      <a:cubicBezTo>
                        <a:pt x="367" y="10082"/>
                        <a:pt x="2180" y="10529"/>
                        <a:pt x="4522" y="10529"/>
                      </a:cubicBezTo>
                      <a:cubicBezTo>
                        <a:pt x="8596" y="10529"/>
                        <a:pt x="14273" y="9176"/>
                        <a:pt x="15320" y="7526"/>
                      </a:cubicBezTo>
                      <a:cubicBezTo>
                        <a:pt x="16289" y="6000"/>
                        <a:pt x="11936" y="0"/>
                        <a:pt x="1193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52"/>
                <p:cNvSpPr/>
                <p:nvPr/>
              </p:nvSpPr>
              <p:spPr>
                <a:xfrm>
                  <a:off x="4051800" y="3886875"/>
                  <a:ext cx="109000" cy="83700"/>
                </a:xfrm>
                <a:custGeom>
                  <a:rect b="b" l="l" r="r" t="t"/>
                  <a:pathLst>
                    <a:path extrusionOk="0" h="3348" w="4360">
                      <a:moveTo>
                        <a:pt x="93" y="1"/>
                      </a:moveTo>
                      <a:cubicBezTo>
                        <a:pt x="47" y="1"/>
                        <a:pt x="1" y="37"/>
                        <a:pt x="20" y="93"/>
                      </a:cubicBezTo>
                      <a:cubicBezTo>
                        <a:pt x="626" y="1908"/>
                        <a:pt x="2352" y="3231"/>
                        <a:pt x="4262" y="3347"/>
                      </a:cubicBezTo>
                      <a:cubicBezTo>
                        <a:pt x="4264" y="3347"/>
                        <a:pt x="4266" y="3348"/>
                        <a:pt x="4268" y="3348"/>
                      </a:cubicBezTo>
                      <a:cubicBezTo>
                        <a:pt x="4359" y="3348"/>
                        <a:pt x="4357" y="3203"/>
                        <a:pt x="4262" y="3196"/>
                      </a:cubicBezTo>
                      <a:cubicBezTo>
                        <a:pt x="2421" y="3084"/>
                        <a:pt x="750" y="1802"/>
                        <a:pt x="166" y="53"/>
                      </a:cubicBezTo>
                      <a:cubicBezTo>
                        <a:pt x="154" y="17"/>
                        <a:pt x="123"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52"/>
                <p:cNvSpPr/>
                <p:nvPr/>
              </p:nvSpPr>
              <p:spPr>
                <a:xfrm>
                  <a:off x="3808850" y="3826675"/>
                  <a:ext cx="280950" cy="58500"/>
                </a:xfrm>
                <a:custGeom>
                  <a:rect b="b" l="l" r="r" t="t"/>
                  <a:pathLst>
                    <a:path extrusionOk="0" h="2340" w="11238">
                      <a:moveTo>
                        <a:pt x="11111" y="0"/>
                      </a:moveTo>
                      <a:cubicBezTo>
                        <a:pt x="11095" y="0"/>
                        <a:pt x="11079" y="5"/>
                        <a:pt x="11064" y="15"/>
                      </a:cubicBezTo>
                      <a:cubicBezTo>
                        <a:pt x="8943" y="1436"/>
                        <a:pt x="6409" y="2177"/>
                        <a:pt x="3872" y="2177"/>
                      </a:cubicBezTo>
                      <a:cubicBezTo>
                        <a:pt x="2616" y="2177"/>
                        <a:pt x="1360" y="1995"/>
                        <a:pt x="152" y="1625"/>
                      </a:cubicBezTo>
                      <a:cubicBezTo>
                        <a:pt x="143" y="1623"/>
                        <a:pt x="134" y="1621"/>
                        <a:pt x="126" y="1621"/>
                      </a:cubicBezTo>
                      <a:cubicBezTo>
                        <a:pt x="42" y="1621"/>
                        <a:pt x="1" y="1749"/>
                        <a:pt x="93" y="1777"/>
                      </a:cubicBezTo>
                      <a:cubicBezTo>
                        <a:pt x="1323" y="2153"/>
                        <a:pt x="2604" y="2339"/>
                        <a:pt x="3884" y="2339"/>
                      </a:cubicBezTo>
                      <a:cubicBezTo>
                        <a:pt x="5598" y="2339"/>
                        <a:pt x="7311" y="2007"/>
                        <a:pt x="8902" y="1353"/>
                      </a:cubicBezTo>
                      <a:cubicBezTo>
                        <a:pt x="9696" y="1026"/>
                        <a:pt x="10453" y="619"/>
                        <a:pt x="11167" y="141"/>
                      </a:cubicBezTo>
                      <a:cubicBezTo>
                        <a:pt x="11238" y="93"/>
                        <a:pt x="11181" y="0"/>
                        <a:pt x="111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52"/>
                <p:cNvSpPr/>
                <p:nvPr/>
              </p:nvSpPr>
              <p:spPr>
                <a:xfrm>
                  <a:off x="4051175" y="3810550"/>
                  <a:ext cx="16775" cy="31150"/>
                </a:xfrm>
                <a:custGeom>
                  <a:rect b="b" l="l" r="r" t="t"/>
                  <a:pathLst>
                    <a:path extrusionOk="0" h="1246" w="671">
                      <a:moveTo>
                        <a:pt x="114" y="1"/>
                      </a:moveTo>
                      <a:cubicBezTo>
                        <a:pt x="57" y="1"/>
                        <a:pt x="1" y="74"/>
                        <a:pt x="45" y="137"/>
                      </a:cubicBezTo>
                      <a:cubicBezTo>
                        <a:pt x="266" y="454"/>
                        <a:pt x="416" y="801"/>
                        <a:pt x="498" y="1180"/>
                      </a:cubicBezTo>
                      <a:cubicBezTo>
                        <a:pt x="507" y="1225"/>
                        <a:pt x="544" y="1246"/>
                        <a:pt x="580" y="1246"/>
                      </a:cubicBezTo>
                      <a:cubicBezTo>
                        <a:pt x="626" y="1246"/>
                        <a:pt x="671" y="1213"/>
                        <a:pt x="659" y="1155"/>
                      </a:cubicBezTo>
                      <a:cubicBezTo>
                        <a:pt x="572" y="749"/>
                        <a:pt x="409" y="374"/>
                        <a:pt x="171" y="34"/>
                      </a:cubicBezTo>
                      <a:cubicBezTo>
                        <a:pt x="155" y="11"/>
                        <a:pt x="134" y="1"/>
                        <a:pt x="11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52"/>
                <p:cNvSpPr/>
                <p:nvPr/>
              </p:nvSpPr>
              <p:spPr>
                <a:xfrm>
                  <a:off x="3853000" y="3838375"/>
                  <a:ext cx="9275" cy="40225"/>
                </a:xfrm>
                <a:custGeom>
                  <a:rect b="b" l="l" r="r" t="t"/>
                  <a:pathLst>
                    <a:path extrusionOk="0" h="1609" w="371">
                      <a:moveTo>
                        <a:pt x="266" y="0"/>
                      </a:moveTo>
                      <a:cubicBezTo>
                        <a:pt x="238" y="0"/>
                        <a:pt x="211" y="16"/>
                        <a:pt x="201" y="52"/>
                      </a:cubicBezTo>
                      <a:cubicBezTo>
                        <a:pt x="61" y="540"/>
                        <a:pt x="0" y="1035"/>
                        <a:pt x="18" y="1542"/>
                      </a:cubicBezTo>
                      <a:cubicBezTo>
                        <a:pt x="19" y="1588"/>
                        <a:pt x="51" y="1609"/>
                        <a:pt x="87" y="1609"/>
                      </a:cubicBezTo>
                      <a:cubicBezTo>
                        <a:pt x="131" y="1609"/>
                        <a:pt x="181" y="1575"/>
                        <a:pt x="179" y="1517"/>
                      </a:cubicBezTo>
                      <a:cubicBezTo>
                        <a:pt x="163" y="1039"/>
                        <a:pt x="221" y="570"/>
                        <a:pt x="352" y="111"/>
                      </a:cubicBezTo>
                      <a:cubicBezTo>
                        <a:pt x="370" y="48"/>
                        <a:pt x="315" y="0"/>
                        <a:pt x="2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52"/>
                <p:cNvSpPr/>
                <p:nvPr/>
              </p:nvSpPr>
              <p:spPr>
                <a:xfrm>
                  <a:off x="3930750" y="3842450"/>
                  <a:ext cx="6700" cy="37775"/>
                </a:xfrm>
                <a:custGeom>
                  <a:rect b="b" l="l" r="r" t="t"/>
                  <a:pathLst>
                    <a:path extrusionOk="0" h="1511" w="268">
                      <a:moveTo>
                        <a:pt x="169" y="1"/>
                      </a:moveTo>
                      <a:cubicBezTo>
                        <a:pt x="132" y="1"/>
                        <a:pt x="93" y="23"/>
                        <a:pt x="85" y="70"/>
                      </a:cubicBezTo>
                      <a:cubicBezTo>
                        <a:pt x="0" y="530"/>
                        <a:pt x="4" y="986"/>
                        <a:pt x="95" y="1445"/>
                      </a:cubicBezTo>
                      <a:cubicBezTo>
                        <a:pt x="104" y="1490"/>
                        <a:pt x="140" y="1511"/>
                        <a:pt x="176" y="1511"/>
                      </a:cubicBezTo>
                      <a:cubicBezTo>
                        <a:pt x="222" y="1511"/>
                        <a:pt x="267" y="1478"/>
                        <a:pt x="256" y="1420"/>
                      </a:cubicBezTo>
                      <a:cubicBezTo>
                        <a:pt x="168" y="976"/>
                        <a:pt x="165" y="533"/>
                        <a:pt x="247" y="89"/>
                      </a:cubicBezTo>
                      <a:cubicBezTo>
                        <a:pt x="257" y="32"/>
                        <a:pt x="214" y="1"/>
                        <a:pt x="1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52"/>
                <p:cNvSpPr/>
                <p:nvPr/>
              </p:nvSpPr>
              <p:spPr>
                <a:xfrm>
                  <a:off x="3974250" y="3841700"/>
                  <a:ext cx="21650" cy="20175"/>
                </a:xfrm>
                <a:custGeom>
                  <a:rect b="b" l="l" r="r" t="t"/>
                  <a:pathLst>
                    <a:path extrusionOk="0" h="807" w="866">
                      <a:moveTo>
                        <a:pt x="432" y="1"/>
                      </a:moveTo>
                      <a:cubicBezTo>
                        <a:pt x="412" y="1"/>
                        <a:pt x="391" y="2"/>
                        <a:pt x="370" y="6"/>
                      </a:cubicBezTo>
                      <a:cubicBezTo>
                        <a:pt x="151" y="41"/>
                        <a:pt x="0" y="247"/>
                        <a:pt x="35" y="466"/>
                      </a:cubicBezTo>
                      <a:cubicBezTo>
                        <a:pt x="66" y="665"/>
                        <a:pt x="237" y="807"/>
                        <a:pt x="433" y="807"/>
                      </a:cubicBezTo>
                      <a:cubicBezTo>
                        <a:pt x="453" y="807"/>
                        <a:pt x="474" y="805"/>
                        <a:pt x="495" y="802"/>
                      </a:cubicBezTo>
                      <a:cubicBezTo>
                        <a:pt x="714" y="768"/>
                        <a:pt x="865" y="562"/>
                        <a:pt x="830" y="342"/>
                      </a:cubicBezTo>
                      <a:cubicBezTo>
                        <a:pt x="800" y="144"/>
                        <a:pt x="628" y="1"/>
                        <a:pt x="4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52"/>
                <p:cNvSpPr/>
                <p:nvPr/>
              </p:nvSpPr>
              <p:spPr>
                <a:xfrm>
                  <a:off x="3802600" y="3877175"/>
                  <a:ext cx="49850" cy="99650"/>
                </a:xfrm>
                <a:custGeom>
                  <a:rect b="b" l="l" r="r" t="t"/>
                  <a:pathLst>
                    <a:path extrusionOk="0" h="3986" w="1994">
                      <a:moveTo>
                        <a:pt x="1923" y="1"/>
                      </a:moveTo>
                      <a:cubicBezTo>
                        <a:pt x="1880" y="1"/>
                        <a:pt x="1832" y="32"/>
                        <a:pt x="1831" y="87"/>
                      </a:cubicBezTo>
                      <a:cubicBezTo>
                        <a:pt x="1815" y="1479"/>
                        <a:pt x="1628" y="3294"/>
                        <a:pt x="90" y="3830"/>
                      </a:cubicBezTo>
                      <a:cubicBezTo>
                        <a:pt x="0" y="3860"/>
                        <a:pt x="39" y="3986"/>
                        <a:pt x="120" y="3986"/>
                      </a:cubicBezTo>
                      <a:cubicBezTo>
                        <a:pt x="129" y="3986"/>
                        <a:pt x="138" y="3984"/>
                        <a:pt x="149" y="3981"/>
                      </a:cubicBezTo>
                      <a:cubicBezTo>
                        <a:pt x="1762" y="3419"/>
                        <a:pt x="1976" y="1535"/>
                        <a:pt x="1993" y="71"/>
                      </a:cubicBezTo>
                      <a:cubicBezTo>
                        <a:pt x="1994" y="23"/>
                        <a:pt x="1960" y="1"/>
                        <a:pt x="19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52"/>
                <p:cNvSpPr/>
                <p:nvPr/>
              </p:nvSpPr>
              <p:spPr>
                <a:xfrm>
                  <a:off x="3848075" y="5137175"/>
                  <a:ext cx="79850" cy="178825"/>
                </a:xfrm>
                <a:custGeom>
                  <a:rect b="b" l="l" r="r" t="t"/>
                  <a:pathLst>
                    <a:path extrusionOk="0" h="7153" w="3194">
                      <a:moveTo>
                        <a:pt x="3108" y="1"/>
                      </a:moveTo>
                      <a:lnTo>
                        <a:pt x="0" y="311"/>
                      </a:lnTo>
                      <a:lnTo>
                        <a:pt x="959" y="7152"/>
                      </a:lnTo>
                      <a:lnTo>
                        <a:pt x="3194" y="7107"/>
                      </a:lnTo>
                      <a:lnTo>
                        <a:pt x="3108" y="1"/>
                      </a:lnTo>
                      <a:close/>
                    </a:path>
                  </a:pathLst>
                </a:custGeom>
                <a:solidFill>
                  <a:srgbClr val="9B6C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52"/>
                <p:cNvSpPr/>
                <p:nvPr/>
              </p:nvSpPr>
              <p:spPr>
                <a:xfrm>
                  <a:off x="3786250" y="5291700"/>
                  <a:ext cx="165825" cy="105875"/>
                </a:xfrm>
                <a:custGeom>
                  <a:rect b="b" l="l" r="r" t="t"/>
                  <a:pathLst>
                    <a:path extrusionOk="0" h="4235" w="6633">
                      <a:moveTo>
                        <a:pt x="3857" y="1"/>
                      </a:moveTo>
                      <a:cubicBezTo>
                        <a:pt x="3456" y="1"/>
                        <a:pt x="2977" y="278"/>
                        <a:pt x="2804" y="674"/>
                      </a:cubicBezTo>
                      <a:cubicBezTo>
                        <a:pt x="2732" y="523"/>
                        <a:pt x="2780" y="285"/>
                        <a:pt x="2685" y="285"/>
                      </a:cubicBezTo>
                      <a:cubicBezTo>
                        <a:pt x="2677" y="285"/>
                        <a:pt x="2669" y="286"/>
                        <a:pt x="2658" y="290"/>
                      </a:cubicBezTo>
                      <a:cubicBezTo>
                        <a:pt x="2413" y="376"/>
                        <a:pt x="2105" y="1421"/>
                        <a:pt x="2104" y="1459"/>
                      </a:cubicBezTo>
                      <a:cubicBezTo>
                        <a:pt x="1825" y="1750"/>
                        <a:pt x="1442" y="2083"/>
                        <a:pt x="1117" y="2129"/>
                      </a:cubicBezTo>
                      <a:cubicBezTo>
                        <a:pt x="507" y="2216"/>
                        <a:pt x="1" y="2759"/>
                        <a:pt x="29" y="3590"/>
                      </a:cubicBezTo>
                      <a:cubicBezTo>
                        <a:pt x="30" y="3651"/>
                        <a:pt x="36" y="3711"/>
                        <a:pt x="44" y="3773"/>
                      </a:cubicBezTo>
                      <a:cubicBezTo>
                        <a:pt x="61" y="3920"/>
                        <a:pt x="96" y="4074"/>
                        <a:pt x="148" y="4235"/>
                      </a:cubicBezTo>
                      <a:lnTo>
                        <a:pt x="6633" y="4235"/>
                      </a:lnTo>
                      <a:cubicBezTo>
                        <a:pt x="6633" y="4235"/>
                        <a:pt x="6621" y="4083"/>
                        <a:pt x="6598" y="3841"/>
                      </a:cubicBezTo>
                      <a:cubicBezTo>
                        <a:pt x="6592" y="3785"/>
                        <a:pt x="6587" y="3725"/>
                        <a:pt x="6580" y="3659"/>
                      </a:cubicBezTo>
                      <a:cubicBezTo>
                        <a:pt x="6498" y="2819"/>
                        <a:pt x="6325" y="1294"/>
                        <a:pt x="6112" y="725"/>
                      </a:cubicBezTo>
                      <a:cubicBezTo>
                        <a:pt x="6022" y="484"/>
                        <a:pt x="5925" y="400"/>
                        <a:pt x="5832" y="400"/>
                      </a:cubicBezTo>
                      <a:cubicBezTo>
                        <a:pt x="5616" y="400"/>
                        <a:pt x="5428" y="859"/>
                        <a:pt x="5428" y="859"/>
                      </a:cubicBezTo>
                      <a:cubicBezTo>
                        <a:pt x="5428" y="859"/>
                        <a:pt x="4965" y="75"/>
                        <a:pt x="3913" y="3"/>
                      </a:cubicBezTo>
                      <a:cubicBezTo>
                        <a:pt x="3894" y="2"/>
                        <a:pt x="3876" y="1"/>
                        <a:pt x="385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52"/>
                <p:cNvSpPr/>
                <p:nvPr/>
              </p:nvSpPr>
              <p:spPr>
                <a:xfrm>
                  <a:off x="3915925" y="5334025"/>
                  <a:ext cx="31400" cy="51000"/>
                </a:xfrm>
                <a:custGeom>
                  <a:rect b="b" l="l" r="r" t="t"/>
                  <a:pathLst>
                    <a:path extrusionOk="0" h="2040" w="1256">
                      <a:moveTo>
                        <a:pt x="1154" y="1"/>
                      </a:moveTo>
                      <a:cubicBezTo>
                        <a:pt x="1142" y="1"/>
                        <a:pt x="1128" y="5"/>
                        <a:pt x="1115" y="14"/>
                      </a:cubicBezTo>
                      <a:cubicBezTo>
                        <a:pt x="473" y="476"/>
                        <a:pt x="72" y="1180"/>
                        <a:pt x="5" y="1968"/>
                      </a:cubicBezTo>
                      <a:cubicBezTo>
                        <a:pt x="1" y="2016"/>
                        <a:pt x="36" y="2040"/>
                        <a:pt x="74" y="2040"/>
                      </a:cubicBezTo>
                      <a:cubicBezTo>
                        <a:pt x="112" y="2040"/>
                        <a:pt x="152" y="2016"/>
                        <a:pt x="156" y="1968"/>
                      </a:cubicBezTo>
                      <a:cubicBezTo>
                        <a:pt x="219" y="1237"/>
                        <a:pt x="596" y="573"/>
                        <a:pt x="1190" y="146"/>
                      </a:cubicBezTo>
                      <a:cubicBezTo>
                        <a:pt x="1256" y="99"/>
                        <a:pt x="1215" y="1"/>
                        <a:pt x="11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52"/>
                <p:cNvSpPr/>
                <p:nvPr/>
              </p:nvSpPr>
              <p:spPr>
                <a:xfrm>
                  <a:off x="3817500" y="5342175"/>
                  <a:ext cx="70300" cy="41850"/>
                </a:xfrm>
                <a:custGeom>
                  <a:rect b="b" l="l" r="r" t="t"/>
                  <a:pathLst>
                    <a:path extrusionOk="0" h="1674" w="2812">
                      <a:moveTo>
                        <a:pt x="535" y="1"/>
                      </a:moveTo>
                      <a:cubicBezTo>
                        <a:pt x="389" y="1"/>
                        <a:pt x="240" y="14"/>
                        <a:pt x="91" y="41"/>
                      </a:cubicBezTo>
                      <a:cubicBezTo>
                        <a:pt x="1" y="58"/>
                        <a:pt x="32" y="188"/>
                        <a:pt x="115" y="188"/>
                      </a:cubicBezTo>
                      <a:cubicBezTo>
                        <a:pt x="119" y="188"/>
                        <a:pt x="125" y="188"/>
                        <a:pt x="130" y="187"/>
                      </a:cubicBezTo>
                      <a:lnTo>
                        <a:pt x="131" y="187"/>
                      </a:lnTo>
                      <a:cubicBezTo>
                        <a:pt x="268" y="162"/>
                        <a:pt x="405" y="150"/>
                        <a:pt x="540" y="150"/>
                      </a:cubicBezTo>
                      <a:cubicBezTo>
                        <a:pt x="1469" y="150"/>
                        <a:pt x="2314" y="722"/>
                        <a:pt x="2645" y="1622"/>
                      </a:cubicBezTo>
                      <a:cubicBezTo>
                        <a:pt x="2658" y="1658"/>
                        <a:pt x="2689" y="1673"/>
                        <a:pt x="2720" y="1673"/>
                      </a:cubicBezTo>
                      <a:cubicBezTo>
                        <a:pt x="2766" y="1673"/>
                        <a:pt x="2811" y="1637"/>
                        <a:pt x="2791" y="1582"/>
                      </a:cubicBezTo>
                      <a:cubicBezTo>
                        <a:pt x="2434" y="611"/>
                        <a:pt x="1534" y="1"/>
                        <a:pt x="5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52"/>
                <p:cNvSpPr/>
                <p:nvPr/>
              </p:nvSpPr>
              <p:spPr>
                <a:xfrm>
                  <a:off x="3786975" y="5381450"/>
                  <a:ext cx="164225" cy="6300"/>
                </a:xfrm>
                <a:custGeom>
                  <a:rect b="b" l="l" r="r" t="t"/>
                  <a:pathLst>
                    <a:path extrusionOk="0" h="252" w="6569">
                      <a:moveTo>
                        <a:pt x="0" y="0"/>
                      </a:moveTo>
                      <a:lnTo>
                        <a:pt x="0" y="0"/>
                      </a:lnTo>
                      <a:cubicBezTo>
                        <a:pt x="1" y="61"/>
                        <a:pt x="7" y="121"/>
                        <a:pt x="15" y="183"/>
                      </a:cubicBezTo>
                      <a:cubicBezTo>
                        <a:pt x="2158" y="205"/>
                        <a:pt x="4301" y="228"/>
                        <a:pt x="6445" y="250"/>
                      </a:cubicBezTo>
                      <a:cubicBezTo>
                        <a:pt x="6486" y="250"/>
                        <a:pt x="6527" y="251"/>
                        <a:pt x="6569" y="251"/>
                      </a:cubicBezTo>
                      <a:cubicBezTo>
                        <a:pt x="6563" y="195"/>
                        <a:pt x="6558" y="135"/>
                        <a:pt x="6551" y="69"/>
                      </a:cubicBezTo>
                      <a:cubicBezTo>
                        <a:pt x="4590" y="49"/>
                        <a:pt x="2629" y="29"/>
                        <a:pt x="670" y="8"/>
                      </a:cubicBezTo>
                      <a:cubicBezTo>
                        <a:pt x="446" y="5"/>
                        <a:pt x="224" y="4"/>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52"/>
                <p:cNvSpPr/>
                <p:nvPr/>
              </p:nvSpPr>
              <p:spPr>
                <a:xfrm>
                  <a:off x="3769050" y="4019275"/>
                  <a:ext cx="267525" cy="1184350"/>
                </a:xfrm>
                <a:custGeom>
                  <a:rect b="b" l="l" r="r" t="t"/>
                  <a:pathLst>
                    <a:path extrusionOk="0" h="47374" w="10701">
                      <a:moveTo>
                        <a:pt x="505" y="0"/>
                      </a:moveTo>
                      <a:lnTo>
                        <a:pt x="505" y="0"/>
                      </a:lnTo>
                      <a:cubicBezTo>
                        <a:pt x="1" y="15315"/>
                        <a:pt x="1181" y="31927"/>
                        <a:pt x="2852" y="47373"/>
                      </a:cubicBezTo>
                      <a:lnTo>
                        <a:pt x="6826" y="47373"/>
                      </a:lnTo>
                      <a:lnTo>
                        <a:pt x="7760" y="28278"/>
                      </a:lnTo>
                      <a:lnTo>
                        <a:pt x="10700" y="737"/>
                      </a:lnTo>
                      <a:lnTo>
                        <a:pt x="50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52"/>
                <p:cNvSpPr/>
                <p:nvPr/>
              </p:nvSpPr>
              <p:spPr>
                <a:xfrm>
                  <a:off x="3780275" y="4064750"/>
                  <a:ext cx="216900" cy="350875"/>
                </a:xfrm>
                <a:custGeom>
                  <a:rect b="b" l="l" r="r" t="t"/>
                  <a:pathLst>
                    <a:path extrusionOk="0" h="14035" w="8676">
                      <a:moveTo>
                        <a:pt x="4" y="1"/>
                      </a:moveTo>
                      <a:cubicBezTo>
                        <a:pt x="2" y="50"/>
                        <a:pt x="1" y="99"/>
                        <a:pt x="1" y="150"/>
                      </a:cubicBezTo>
                      <a:cubicBezTo>
                        <a:pt x="655" y="150"/>
                        <a:pt x="1324" y="339"/>
                        <a:pt x="1905" y="644"/>
                      </a:cubicBezTo>
                      <a:cubicBezTo>
                        <a:pt x="3081" y="1261"/>
                        <a:pt x="4051" y="2253"/>
                        <a:pt x="4801" y="3336"/>
                      </a:cubicBezTo>
                      <a:cubicBezTo>
                        <a:pt x="6373" y="5607"/>
                        <a:pt x="7048" y="8318"/>
                        <a:pt x="7738" y="10951"/>
                      </a:cubicBezTo>
                      <a:cubicBezTo>
                        <a:pt x="8010" y="11987"/>
                        <a:pt x="8291" y="13021"/>
                        <a:pt x="8638" y="14035"/>
                      </a:cubicBezTo>
                      <a:lnTo>
                        <a:pt x="8676" y="13674"/>
                      </a:lnTo>
                      <a:cubicBezTo>
                        <a:pt x="7924" y="11368"/>
                        <a:pt x="7485" y="8963"/>
                        <a:pt x="6647" y="6682"/>
                      </a:cubicBezTo>
                      <a:cubicBezTo>
                        <a:pt x="5758" y="4257"/>
                        <a:pt x="4326" y="1720"/>
                        <a:pt x="1943" y="494"/>
                      </a:cubicBezTo>
                      <a:cubicBezTo>
                        <a:pt x="1348" y="188"/>
                        <a:pt x="669" y="1"/>
                        <a:pt x="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52"/>
                <p:cNvSpPr/>
                <p:nvPr/>
              </p:nvSpPr>
              <p:spPr>
                <a:xfrm>
                  <a:off x="3778975" y="4145600"/>
                  <a:ext cx="105550" cy="298100"/>
                </a:xfrm>
                <a:custGeom>
                  <a:rect b="b" l="l" r="r" t="t"/>
                  <a:pathLst>
                    <a:path extrusionOk="0" h="11924" w="4222">
                      <a:moveTo>
                        <a:pt x="1" y="1"/>
                      </a:moveTo>
                      <a:cubicBezTo>
                        <a:pt x="1" y="54"/>
                        <a:pt x="0" y="107"/>
                        <a:pt x="0" y="162"/>
                      </a:cubicBezTo>
                      <a:cubicBezTo>
                        <a:pt x="1969" y="905"/>
                        <a:pt x="3422" y="2805"/>
                        <a:pt x="3669" y="4910"/>
                      </a:cubicBezTo>
                      <a:cubicBezTo>
                        <a:pt x="3983" y="7578"/>
                        <a:pt x="2575" y="10184"/>
                        <a:pt x="362" y="11629"/>
                      </a:cubicBezTo>
                      <a:cubicBezTo>
                        <a:pt x="295" y="11673"/>
                        <a:pt x="227" y="11715"/>
                        <a:pt x="158" y="11757"/>
                      </a:cubicBezTo>
                      <a:cubicBezTo>
                        <a:pt x="160" y="11813"/>
                        <a:pt x="163" y="11869"/>
                        <a:pt x="165" y="11924"/>
                      </a:cubicBezTo>
                      <a:cubicBezTo>
                        <a:pt x="1281" y="11256"/>
                        <a:pt x="2238" y="10337"/>
                        <a:pt x="2900" y="9184"/>
                      </a:cubicBezTo>
                      <a:cubicBezTo>
                        <a:pt x="4215" y="6891"/>
                        <a:pt x="4221" y="3962"/>
                        <a:pt x="2542" y="1853"/>
                      </a:cubicBezTo>
                      <a:cubicBezTo>
                        <a:pt x="1879" y="1020"/>
                        <a:pt x="997" y="36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52"/>
                <p:cNvSpPr/>
                <p:nvPr/>
              </p:nvSpPr>
              <p:spPr>
                <a:xfrm>
                  <a:off x="3853950" y="4405775"/>
                  <a:ext cx="138150" cy="299100"/>
                </a:xfrm>
                <a:custGeom>
                  <a:rect b="b" l="l" r="r" t="t"/>
                  <a:pathLst>
                    <a:path extrusionOk="0" h="11964" w="5526">
                      <a:moveTo>
                        <a:pt x="2514" y="0"/>
                      </a:moveTo>
                      <a:cubicBezTo>
                        <a:pt x="1960" y="0"/>
                        <a:pt x="1419" y="169"/>
                        <a:pt x="1001" y="567"/>
                      </a:cubicBezTo>
                      <a:cubicBezTo>
                        <a:pt x="1" y="1517"/>
                        <a:pt x="219" y="3105"/>
                        <a:pt x="470" y="4317"/>
                      </a:cubicBezTo>
                      <a:cubicBezTo>
                        <a:pt x="771" y="5778"/>
                        <a:pt x="1287" y="7194"/>
                        <a:pt x="1985" y="8513"/>
                      </a:cubicBezTo>
                      <a:cubicBezTo>
                        <a:pt x="2650" y="9769"/>
                        <a:pt x="3482" y="10931"/>
                        <a:pt x="4455" y="11964"/>
                      </a:cubicBezTo>
                      <a:lnTo>
                        <a:pt x="4476" y="11765"/>
                      </a:lnTo>
                      <a:lnTo>
                        <a:pt x="4476" y="11764"/>
                      </a:lnTo>
                      <a:cubicBezTo>
                        <a:pt x="2804" y="9956"/>
                        <a:pt x="1564" y="7760"/>
                        <a:pt x="888" y="5388"/>
                      </a:cubicBezTo>
                      <a:cubicBezTo>
                        <a:pt x="542" y="4174"/>
                        <a:pt x="142" y="2676"/>
                        <a:pt x="605" y="1443"/>
                      </a:cubicBezTo>
                      <a:cubicBezTo>
                        <a:pt x="937" y="558"/>
                        <a:pt x="1722" y="164"/>
                        <a:pt x="2555" y="164"/>
                      </a:cubicBezTo>
                      <a:cubicBezTo>
                        <a:pt x="2973" y="164"/>
                        <a:pt x="3404" y="264"/>
                        <a:pt x="3794" y="451"/>
                      </a:cubicBezTo>
                      <a:cubicBezTo>
                        <a:pt x="4566" y="819"/>
                        <a:pt x="5096" y="1466"/>
                        <a:pt x="5498" y="2205"/>
                      </a:cubicBezTo>
                      <a:lnTo>
                        <a:pt x="5525" y="1945"/>
                      </a:lnTo>
                      <a:lnTo>
                        <a:pt x="5525" y="1944"/>
                      </a:lnTo>
                      <a:cubicBezTo>
                        <a:pt x="5207" y="1406"/>
                        <a:pt x="4814" y="924"/>
                        <a:pt x="4295" y="566"/>
                      </a:cubicBezTo>
                      <a:cubicBezTo>
                        <a:pt x="3791" y="218"/>
                        <a:pt x="3144" y="0"/>
                        <a:pt x="251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52"/>
                <p:cNvSpPr/>
                <p:nvPr/>
              </p:nvSpPr>
              <p:spPr>
                <a:xfrm>
                  <a:off x="3788575" y="4571850"/>
                  <a:ext cx="85425" cy="273350"/>
                </a:xfrm>
                <a:custGeom>
                  <a:rect b="b" l="l" r="r" t="t"/>
                  <a:pathLst>
                    <a:path extrusionOk="0" h="10934" w="3417">
                      <a:moveTo>
                        <a:pt x="1" y="0"/>
                      </a:moveTo>
                      <a:lnTo>
                        <a:pt x="1" y="0"/>
                      </a:lnTo>
                      <a:cubicBezTo>
                        <a:pt x="4" y="61"/>
                        <a:pt x="6" y="121"/>
                        <a:pt x="10" y="181"/>
                      </a:cubicBezTo>
                      <a:cubicBezTo>
                        <a:pt x="1275" y="958"/>
                        <a:pt x="2237" y="2234"/>
                        <a:pt x="2633" y="3678"/>
                      </a:cubicBezTo>
                      <a:cubicBezTo>
                        <a:pt x="3310" y="6140"/>
                        <a:pt x="2474" y="8780"/>
                        <a:pt x="789" y="10639"/>
                      </a:cubicBezTo>
                      <a:cubicBezTo>
                        <a:pt x="759" y="10671"/>
                        <a:pt x="730" y="10703"/>
                        <a:pt x="702" y="10735"/>
                      </a:cubicBezTo>
                      <a:cubicBezTo>
                        <a:pt x="706" y="10801"/>
                        <a:pt x="712" y="10866"/>
                        <a:pt x="717" y="10933"/>
                      </a:cubicBezTo>
                      <a:cubicBezTo>
                        <a:pt x="1581" y="10035"/>
                        <a:pt x="2260" y="8968"/>
                        <a:pt x="2649" y="7764"/>
                      </a:cubicBezTo>
                      <a:cubicBezTo>
                        <a:pt x="3417" y="5386"/>
                        <a:pt x="2979" y="2667"/>
                        <a:pt x="1158" y="884"/>
                      </a:cubicBezTo>
                      <a:cubicBezTo>
                        <a:pt x="808" y="544"/>
                        <a:pt x="419" y="245"/>
                        <a:pt x="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52"/>
                <p:cNvSpPr/>
                <p:nvPr/>
              </p:nvSpPr>
              <p:spPr>
                <a:xfrm>
                  <a:off x="3816225" y="4732675"/>
                  <a:ext cx="146350" cy="232975"/>
                </a:xfrm>
                <a:custGeom>
                  <a:rect b="b" l="l" r="r" t="t"/>
                  <a:pathLst>
                    <a:path extrusionOk="0" h="9319" w="5854">
                      <a:moveTo>
                        <a:pt x="5065" y="0"/>
                      </a:moveTo>
                      <a:cubicBezTo>
                        <a:pt x="4003" y="0"/>
                        <a:pt x="3067" y="720"/>
                        <a:pt x="2477" y="1571"/>
                      </a:cubicBezTo>
                      <a:cubicBezTo>
                        <a:pt x="1628" y="2793"/>
                        <a:pt x="1443" y="4307"/>
                        <a:pt x="1192" y="5737"/>
                      </a:cubicBezTo>
                      <a:cubicBezTo>
                        <a:pt x="988" y="6900"/>
                        <a:pt x="710" y="8147"/>
                        <a:pt x="0" y="9113"/>
                      </a:cubicBezTo>
                      <a:cubicBezTo>
                        <a:pt x="7" y="9182"/>
                        <a:pt x="12" y="9250"/>
                        <a:pt x="19" y="9319"/>
                      </a:cubicBezTo>
                      <a:cubicBezTo>
                        <a:pt x="421" y="8810"/>
                        <a:pt x="713" y="8207"/>
                        <a:pt x="918" y="7576"/>
                      </a:cubicBezTo>
                      <a:cubicBezTo>
                        <a:pt x="1370" y="6189"/>
                        <a:pt x="1425" y="4715"/>
                        <a:pt x="1837" y="3318"/>
                      </a:cubicBezTo>
                      <a:cubicBezTo>
                        <a:pt x="2206" y="2068"/>
                        <a:pt x="2965" y="770"/>
                        <a:pt x="4252" y="299"/>
                      </a:cubicBezTo>
                      <a:cubicBezTo>
                        <a:pt x="4498" y="209"/>
                        <a:pt x="4765" y="166"/>
                        <a:pt x="5035" y="166"/>
                      </a:cubicBezTo>
                      <a:cubicBezTo>
                        <a:pt x="5308" y="166"/>
                        <a:pt x="5585" y="211"/>
                        <a:pt x="5846" y="297"/>
                      </a:cubicBezTo>
                      <a:lnTo>
                        <a:pt x="5853" y="132"/>
                      </a:lnTo>
                      <a:cubicBezTo>
                        <a:pt x="5696" y="80"/>
                        <a:pt x="5531" y="42"/>
                        <a:pt x="5367" y="20"/>
                      </a:cubicBezTo>
                      <a:cubicBezTo>
                        <a:pt x="5265" y="6"/>
                        <a:pt x="5165" y="0"/>
                        <a:pt x="50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52"/>
                <p:cNvSpPr/>
                <p:nvPr/>
              </p:nvSpPr>
              <p:spPr>
                <a:xfrm>
                  <a:off x="3823250" y="4891850"/>
                  <a:ext cx="131700" cy="151825"/>
                </a:xfrm>
                <a:custGeom>
                  <a:rect b="b" l="l" r="r" t="t"/>
                  <a:pathLst>
                    <a:path extrusionOk="0" h="6073" w="5268">
                      <a:moveTo>
                        <a:pt x="5268" y="1"/>
                      </a:moveTo>
                      <a:lnTo>
                        <a:pt x="5268" y="1"/>
                      </a:lnTo>
                      <a:cubicBezTo>
                        <a:pt x="4362" y="435"/>
                        <a:pt x="3569" y="1124"/>
                        <a:pt x="2864" y="1818"/>
                      </a:cubicBezTo>
                      <a:cubicBezTo>
                        <a:pt x="1976" y="2691"/>
                        <a:pt x="1201" y="3682"/>
                        <a:pt x="562" y="4751"/>
                      </a:cubicBezTo>
                      <a:cubicBezTo>
                        <a:pt x="361" y="5087"/>
                        <a:pt x="174" y="5430"/>
                        <a:pt x="1" y="5780"/>
                      </a:cubicBezTo>
                      <a:cubicBezTo>
                        <a:pt x="10" y="5878"/>
                        <a:pt x="19" y="5975"/>
                        <a:pt x="29" y="6073"/>
                      </a:cubicBezTo>
                      <a:cubicBezTo>
                        <a:pt x="643" y="4777"/>
                        <a:pt x="1446" y="3572"/>
                        <a:pt x="2411" y="2508"/>
                      </a:cubicBezTo>
                      <a:cubicBezTo>
                        <a:pt x="3161" y="1681"/>
                        <a:pt x="4161" y="726"/>
                        <a:pt x="5259" y="183"/>
                      </a:cubicBezTo>
                      <a:lnTo>
                        <a:pt x="526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52"/>
                <p:cNvSpPr/>
                <p:nvPr/>
              </p:nvSpPr>
              <p:spPr>
                <a:xfrm>
                  <a:off x="3876850" y="5016225"/>
                  <a:ext cx="72025" cy="178475"/>
                </a:xfrm>
                <a:custGeom>
                  <a:rect b="b" l="l" r="r" t="t"/>
                  <a:pathLst>
                    <a:path extrusionOk="0" h="7139" w="2881">
                      <a:moveTo>
                        <a:pt x="2881" y="0"/>
                      </a:moveTo>
                      <a:cubicBezTo>
                        <a:pt x="1608" y="1294"/>
                        <a:pt x="691" y="2938"/>
                        <a:pt x="270" y="4709"/>
                      </a:cubicBezTo>
                      <a:cubicBezTo>
                        <a:pt x="86" y="5480"/>
                        <a:pt x="1" y="6272"/>
                        <a:pt x="16" y="7065"/>
                      </a:cubicBezTo>
                      <a:cubicBezTo>
                        <a:pt x="16" y="7114"/>
                        <a:pt x="55" y="7138"/>
                        <a:pt x="92" y="7138"/>
                      </a:cubicBezTo>
                      <a:cubicBezTo>
                        <a:pt x="130" y="7138"/>
                        <a:pt x="168" y="7114"/>
                        <a:pt x="167" y="7065"/>
                      </a:cubicBezTo>
                      <a:cubicBezTo>
                        <a:pt x="121" y="4540"/>
                        <a:pt x="1138" y="2052"/>
                        <a:pt x="2870" y="226"/>
                      </a:cubicBezTo>
                      <a:cubicBezTo>
                        <a:pt x="2868" y="226"/>
                        <a:pt x="2870" y="225"/>
                        <a:pt x="2870" y="225"/>
                      </a:cubicBezTo>
                      <a:lnTo>
                        <a:pt x="28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52"/>
                <p:cNvSpPr/>
                <p:nvPr/>
              </p:nvSpPr>
              <p:spPr>
                <a:xfrm>
                  <a:off x="3982625" y="3927625"/>
                  <a:ext cx="21225" cy="426325"/>
                </a:xfrm>
                <a:custGeom>
                  <a:rect b="b" l="l" r="r" t="t"/>
                  <a:pathLst>
                    <a:path extrusionOk="0" h="17053" w="849">
                      <a:moveTo>
                        <a:pt x="84" y="1"/>
                      </a:moveTo>
                      <a:cubicBezTo>
                        <a:pt x="43" y="1"/>
                        <a:pt x="1" y="29"/>
                        <a:pt x="4" y="82"/>
                      </a:cubicBezTo>
                      <a:cubicBezTo>
                        <a:pt x="104" y="2170"/>
                        <a:pt x="182" y="4259"/>
                        <a:pt x="264" y="6347"/>
                      </a:cubicBezTo>
                      <a:cubicBezTo>
                        <a:pt x="363" y="8859"/>
                        <a:pt x="458" y="11369"/>
                        <a:pt x="561" y="13880"/>
                      </a:cubicBezTo>
                      <a:cubicBezTo>
                        <a:pt x="603" y="14917"/>
                        <a:pt x="645" y="15952"/>
                        <a:pt x="696" y="16987"/>
                      </a:cubicBezTo>
                      <a:cubicBezTo>
                        <a:pt x="698" y="17032"/>
                        <a:pt x="731" y="17053"/>
                        <a:pt x="765" y="17053"/>
                      </a:cubicBezTo>
                      <a:cubicBezTo>
                        <a:pt x="806" y="17053"/>
                        <a:pt x="848" y="17024"/>
                        <a:pt x="846" y="16972"/>
                      </a:cubicBezTo>
                      <a:cubicBezTo>
                        <a:pt x="745" y="14884"/>
                        <a:pt x="667" y="12795"/>
                        <a:pt x="585" y="10707"/>
                      </a:cubicBezTo>
                      <a:cubicBezTo>
                        <a:pt x="487" y="8195"/>
                        <a:pt x="390" y="5684"/>
                        <a:pt x="288" y="3173"/>
                      </a:cubicBezTo>
                      <a:cubicBezTo>
                        <a:pt x="246" y="2137"/>
                        <a:pt x="203" y="1102"/>
                        <a:pt x="154" y="66"/>
                      </a:cubicBezTo>
                      <a:cubicBezTo>
                        <a:pt x="152" y="22"/>
                        <a:pt x="118" y="1"/>
                        <a:pt x="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52"/>
                <p:cNvSpPr/>
                <p:nvPr/>
              </p:nvSpPr>
              <p:spPr>
                <a:xfrm>
                  <a:off x="3985875" y="3919850"/>
                  <a:ext cx="32775" cy="94725"/>
                </a:xfrm>
                <a:custGeom>
                  <a:rect b="b" l="l" r="r" t="t"/>
                  <a:pathLst>
                    <a:path extrusionOk="0" h="3789" w="1311">
                      <a:moveTo>
                        <a:pt x="878" y="1"/>
                      </a:moveTo>
                      <a:cubicBezTo>
                        <a:pt x="837" y="1"/>
                        <a:pt x="798" y="29"/>
                        <a:pt x="809" y="81"/>
                      </a:cubicBezTo>
                      <a:lnTo>
                        <a:pt x="809" y="80"/>
                      </a:lnTo>
                      <a:cubicBezTo>
                        <a:pt x="951" y="798"/>
                        <a:pt x="1053" y="1523"/>
                        <a:pt x="1111" y="2253"/>
                      </a:cubicBezTo>
                      <a:cubicBezTo>
                        <a:pt x="1138" y="2586"/>
                        <a:pt x="1197" y="2993"/>
                        <a:pt x="988" y="3283"/>
                      </a:cubicBezTo>
                      <a:cubicBezTo>
                        <a:pt x="786" y="3559"/>
                        <a:pt x="412" y="3615"/>
                        <a:pt x="96" y="3638"/>
                      </a:cubicBezTo>
                      <a:cubicBezTo>
                        <a:pt x="1" y="3645"/>
                        <a:pt x="13" y="3789"/>
                        <a:pt x="105" y="3789"/>
                      </a:cubicBezTo>
                      <a:cubicBezTo>
                        <a:pt x="107" y="3789"/>
                        <a:pt x="109" y="3789"/>
                        <a:pt x="111" y="3789"/>
                      </a:cubicBezTo>
                      <a:cubicBezTo>
                        <a:pt x="417" y="3766"/>
                        <a:pt x="752" y="3711"/>
                        <a:pt x="991" y="3501"/>
                      </a:cubicBezTo>
                      <a:cubicBezTo>
                        <a:pt x="1209" y="3308"/>
                        <a:pt x="1278" y="3029"/>
                        <a:pt x="1286" y="2748"/>
                      </a:cubicBezTo>
                      <a:cubicBezTo>
                        <a:pt x="1311" y="1862"/>
                        <a:pt x="1130" y="931"/>
                        <a:pt x="959" y="65"/>
                      </a:cubicBezTo>
                      <a:cubicBezTo>
                        <a:pt x="951" y="21"/>
                        <a:pt x="914" y="1"/>
                        <a:pt x="8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52"/>
                <p:cNvSpPr/>
                <p:nvPr/>
              </p:nvSpPr>
              <p:spPr>
                <a:xfrm>
                  <a:off x="3825675" y="5162375"/>
                  <a:ext cx="124650" cy="50525"/>
                </a:xfrm>
                <a:custGeom>
                  <a:rect b="b" l="l" r="r" t="t"/>
                  <a:pathLst>
                    <a:path extrusionOk="0" h="2021" w="4986">
                      <a:moveTo>
                        <a:pt x="4883" y="1"/>
                      </a:moveTo>
                      <a:lnTo>
                        <a:pt x="0" y="173"/>
                      </a:lnTo>
                      <a:lnTo>
                        <a:pt x="196" y="2021"/>
                      </a:lnTo>
                      <a:lnTo>
                        <a:pt x="4986" y="1874"/>
                      </a:lnTo>
                      <a:lnTo>
                        <a:pt x="488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52"/>
                <p:cNvSpPr/>
                <p:nvPr/>
              </p:nvSpPr>
              <p:spPr>
                <a:xfrm>
                  <a:off x="4094800" y="3511350"/>
                  <a:ext cx="15075" cy="68625"/>
                </a:xfrm>
                <a:custGeom>
                  <a:rect b="b" l="l" r="r" t="t"/>
                  <a:pathLst>
                    <a:path extrusionOk="0" h="2745" w="603">
                      <a:moveTo>
                        <a:pt x="227" y="1"/>
                      </a:moveTo>
                      <a:cubicBezTo>
                        <a:pt x="189" y="1"/>
                        <a:pt x="151" y="23"/>
                        <a:pt x="144" y="70"/>
                      </a:cubicBezTo>
                      <a:cubicBezTo>
                        <a:pt x="0" y="960"/>
                        <a:pt x="99" y="1858"/>
                        <a:pt x="429" y="2697"/>
                      </a:cubicBezTo>
                      <a:cubicBezTo>
                        <a:pt x="442" y="2730"/>
                        <a:pt x="468" y="2744"/>
                        <a:pt x="496" y="2744"/>
                      </a:cubicBezTo>
                      <a:cubicBezTo>
                        <a:pt x="547" y="2744"/>
                        <a:pt x="603" y="2694"/>
                        <a:pt x="578" y="2630"/>
                      </a:cubicBezTo>
                      <a:cubicBezTo>
                        <a:pt x="258" y="1817"/>
                        <a:pt x="167" y="950"/>
                        <a:pt x="306" y="88"/>
                      </a:cubicBezTo>
                      <a:cubicBezTo>
                        <a:pt x="315" y="32"/>
                        <a:pt x="271" y="1"/>
                        <a:pt x="2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52"/>
                <p:cNvSpPr/>
                <p:nvPr/>
              </p:nvSpPr>
              <p:spPr>
                <a:xfrm>
                  <a:off x="3653250" y="3385950"/>
                  <a:ext cx="344850" cy="950825"/>
                </a:xfrm>
                <a:custGeom>
                  <a:rect b="b" l="l" r="r" t="t"/>
                  <a:pathLst>
                    <a:path extrusionOk="0" h="38033" w="13794">
                      <a:moveTo>
                        <a:pt x="11125" y="1"/>
                      </a:moveTo>
                      <a:cubicBezTo>
                        <a:pt x="11125" y="1"/>
                        <a:pt x="6524" y="524"/>
                        <a:pt x="4611" y="2431"/>
                      </a:cubicBezTo>
                      <a:cubicBezTo>
                        <a:pt x="3221" y="3817"/>
                        <a:pt x="4910" y="5730"/>
                        <a:pt x="5137" y="7761"/>
                      </a:cubicBezTo>
                      <a:cubicBezTo>
                        <a:pt x="5364" y="9791"/>
                        <a:pt x="5668" y="15564"/>
                        <a:pt x="4610" y="19706"/>
                      </a:cubicBezTo>
                      <a:cubicBezTo>
                        <a:pt x="3552" y="23847"/>
                        <a:pt x="0" y="35995"/>
                        <a:pt x="832" y="36570"/>
                      </a:cubicBezTo>
                      <a:cubicBezTo>
                        <a:pt x="1490" y="37026"/>
                        <a:pt x="5778" y="38033"/>
                        <a:pt x="8649" y="38033"/>
                      </a:cubicBezTo>
                      <a:cubicBezTo>
                        <a:pt x="9401" y="38033"/>
                        <a:pt x="10056" y="37964"/>
                        <a:pt x="10523" y="37797"/>
                      </a:cubicBezTo>
                      <a:cubicBezTo>
                        <a:pt x="12771" y="36995"/>
                        <a:pt x="11576" y="22025"/>
                        <a:pt x="11493" y="17495"/>
                      </a:cubicBezTo>
                      <a:cubicBezTo>
                        <a:pt x="11410" y="12965"/>
                        <a:pt x="12482" y="13125"/>
                        <a:pt x="13138" y="10236"/>
                      </a:cubicBezTo>
                      <a:cubicBezTo>
                        <a:pt x="13793" y="7346"/>
                        <a:pt x="11892" y="3425"/>
                        <a:pt x="11125" y="2"/>
                      </a:cubicBezTo>
                      <a:lnTo>
                        <a:pt x="1112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52"/>
                <p:cNvSpPr/>
                <p:nvPr/>
              </p:nvSpPr>
              <p:spPr>
                <a:xfrm>
                  <a:off x="3712050" y="4054725"/>
                  <a:ext cx="128175" cy="133575"/>
                </a:xfrm>
                <a:custGeom>
                  <a:rect b="b" l="l" r="r" t="t"/>
                  <a:pathLst>
                    <a:path extrusionOk="0" h="5343" w="5127">
                      <a:moveTo>
                        <a:pt x="5011" y="0"/>
                      </a:moveTo>
                      <a:cubicBezTo>
                        <a:pt x="4974" y="0"/>
                        <a:pt x="4938" y="21"/>
                        <a:pt x="4927" y="68"/>
                      </a:cubicBezTo>
                      <a:cubicBezTo>
                        <a:pt x="4340" y="2515"/>
                        <a:pt x="2520" y="4439"/>
                        <a:pt x="106" y="5156"/>
                      </a:cubicBezTo>
                      <a:cubicBezTo>
                        <a:pt x="0" y="5187"/>
                        <a:pt x="33" y="5342"/>
                        <a:pt x="128" y="5342"/>
                      </a:cubicBezTo>
                      <a:cubicBezTo>
                        <a:pt x="137" y="5342"/>
                        <a:pt x="147" y="5341"/>
                        <a:pt x="157" y="5338"/>
                      </a:cubicBezTo>
                      <a:cubicBezTo>
                        <a:pt x="2632" y="4603"/>
                        <a:pt x="4507" y="2630"/>
                        <a:pt x="5109" y="118"/>
                      </a:cubicBezTo>
                      <a:cubicBezTo>
                        <a:pt x="5126" y="47"/>
                        <a:pt x="5067" y="0"/>
                        <a:pt x="50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52"/>
                <p:cNvSpPr/>
                <p:nvPr/>
              </p:nvSpPr>
              <p:spPr>
                <a:xfrm>
                  <a:off x="3674625" y="4248975"/>
                  <a:ext cx="257025" cy="46825"/>
                </a:xfrm>
                <a:custGeom>
                  <a:rect b="b" l="l" r="r" t="t"/>
                  <a:pathLst>
                    <a:path extrusionOk="0" h="1873" w="10281">
                      <a:moveTo>
                        <a:pt x="124" y="1"/>
                      </a:moveTo>
                      <a:cubicBezTo>
                        <a:pt x="51" y="1"/>
                        <a:pt x="1" y="105"/>
                        <a:pt x="80" y="138"/>
                      </a:cubicBezTo>
                      <a:cubicBezTo>
                        <a:pt x="2785" y="1282"/>
                        <a:pt x="5702" y="1873"/>
                        <a:pt x="8633" y="1873"/>
                      </a:cubicBezTo>
                      <a:cubicBezTo>
                        <a:pt x="9149" y="1873"/>
                        <a:pt x="9667" y="1854"/>
                        <a:pt x="10183" y="1817"/>
                      </a:cubicBezTo>
                      <a:cubicBezTo>
                        <a:pt x="10277" y="1811"/>
                        <a:pt x="10280" y="1666"/>
                        <a:pt x="10189" y="1666"/>
                      </a:cubicBezTo>
                      <a:cubicBezTo>
                        <a:pt x="10187" y="1666"/>
                        <a:pt x="10185" y="1666"/>
                        <a:pt x="10183" y="1666"/>
                      </a:cubicBezTo>
                      <a:cubicBezTo>
                        <a:pt x="9667" y="1703"/>
                        <a:pt x="9150" y="1721"/>
                        <a:pt x="8634" y="1721"/>
                      </a:cubicBezTo>
                      <a:cubicBezTo>
                        <a:pt x="5730" y="1721"/>
                        <a:pt x="2836" y="1140"/>
                        <a:pt x="156" y="8"/>
                      </a:cubicBezTo>
                      <a:cubicBezTo>
                        <a:pt x="145" y="3"/>
                        <a:pt x="135" y="1"/>
                        <a:pt x="1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52"/>
                <p:cNvSpPr/>
                <p:nvPr/>
              </p:nvSpPr>
              <p:spPr>
                <a:xfrm>
                  <a:off x="3895175" y="3465675"/>
                  <a:ext cx="55125" cy="830125"/>
                </a:xfrm>
                <a:custGeom>
                  <a:rect b="b" l="l" r="r" t="t"/>
                  <a:pathLst>
                    <a:path extrusionOk="0" h="33205" w="2205">
                      <a:moveTo>
                        <a:pt x="596" y="0"/>
                      </a:moveTo>
                      <a:cubicBezTo>
                        <a:pt x="543" y="0"/>
                        <a:pt x="490" y="54"/>
                        <a:pt x="528" y="111"/>
                      </a:cubicBezTo>
                      <a:cubicBezTo>
                        <a:pt x="1760" y="1966"/>
                        <a:pt x="2027" y="4448"/>
                        <a:pt x="1653" y="6608"/>
                      </a:cubicBezTo>
                      <a:cubicBezTo>
                        <a:pt x="1456" y="7752"/>
                        <a:pt x="1076" y="8853"/>
                        <a:pt x="812" y="9981"/>
                      </a:cubicBezTo>
                      <a:cubicBezTo>
                        <a:pt x="555" y="11083"/>
                        <a:pt x="442" y="12221"/>
                        <a:pt x="387" y="13350"/>
                      </a:cubicBezTo>
                      <a:cubicBezTo>
                        <a:pt x="287" y="15419"/>
                        <a:pt x="412" y="17504"/>
                        <a:pt x="436" y="19574"/>
                      </a:cubicBezTo>
                      <a:cubicBezTo>
                        <a:pt x="461" y="21713"/>
                        <a:pt x="490" y="23851"/>
                        <a:pt x="461" y="25989"/>
                      </a:cubicBezTo>
                      <a:cubicBezTo>
                        <a:pt x="427" y="28365"/>
                        <a:pt x="342" y="30753"/>
                        <a:pt x="9" y="33110"/>
                      </a:cubicBezTo>
                      <a:cubicBezTo>
                        <a:pt x="1" y="33167"/>
                        <a:pt x="50" y="33204"/>
                        <a:pt x="93" y="33204"/>
                      </a:cubicBezTo>
                      <a:cubicBezTo>
                        <a:pt x="122" y="33204"/>
                        <a:pt x="149" y="33188"/>
                        <a:pt x="155" y="33149"/>
                      </a:cubicBezTo>
                      <a:cubicBezTo>
                        <a:pt x="754" y="28904"/>
                        <a:pt x="646" y="24568"/>
                        <a:pt x="596" y="20292"/>
                      </a:cubicBezTo>
                      <a:cubicBezTo>
                        <a:pt x="583" y="19208"/>
                        <a:pt x="578" y="18124"/>
                        <a:pt x="553" y="17039"/>
                      </a:cubicBezTo>
                      <a:cubicBezTo>
                        <a:pt x="530" y="16010"/>
                        <a:pt x="492" y="14979"/>
                        <a:pt x="517" y="13949"/>
                      </a:cubicBezTo>
                      <a:cubicBezTo>
                        <a:pt x="545" y="12804"/>
                        <a:pt x="629" y="11641"/>
                        <a:pt x="851" y="10516"/>
                      </a:cubicBezTo>
                      <a:cubicBezTo>
                        <a:pt x="1082" y="9346"/>
                        <a:pt x="1479" y="8219"/>
                        <a:pt x="1723" y="7052"/>
                      </a:cubicBezTo>
                      <a:cubicBezTo>
                        <a:pt x="2205" y="4738"/>
                        <a:pt x="1992" y="2041"/>
                        <a:pt x="659" y="34"/>
                      </a:cubicBezTo>
                      <a:cubicBezTo>
                        <a:pt x="643" y="10"/>
                        <a:pt x="620" y="0"/>
                        <a:pt x="5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52"/>
                <p:cNvSpPr/>
                <p:nvPr/>
              </p:nvSpPr>
              <p:spPr>
                <a:xfrm>
                  <a:off x="3838850" y="3290575"/>
                  <a:ext cx="151250" cy="237250"/>
                </a:xfrm>
                <a:custGeom>
                  <a:rect b="b" l="l" r="r" t="t"/>
                  <a:pathLst>
                    <a:path extrusionOk="0" h="9490" w="6050">
                      <a:moveTo>
                        <a:pt x="4239" y="0"/>
                      </a:moveTo>
                      <a:cubicBezTo>
                        <a:pt x="3500" y="0"/>
                        <a:pt x="261" y="3643"/>
                        <a:pt x="0" y="4690"/>
                      </a:cubicBezTo>
                      <a:cubicBezTo>
                        <a:pt x="0" y="4690"/>
                        <a:pt x="1518" y="5602"/>
                        <a:pt x="1912" y="7143"/>
                      </a:cubicBezTo>
                      <a:cubicBezTo>
                        <a:pt x="2217" y="8341"/>
                        <a:pt x="2859" y="9489"/>
                        <a:pt x="3788" y="9489"/>
                      </a:cubicBezTo>
                      <a:cubicBezTo>
                        <a:pt x="4052" y="9489"/>
                        <a:pt x="4340" y="9396"/>
                        <a:pt x="4650" y="9184"/>
                      </a:cubicBezTo>
                      <a:cubicBezTo>
                        <a:pt x="6049" y="8230"/>
                        <a:pt x="3686" y="4848"/>
                        <a:pt x="3927" y="3450"/>
                      </a:cubicBezTo>
                      <a:cubicBezTo>
                        <a:pt x="4168" y="2052"/>
                        <a:pt x="4844" y="393"/>
                        <a:pt x="4325" y="24"/>
                      </a:cubicBezTo>
                      <a:cubicBezTo>
                        <a:pt x="4302" y="8"/>
                        <a:pt x="4273" y="0"/>
                        <a:pt x="423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52"/>
                <p:cNvSpPr/>
                <p:nvPr/>
              </p:nvSpPr>
              <p:spPr>
                <a:xfrm>
                  <a:off x="4021050" y="3409175"/>
                  <a:ext cx="355950" cy="854875"/>
                </a:xfrm>
                <a:custGeom>
                  <a:rect b="b" l="l" r="r" t="t"/>
                  <a:pathLst>
                    <a:path extrusionOk="0" h="34195" w="14238">
                      <a:moveTo>
                        <a:pt x="0" y="1"/>
                      </a:moveTo>
                      <a:cubicBezTo>
                        <a:pt x="0" y="1"/>
                        <a:pt x="1871" y="2508"/>
                        <a:pt x="2095" y="6161"/>
                      </a:cubicBezTo>
                      <a:cubicBezTo>
                        <a:pt x="2319" y="9814"/>
                        <a:pt x="756" y="13486"/>
                        <a:pt x="2143" y="16511"/>
                      </a:cubicBezTo>
                      <a:cubicBezTo>
                        <a:pt x="3529" y="19537"/>
                        <a:pt x="5335" y="20883"/>
                        <a:pt x="5792" y="22789"/>
                      </a:cubicBezTo>
                      <a:cubicBezTo>
                        <a:pt x="6249" y="24697"/>
                        <a:pt x="8132" y="34194"/>
                        <a:pt x="8132" y="34194"/>
                      </a:cubicBezTo>
                      <a:cubicBezTo>
                        <a:pt x="8132" y="34194"/>
                        <a:pt x="9971" y="33665"/>
                        <a:pt x="11791" y="33190"/>
                      </a:cubicBezTo>
                      <a:cubicBezTo>
                        <a:pt x="14238" y="32551"/>
                        <a:pt x="13402" y="30470"/>
                        <a:pt x="12244" y="28555"/>
                      </a:cubicBezTo>
                      <a:cubicBezTo>
                        <a:pt x="11631" y="27543"/>
                        <a:pt x="9906" y="24555"/>
                        <a:pt x="8298" y="21593"/>
                      </a:cubicBezTo>
                      <a:cubicBezTo>
                        <a:pt x="8168" y="21353"/>
                        <a:pt x="8039" y="21115"/>
                        <a:pt x="7910" y="20876"/>
                      </a:cubicBezTo>
                      <a:cubicBezTo>
                        <a:pt x="6628" y="18488"/>
                        <a:pt x="5486" y="16221"/>
                        <a:pt x="5140" y="15145"/>
                      </a:cubicBezTo>
                      <a:cubicBezTo>
                        <a:pt x="4335" y="12636"/>
                        <a:pt x="6047" y="10907"/>
                        <a:pt x="5946" y="8672"/>
                      </a:cubicBezTo>
                      <a:cubicBezTo>
                        <a:pt x="5846" y="6439"/>
                        <a:pt x="4939" y="6556"/>
                        <a:pt x="5392" y="4608"/>
                      </a:cubicBezTo>
                      <a:cubicBezTo>
                        <a:pt x="5846" y="2660"/>
                        <a:pt x="1" y="1"/>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52"/>
                <p:cNvSpPr/>
                <p:nvPr/>
              </p:nvSpPr>
              <p:spPr>
                <a:xfrm>
                  <a:off x="4136100" y="3525950"/>
                  <a:ext cx="49175" cy="279375"/>
                </a:xfrm>
                <a:custGeom>
                  <a:rect b="b" l="l" r="r" t="t"/>
                  <a:pathLst>
                    <a:path extrusionOk="0" h="11175" w="1967">
                      <a:moveTo>
                        <a:pt x="230" y="1"/>
                      </a:moveTo>
                      <a:cubicBezTo>
                        <a:pt x="192" y="1"/>
                        <a:pt x="152" y="25"/>
                        <a:pt x="149" y="74"/>
                      </a:cubicBezTo>
                      <a:cubicBezTo>
                        <a:pt x="110" y="708"/>
                        <a:pt x="55" y="1363"/>
                        <a:pt x="211" y="1987"/>
                      </a:cubicBezTo>
                      <a:cubicBezTo>
                        <a:pt x="379" y="2665"/>
                        <a:pt x="808" y="3183"/>
                        <a:pt x="1199" y="3745"/>
                      </a:cubicBezTo>
                      <a:cubicBezTo>
                        <a:pt x="1448" y="4105"/>
                        <a:pt x="1663" y="4494"/>
                        <a:pt x="1699" y="4940"/>
                      </a:cubicBezTo>
                      <a:cubicBezTo>
                        <a:pt x="1738" y="5406"/>
                        <a:pt x="1585" y="5873"/>
                        <a:pt x="1384" y="6287"/>
                      </a:cubicBezTo>
                      <a:cubicBezTo>
                        <a:pt x="1019" y="7038"/>
                        <a:pt x="480" y="7693"/>
                        <a:pt x="247" y="8506"/>
                      </a:cubicBezTo>
                      <a:cubicBezTo>
                        <a:pt x="0" y="9367"/>
                        <a:pt x="53" y="10292"/>
                        <a:pt x="381" y="11124"/>
                      </a:cubicBezTo>
                      <a:cubicBezTo>
                        <a:pt x="395" y="11159"/>
                        <a:pt x="426" y="11175"/>
                        <a:pt x="457" y="11175"/>
                      </a:cubicBezTo>
                      <a:cubicBezTo>
                        <a:pt x="504" y="11175"/>
                        <a:pt x="549" y="11138"/>
                        <a:pt x="527" y="11083"/>
                      </a:cubicBezTo>
                      <a:cubicBezTo>
                        <a:pt x="214" y="10290"/>
                        <a:pt x="155" y="9414"/>
                        <a:pt x="380" y="8588"/>
                      </a:cubicBezTo>
                      <a:cubicBezTo>
                        <a:pt x="617" y="7726"/>
                        <a:pt x="1210" y="7048"/>
                        <a:pt x="1570" y="6244"/>
                      </a:cubicBezTo>
                      <a:cubicBezTo>
                        <a:pt x="1870" y="5578"/>
                        <a:pt x="1967" y="4868"/>
                        <a:pt x="1642" y="4192"/>
                      </a:cubicBezTo>
                      <a:cubicBezTo>
                        <a:pt x="1315" y="3509"/>
                        <a:pt x="731" y="2989"/>
                        <a:pt x="458" y="2274"/>
                      </a:cubicBezTo>
                      <a:cubicBezTo>
                        <a:pt x="191" y="1572"/>
                        <a:pt x="254" y="809"/>
                        <a:pt x="300" y="74"/>
                      </a:cubicBezTo>
                      <a:cubicBezTo>
                        <a:pt x="304" y="25"/>
                        <a:pt x="267" y="1"/>
                        <a:pt x="2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52"/>
                <p:cNvSpPr/>
                <p:nvPr/>
              </p:nvSpPr>
              <p:spPr>
                <a:xfrm>
                  <a:off x="4049475" y="3429775"/>
                  <a:ext cx="179050" cy="519250"/>
                </a:xfrm>
                <a:custGeom>
                  <a:rect b="b" l="l" r="r" t="t"/>
                  <a:pathLst>
                    <a:path extrusionOk="0" h="20770" w="7162">
                      <a:moveTo>
                        <a:pt x="105" y="1"/>
                      </a:moveTo>
                      <a:cubicBezTo>
                        <a:pt x="51" y="1"/>
                        <a:pt x="1" y="77"/>
                        <a:pt x="47" y="134"/>
                      </a:cubicBezTo>
                      <a:cubicBezTo>
                        <a:pt x="2444" y="3017"/>
                        <a:pt x="1754" y="7058"/>
                        <a:pt x="1986" y="10511"/>
                      </a:cubicBezTo>
                      <a:cubicBezTo>
                        <a:pt x="2049" y="11440"/>
                        <a:pt x="2177" y="12370"/>
                        <a:pt x="2441" y="13264"/>
                      </a:cubicBezTo>
                      <a:cubicBezTo>
                        <a:pt x="2691" y="14113"/>
                        <a:pt x="3059" y="14924"/>
                        <a:pt x="3493" y="15695"/>
                      </a:cubicBezTo>
                      <a:cubicBezTo>
                        <a:pt x="4393" y="17294"/>
                        <a:pt x="5549" y="18754"/>
                        <a:pt x="6691" y="20185"/>
                      </a:cubicBezTo>
                      <a:cubicBezTo>
                        <a:pt x="6847" y="20380"/>
                        <a:pt x="7004" y="20575"/>
                        <a:pt x="7161" y="20769"/>
                      </a:cubicBezTo>
                      <a:cubicBezTo>
                        <a:pt x="7031" y="20529"/>
                        <a:pt x="6902" y="20291"/>
                        <a:pt x="6773" y="20052"/>
                      </a:cubicBezTo>
                      <a:cubicBezTo>
                        <a:pt x="5737" y="18768"/>
                        <a:pt x="4718" y="17449"/>
                        <a:pt x="3867" y="16037"/>
                      </a:cubicBezTo>
                      <a:cubicBezTo>
                        <a:pt x="3394" y="15254"/>
                        <a:pt x="2982" y="14430"/>
                        <a:pt x="2692" y="13560"/>
                      </a:cubicBezTo>
                      <a:cubicBezTo>
                        <a:pt x="2379" y="12620"/>
                        <a:pt x="2222" y="11640"/>
                        <a:pt x="2148" y="10654"/>
                      </a:cubicBezTo>
                      <a:cubicBezTo>
                        <a:pt x="2008" y="8790"/>
                        <a:pt x="2150" y="6917"/>
                        <a:pt x="1971" y="5056"/>
                      </a:cubicBezTo>
                      <a:cubicBezTo>
                        <a:pt x="1799" y="3257"/>
                        <a:pt x="1331" y="1442"/>
                        <a:pt x="155" y="27"/>
                      </a:cubicBezTo>
                      <a:cubicBezTo>
                        <a:pt x="140" y="8"/>
                        <a:pt x="122" y="1"/>
                        <a:pt x="10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52"/>
                <p:cNvSpPr/>
                <p:nvPr/>
              </p:nvSpPr>
              <p:spPr>
                <a:xfrm>
                  <a:off x="3882125" y="3209250"/>
                  <a:ext cx="94950" cy="102700"/>
                </a:xfrm>
                <a:custGeom>
                  <a:rect b="b" l="l" r="r" t="t"/>
                  <a:pathLst>
                    <a:path extrusionOk="0" h="4108" w="3798">
                      <a:moveTo>
                        <a:pt x="1899" y="1"/>
                      </a:moveTo>
                      <a:cubicBezTo>
                        <a:pt x="851" y="1"/>
                        <a:pt x="1" y="920"/>
                        <a:pt x="1" y="2055"/>
                      </a:cubicBezTo>
                      <a:cubicBezTo>
                        <a:pt x="1" y="3188"/>
                        <a:pt x="851" y="4108"/>
                        <a:pt x="1899" y="4108"/>
                      </a:cubicBezTo>
                      <a:cubicBezTo>
                        <a:pt x="2948" y="4108"/>
                        <a:pt x="3798" y="3188"/>
                        <a:pt x="3798" y="2055"/>
                      </a:cubicBezTo>
                      <a:cubicBezTo>
                        <a:pt x="3798" y="920"/>
                        <a:pt x="2948" y="1"/>
                        <a:pt x="189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52"/>
                <p:cNvSpPr/>
                <p:nvPr/>
              </p:nvSpPr>
              <p:spPr>
                <a:xfrm>
                  <a:off x="3886225" y="3225025"/>
                  <a:ext cx="63950" cy="69175"/>
                </a:xfrm>
                <a:custGeom>
                  <a:rect b="b" l="l" r="r" t="t"/>
                  <a:pathLst>
                    <a:path extrusionOk="0" h="2767" w="2558">
                      <a:moveTo>
                        <a:pt x="1279" y="1"/>
                      </a:moveTo>
                      <a:cubicBezTo>
                        <a:pt x="572" y="1"/>
                        <a:pt x="0" y="620"/>
                        <a:pt x="0" y="1384"/>
                      </a:cubicBezTo>
                      <a:cubicBezTo>
                        <a:pt x="0" y="2148"/>
                        <a:pt x="572" y="2767"/>
                        <a:pt x="1279" y="2767"/>
                      </a:cubicBezTo>
                      <a:cubicBezTo>
                        <a:pt x="1985" y="2767"/>
                        <a:pt x="2557" y="2148"/>
                        <a:pt x="2557" y="1384"/>
                      </a:cubicBezTo>
                      <a:cubicBezTo>
                        <a:pt x="2557" y="620"/>
                        <a:pt x="1985" y="1"/>
                        <a:pt x="1279" y="1"/>
                      </a:cubicBezTo>
                      <a:close/>
                    </a:path>
                  </a:pathLst>
                </a:custGeom>
                <a:solidFill>
                  <a:srgbClr val="3C363C">
                    <a:alpha val="456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52"/>
                <p:cNvSpPr/>
                <p:nvPr/>
              </p:nvSpPr>
              <p:spPr>
                <a:xfrm>
                  <a:off x="3926800" y="3104200"/>
                  <a:ext cx="148225" cy="119250"/>
                </a:xfrm>
                <a:custGeom>
                  <a:rect b="b" l="l" r="r" t="t"/>
                  <a:pathLst>
                    <a:path extrusionOk="0" h="4770" w="5929">
                      <a:moveTo>
                        <a:pt x="3243" y="1"/>
                      </a:moveTo>
                      <a:cubicBezTo>
                        <a:pt x="3030" y="1"/>
                        <a:pt x="2813" y="23"/>
                        <a:pt x="2595" y="69"/>
                      </a:cubicBezTo>
                      <a:cubicBezTo>
                        <a:pt x="472" y="515"/>
                        <a:pt x="31" y="4355"/>
                        <a:pt x="14" y="4518"/>
                      </a:cubicBezTo>
                      <a:cubicBezTo>
                        <a:pt x="1" y="4643"/>
                        <a:pt x="91" y="4755"/>
                        <a:pt x="214" y="4768"/>
                      </a:cubicBezTo>
                      <a:cubicBezTo>
                        <a:pt x="223" y="4769"/>
                        <a:pt x="231" y="4769"/>
                        <a:pt x="240" y="4769"/>
                      </a:cubicBezTo>
                      <a:cubicBezTo>
                        <a:pt x="353" y="4769"/>
                        <a:pt x="452" y="4684"/>
                        <a:pt x="464" y="4567"/>
                      </a:cubicBezTo>
                      <a:cubicBezTo>
                        <a:pt x="468" y="4530"/>
                        <a:pt x="886" y="892"/>
                        <a:pt x="2688" y="513"/>
                      </a:cubicBezTo>
                      <a:cubicBezTo>
                        <a:pt x="2885" y="472"/>
                        <a:pt x="3073" y="453"/>
                        <a:pt x="3250" y="453"/>
                      </a:cubicBezTo>
                      <a:cubicBezTo>
                        <a:pt x="4684" y="453"/>
                        <a:pt x="5440" y="1673"/>
                        <a:pt x="5475" y="1731"/>
                      </a:cubicBezTo>
                      <a:cubicBezTo>
                        <a:pt x="5517" y="1802"/>
                        <a:pt x="5591" y="1842"/>
                        <a:pt x="5668" y="1842"/>
                      </a:cubicBezTo>
                      <a:cubicBezTo>
                        <a:pt x="5708" y="1842"/>
                        <a:pt x="5748" y="1831"/>
                        <a:pt x="5785" y="1809"/>
                      </a:cubicBezTo>
                      <a:cubicBezTo>
                        <a:pt x="5893" y="1744"/>
                        <a:pt x="5928" y="1605"/>
                        <a:pt x="5864" y="1498"/>
                      </a:cubicBezTo>
                      <a:cubicBezTo>
                        <a:pt x="5852" y="1479"/>
                        <a:pt x="5574" y="1020"/>
                        <a:pt x="5035" y="615"/>
                      </a:cubicBezTo>
                      <a:cubicBezTo>
                        <a:pt x="4496" y="209"/>
                        <a:pt x="3885" y="1"/>
                        <a:pt x="32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52"/>
                <p:cNvSpPr/>
                <p:nvPr/>
              </p:nvSpPr>
              <p:spPr>
                <a:xfrm>
                  <a:off x="3599150" y="3449400"/>
                  <a:ext cx="468100" cy="402225"/>
                </a:xfrm>
                <a:custGeom>
                  <a:rect b="b" l="l" r="r" t="t"/>
                  <a:pathLst>
                    <a:path extrusionOk="0" h="16089" w="18724">
                      <a:moveTo>
                        <a:pt x="7437" y="0"/>
                      </a:moveTo>
                      <a:cubicBezTo>
                        <a:pt x="7179" y="0"/>
                        <a:pt x="6908" y="15"/>
                        <a:pt x="6625" y="40"/>
                      </a:cubicBezTo>
                      <a:cubicBezTo>
                        <a:pt x="6625" y="40"/>
                        <a:pt x="1" y="11241"/>
                        <a:pt x="3678" y="14736"/>
                      </a:cubicBezTo>
                      <a:cubicBezTo>
                        <a:pt x="4697" y="15704"/>
                        <a:pt x="6321" y="16088"/>
                        <a:pt x="8122" y="16088"/>
                      </a:cubicBezTo>
                      <a:cubicBezTo>
                        <a:pt x="12822" y="16088"/>
                        <a:pt x="18723" y="13472"/>
                        <a:pt x="18198" y="11785"/>
                      </a:cubicBezTo>
                      <a:cubicBezTo>
                        <a:pt x="17618" y="9919"/>
                        <a:pt x="17408" y="9382"/>
                        <a:pt x="16022" y="9382"/>
                      </a:cubicBezTo>
                      <a:cubicBezTo>
                        <a:pt x="15674" y="9382"/>
                        <a:pt x="15253" y="9416"/>
                        <a:pt x="14732" y="9471"/>
                      </a:cubicBezTo>
                      <a:cubicBezTo>
                        <a:pt x="12941" y="9661"/>
                        <a:pt x="10096" y="10392"/>
                        <a:pt x="8893" y="10392"/>
                      </a:cubicBezTo>
                      <a:cubicBezTo>
                        <a:pt x="8558" y="10392"/>
                        <a:pt x="8350" y="10335"/>
                        <a:pt x="8328" y="10194"/>
                      </a:cubicBezTo>
                      <a:cubicBezTo>
                        <a:pt x="8328" y="10194"/>
                        <a:pt x="11059" y="5913"/>
                        <a:pt x="10780" y="3616"/>
                      </a:cubicBezTo>
                      <a:cubicBezTo>
                        <a:pt x="10431" y="738"/>
                        <a:pt x="9263" y="0"/>
                        <a:pt x="7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52"/>
                <p:cNvSpPr/>
                <p:nvPr/>
              </p:nvSpPr>
              <p:spPr>
                <a:xfrm>
                  <a:off x="3802775" y="3568325"/>
                  <a:ext cx="44675" cy="139900"/>
                </a:xfrm>
                <a:custGeom>
                  <a:rect b="b" l="l" r="r" t="t"/>
                  <a:pathLst>
                    <a:path extrusionOk="0" h="5596" w="1787">
                      <a:moveTo>
                        <a:pt x="1694" y="0"/>
                      </a:moveTo>
                      <a:cubicBezTo>
                        <a:pt x="1664" y="0"/>
                        <a:pt x="1634" y="16"/>
                        <a:pt x="1623" y="53"/>
                      </a:cubicBezTo>
                      <a:cubicBezTo>
                        <a:pt x="1361" y="884"/>
                        <a:pt x="1070" y="1707"/>
                        <a:pt x="804" y="2537"/>
                      </a:cubicBezTo>
                      <a:cubicBezTo>
                        <a:pt x="494" y="3512"/>
                        <a:pt x="237" y="4503"/>
                        <a:pt x="13" y="5501"/>
                      </a:cubicBezTo>
                      <a:cubicBezTo>
                        <a:pt x="1" y="5558"/>
                        <a:pt x="49" y="5595"/>
                        <a:pt x="93" y="5595"/>
                      </a:cubicBezTo>
                      <a:cubicBezTo>
                        <a:pt x="123" y="5595"/>
                        <a:pt x="151" y="5579"/>
                        <a:pt x="159" y="5541"/>
                      </a:cubicBezTo>
                      <a:cubicBezTo>
                        <a:pt x="383" y="4542"/>
                        <a:pt x="640" y="3553"/>
                        <a:pt x="950" y="2578"/>
                      </a:cubicBezTo>
                      <a:cubicBezTo>
                        <a:pt x="1215" y="1748"/>
                        <a:pt x="1507" y="925"/>
                        <a:pt x="1768" y="93"/>
                      </a:cubicBezTo>
                      <a:cubicBezTo>
                        <a:pt x="1786" y="37"/>
                        <a:pt x="1740" y="0"/>
                        <a:pt x="16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52"/>
                <p:cNvSpPr/>
                <p:nvPr/>
              </p:nvSpPr>
              <p:spPr>
                <a:xfrm>
                  <a:off x="3802500" y="3684675"/>
                  <a:ext cx="163050" cy="23700"/>
                </a:xfrm>
                <a:custGeom>
                  <a:rect b="b" l="l" r="r" t="t"/>
                  <a:pathLst>
                    <a:path extrusionOk="0" h="948" w="6522">
                      <a:moveTo>
                        <a:pt x="6402" y="0"/>
                      </a:moveTo>
                      <a:cubicBezTo>
                        <a:pt x="6398" y="0"/>
                        <a:pt x="6394" y="0"/>
                        <a:pt x="6390" y="1"/>
                      </a:cubicBezTo>
                      <a:cubicBezTo>
                        <a:pt x="4410" y="282"/>
                        <a:pt x="2441" y="797"/>
                        <a:pt x="431" y="797"/>
                      </a:cubicBezTo>
                      <a:cubicBezTo>
                        <a:pt x="319" y="797"/>
                        <a:pt x="208" y="795"/>
                        <a:pt x="97" y="792"/>
                      </a:cubicBezTo>
                      <a:cubicBezTo>
                        <a:pt x="96" y="792"/>
                        <a:pt x="95" y="792"/>
                        <a:pt x="94" y="792"/>
                      </a:cubicBezTo>
                      <a:cubicBezTo>
                        <a:pt x="0" y="792"/>
                        <a:pt x="1" y="940"/>
                        <a:pt x="97" y="943"/>
                      </a:cubicBezTo>
                      <a:cubicBezTo>
                        <a:pt x="210" y="946"/>
                        <a:pt x="323" y="948"/>
                        <a:pt x="436" y="948"/>
                      </a:cubicBezTo>
                      <a:cubicBezTo>
                        <a:pt x="2457" y="948"/>
                        <a:pt x="4439" y="430"/>
                        <a:pt x="6430" y="147"/>
                      </a:cubicBezTo>
                      <a:cubicBezTo>
                        <a:pt x="6522" y="134"/>
                        <a:pt x="6489" y="0"/>
                        <a:pt x="64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52"/>
                <p:cNvSpPr/>
                <p:nvPr/>
              </p:nvSpPr>
              <p:spPr>
                <a:xfrm>
                  <a:off x="3822300" y="3609900"/>
                  <a:ext cx="27225" cy="23825"/>
                </a:xfrm>
                <a:custGeom>
                  <a:rect b="b" l="l" r="r" t="t"/>
                  <a:pathLst>
                    <a:path extrusionOk="0" h="953" w="1089">
                      <a:moveTo>
                        <a:pt x="982" y="0"/>
                      </a:moveTo>
                      <a:cubicBezTo>
                        <a:pt x="959" y="0"/>
                        <a:pt x="936" y="10"/>
                        <a:pt x="920" y="34"/>
                      </a:cubicBezTo>
                      <a:cubicBezTo>
                        <a:pt x="698" y="357"/>
                        <a:pt x="412" y="618"/>
                        <a:pt x="72" y="812"/>
                      </a:cubicBezTo>
                      <a:cubicBezTo>
                        <a:pt x="0" y="853"/>
                        <a:pt x="44" y="953"/>
                        <a:pt x="111" y="953"/>
                      </a:cubicBezTo>
                      <a:cubicBezTo>
                        <a:pt x="123" y="953"/>
                        <a:pt x="136" y="950"/>
                        <a:pt x="148" y="942"/>
                      </a:cubicBezTo>
                      <a:cubicBezTo>
                        <a:pt x="511" y="735"/>
                        <a:pt x="814" y="455"/>
                        <a:pt x="1050" y="111"/>
                      </a:cubicBezTo>
                      <a:cubicBezTo>
                        <a:pt x="1088" y="55"/>
                        <a:pt x="1036" y="0"/>
                        <a:pt x="9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52"/>
                <p:cNvSpPr/>
                <p:nvPr/>
              </p:nvSpPr>
              <p:spPr>
                <a:xfrm>
                  <a:off x="3772975" y="3826925"/>
                  <a:ext cx="169075" cy="28900"/>
                </a:xfrm>
                <a:custGeom>
                  <a:rect b="b" l="l" r="r" t="t"/>
                  <a:pathLst>
                    <a:path extrusionOk="0" h="1156" w="6763">
                      <a:moveTo>
                        <a:pt x="6667" y="0"/>
                      </a:moveTo>
                      <a:cubicBezTo>
                        <a:pt x="6658" y="0"/>
                        <a:pt x="6650" y="2"/>
                        <a:pt x="6640" y="5"/>
                      </a:cubicBezTo>
                      <a:cubicBezTo>
                        <a:pt x="4827" y="667"/>
                        <a:pt x="2914" y="1004"/>
                        <a:pt x="989" y="1004"/>
                      </a:cubicBezTo>
                      <a:cubicBezTo>
                        <a:pt x="692" y="1004"/>
                        <a:pt x="395" y="996"/>
                        <a:pt x="98" y="980"/>
                      </a:cubicBezTo>
                      <a:cubicBezTo>
                        <a:pt x="96" y="980"/>
                        <a:pt x="95" y="980"/>
                        <a:pt x="93" y="980"/>
                      </a:cubicBezTo>
                      <a:cubicBezTo>
                        <a:pt x="1" y="980"/>
                        <a:pt x="3" y="1126"/>
                        <a:pt x="98" y="1131"/>
                      </a:cubicBezTo>
                      <a:cubicBezTo>
                        <a:pt x="397" y="1148"/>
                        <a:pt x="697" y="1156"/>
                        <a:pt x="996" y="1156"/>
                      </a:cubicBezTo>
                      <a:cubicBezTo>
                        <a:pt x="2932" y="1156"/>
                        <a:pt x="4859" y="816"/>
                        <a:pt x="6681" y="151"/>
                      </a:cubicBezTo>
                      <a:cubicBezTo>
                        <a:pt x="6762" y="121"/>
                        <a:pt x="6739" y="0"/>
                        <a:pt x="66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52"/>
                <p:cNvSpPr/>
                <p:nvPr/>
              </p:nvSpPr>
              <p:spPr>
                <a:xfrm>
                  <a:off x="4013425" y="3636325"/>
                  <a:ext cx="170875" cy="126225"/>
                </a:xfrm>
                <a:custGeom>
                  <a:rect b="b" l="l" r="r" t="t"/>
                  <a:pathLst>
                    <a:path extrusionOk="0" h="5049" w="6835">
                      <a:moveTo>
                        <a:pt x="2942" y="0"/>
                      </a:moveTo>
                      <a:cubicBezTo>
                        <a:pt x="2915" y="0"/>
                        <a:pt x="2892" y="3"/>
                        <a:pt x="2875" y="9"/>
                      </a:cubicBezTo>
                      <a:cubicBezTo>
                        <a:pt x="2494" y="139"/>
                        <a:pt x="1" y="2601"/>
                        <a:pt x="1" y="2601"/>
                      </a:cubicBezTo>
                      <a:cubicBezTo>
                        <a:pt x="1" y="2601"/>
                        <a:pt x="330" y="4424"/>
                        <a:pt x="828" y="4484"/>
                      </a:cubicBezTo>
                      <a:cubicBezTo>
                        <a:pt x="852" y="4487"/>
                        <a:pt x="876" y="4488"/>
                        <a:pt x="902" y="4488"/>
                      </a:cubicBezTo>
                      <a:cubicBezTo>
                        <a:pt x="1356" y="4488"/>
                        <a:pt x="2084" y="4056"/>
                        <a:pt x="2537" y="4056"/>
                      </a:cubicBezTo>
                      <a:cubicBezTo>
                        <a:pt x="2594" y="4056"/>
                        <a:pt x="2647" y="4063"/>
                        <a:pt x="2694" y="4079"/>
                      </a:cubicBezTo>
                      <a:cubicBezTo>
                        <a:pt x="3132" y="4223"/>
                        <a:pt x="3462" y="4226"/>
                        <a:pt x="3489" y="4226"/>
                      </a:cubicBezTo>
                      <a:cubicBezTo>
                        <a:pt x="3490" y="4226"/>
                        <a:pt x="3491" y="4226"/>
                        <a:pt x="3491" y="4226"/>
                      </a:cubicBezTo>
                      <a:lnTo>
                        <a:pt x="3491" y="4226"/>
                      </a:lnTo>
                      <a:cubicBezTo>
                        <a:pt x="3491" y="4226"/>
                        <a:pt x="2889" y="4841"/>
                        <a:pt x="3171" y="4894"/>
                      </a:cubicBezTo>
                      <a:cubicBezTo>
                        <a:pt x="3327" y="4923"/>
                        <a:pt x="3666" y="5048"/>
                        <a:pt x="4029" y="5048"/>
                      </a:cubicBezTo>
                      <a:cubicBezTo>
                        <a:pt x="4319" y="5048"/>
                        <a:pt x="4625" y="4968"/>
                        <a:pt x="4863" y="4693"/>
                      </a:cubicBezTo>
                      <a:cubicBezTo>
                        <a:pt x="5400" y="4075"/>
                        <a:pt x="5319" y="2230"/>
                        <a:pt x="5240" y="1943"/>
                      </a:cubicBezTo>
                      <a:cubicBezTo>
                        <a:pt x="5162" y="1656"/>
                        <a:pt x="4223" y="1301"/>
                        <a:pt x="4223" y="1301"/>
                      </a:cubicBezTo>
                      <a:lnTo>
                        <a:pt x="4223" y="1301"/>
                      </a:lnTo>
                      <a:cubicBezTo>
                        <a:pt x="4223" y="1301"/>
                        <a:pt x="5319" y="1499"/>
                        <a:pt x="5893" y="1671"/>
                      </a:cubicBezTo>
                      <a:cubicBezTo>
                        <a:pt x="5980" y="1697"/>
                        <a:pt x="6064" y="1708"/>
                        <a:pt x="6142" y="1708"/>
                      </a:cubicBezTo>
                      <a:cubicBezTo>
                        <a:pt x="6577" y="1708"/>
                        <a:pt x="6834" y="1358"/>
                        <a:pt x="6546" y="1306"/>
                      </a:cubicBezTo>
                      <a:cubicBezTo>
                        <a:pt x="6222" y="1248"/>
                        <a:pt x="3518" y="0"/>
                        <a:pt x="2942" y="0"/>
                      </a:cubicBezTo>
                      <a:close/>
                    </a:path>
                  </a:pathLst>
                </a:custGeom>
                <a:solidFill>
                  <a:srgbClr val="9B6C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52"/>
                <p:cNvSpPr/>
                <p:nvPr/>
              </p:nvSpPr>
              <p:spPr>
                <a:xfrm>
                  <a:off x="4096975" y="3659500"/>
                  <a:ext cx="24275" cy="10900"/>
                </a:xfrm>
                <a:custGeom>
                  <a:rect b="b" l="l" r="r" t="t"/>
                  <a:pathLst>
                    <a:path extrusionOk="0" h="436" w="971">
                      <a:moveTo>
                        <a:pt x="111" y="0"/>
                      </a:moveTo>
                      <a:cubicBezTo>
                        <a:pt x="30" y="0"/>
                        <a:pt x="1" y="128"/>
                        <a:pt x="90" y="148"/>
                      </a:cubicBezTo>
                      <a:cubicBezTo>
                        <a:pt x="349" y="208"/>
                        <a:pt x="586" y="301"/>
                        <a:pt x="821" y="426"/>
                      </a:cubicBezTo>
                      <a:cubicBezTo>
                        <a:pt x="834" y="433"/>
                        <a:pt x="846" y="436"/>
                        <a:pt x="858" y="436"/>
                      </a:cubicBezTo>
                      <a:cubicBezTo>
                        <a:pt x="926" y="436"/>
                        <a:pt x="971" y="334"/>
                        <a:pt x="897" y="296"/>
                      </a:cubicBezTo>
                      <a:cubicBezTo>
                        <a:pt x="650" y="164"/>
                        <a:pt x="403" y="66"/>
                        <a:pt x="130" y="2"/>
                      </a:cubicBezTo>
                      <a:cubicBezTo>
                        <a:pt x="124" y="1"/>
                        <a:pt x="117" y="0"/>
                        <a:pt x="1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52"/>
                <p:cNvSpPr/>
                <p:nvPr/>
              </p:nvSpPr>
              <p:spPr>
                <a:xfrm>
                  <a:off x="4112875" y="3680325"/>
                  <a:ext cx="31550" cy="15325"/>
                </a:xfrm>
                <a:custGeom>
                  <a:rect b="b" l="l" r="r" t="t"/>
                  <a:pathLst>
                    <a:path extrusionOk="0" h="613" w="1262">
                      <a:moveTo>
                        <a:pt x="89" y="0"/>
                      </a:moveTo>
                      <a:cubicBezTo>
                        <a:pt x="0" y="0"/>
                        <a:pt x="4" y="143"/>
                        <a:pt x="97" y="152"/>
                      </a:cubicBezTo>
                      <a:cubicBezTo>
                        <a:pt x="476" y="185"/>
                        <a:pt x="817" y="336"/>
                        <a:pt x="1098" y="592"/>
                      </a:cubicBezTo>
                      <a:cubicBezTo>
                        <a:pt x="1114" y="607"/>
                        <a:pt x="1131" y="613"/>
                        <a:pt x="1148" y="613"/>
                      </a:cubicBezTo>
                      <a:cubicBezTo>
                        <a:pt x="1209" y="613"/>
                        <a:pt x="1262" y="536"/>
                        <a:pt x="1205" y="485"/>
                      </a:cubicBezTo>
                      <a:cubicBezTo>
                        <a:pt x="893" y="201"/>
                        <a:pt x="517" y="37"/>
                        <a:pt x="97" y="1"/>
                      </a:cubicBezTo>
                      <a:cubicBezTo>
                        <a:pt x="94" y="0"/>
                        <a:pt x="91" y="0"/>
                        <a:pt x="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52"/>
                <p:cNvSpPr/>
                <p:nvPr/>
              </p:nvSpPr>
              <p:spPr>
                <a:xfrm>
                  <a:off x="4107350" y="3693525"/>
                  <a:ext cx="38950" cy="17525"/>
                </a:xfrm>
                <a:custGeom>
                  <a:rect b="b" l="l" r="r" t="t"/>
                  <a:pathLst>
                    <a:path extrusionOk="0" h="701" w="1558">
                      <a:moveTo>
                        <a:pt x="88" y="0"/>
                      </a:moveTo>
                      <a:cubicBezTo>
                        <a:pt x="0" y="0"/>
                        <a:pt x="3" y="142"/>
                        <a:pt x="96" y="152"/>
                      </a:cubicBezTo>
                      <a:cubicBezTo>
                        <a:pt x="564" y="202"/>
                        <a:pt x="1079" y="267"/>
                        <a:pt x="1386" y="669"/>
                      </a:cubicBezTo>
                      <a:cubicBezTo>
                        <a:pt x="1403" y="692"/>
                        <a:pt x="1427" y="701"/>
                        <a:pt x="1450" y="701"/>
                      </a:cubicBezTo>
                      <a:cubicBezTo>
                        <a:pt x="1505" y="701"/>
                        <a:pt x="1558" y="647"/>
                        <a:pt x="1516" y="593"/>
                      </a:cubicBezTo>
                      <a:cubicBezTo>
                        <a:pt x="1172" y="142"/>
                        <a:pt x="629" y="58"/>
                        <a:pt x="96" y="1"/>
                      </a:cubicBezTo>
                      <a:cubicBezTo>
                        <a:pt x="93" y="0"/>
                        <a:pt x="90" y="0"/>
                        <a:pt x="8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52"/>
                <p:cNvSpPr/>
                <p:nvPr/>
              </p:nvSpPr>
              <p:spPr>
                <a:xfrm>
                  <a:off x="4109200" y="3711350"/>
                  <a:ext cx="35150" cy="19000"/>
                </a:xfrm>
                <a:custGeom>
                  <a:rect b="b" l="l" r="r" t="t"/>
                  <a:pathLst>
                    <a:path extrusionOk="0" h="760" w="1406">
                      <a:moveTo>
                        <a:pt x="128" y="1"/>
                      </a:moveTo>
                      <a:cubicBezTo>
                        <a:pt x="118" y="1"/>
                        <a:pt x="108" y="1"/>
                        <a:pt x="98" y="1"/>
                      </a:cubicBezTo>
                      <a:cubicBezTo>
                        <a:pt x="2" y="3"/>
                        <a:pt x="0" y="152"/>
                        <a:pt x="96" y="152"/>
                      </a:cubicBezTo>
                      <a:cubicBezTo>
                        <a:pt x="97" y="152"/>
                        <a:pt x="97" y="152"/>
                        <a:pt x="98" y="152"/>
                      </a:cubicBezTo>
                      <a:cubicBezTo>
                        <a:pt x="107" y="152"/>
                        <a:pt x="116" y="152"/>
                        <a:pt x="126" y="152"/>
                      </a:cubicBezTo>
                      <a:cubicBezTo>
                        <a:pt x="572" y="152"/>
                        <a:pt x="979" y="359"/>
                        <a:pt x="1236" y="726"/>
                      </a:cubicBezTo>
                      <a:cubicBezTo>
                        <a:pt x="1253" y="750"/>
                        <a:pt x="1276" y="759"/>
                        <a:pt x="1299" y="759"/>
                      </a:cubicBezTo>
                      <a:cubicBezTo>
                        <a:pt x="1353" y="759"/>
                        <a:pt x="1406" y="705"/>
                        <a:pt x="1367" y="649"/>
                      </a:cubicBezTo>
                      <a:cubicBezTo>
                        <a:pt x="1080" y="239"/>
                        <a:pt x="629" y="1"/>
                        <a:pt x="1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52"/>
                <p:cNvSpPr/>
                <p:nvPr/>
              </p:nvSpPr>
              <p:spPr>
                <a:xfrm>
                  <a:off x="4097300" y="3729125"/>
                  <a:ext cx="24975" cy="14825"/>
                </a:xfrm>
                <a:custGeom>
                  <a:rect b="b" l="l" r="r" t="t"/>
                  <a:pathLst>
                    <a:path extrusionOk="0" h="593" w="999">
                      <a:moveTo>
                        <a:pt x="896" y="1"/>
                      </a:moveTo>
                      <a:cubicBezTo>
                        <a:pt x="879" y="1"/>
                        <a:pt x="861" y="9"/>
                        <a:pt x="847" y="27"/>
                      </a:cubicBezTo>
                      <a:cubicBezTo>
                        <a:pt x="659" y="265"/>
                        <a:pt x="399" y="414"/>
                        <a:pt x="96" y="441"/>
                      </a:cubicBezTo>
                      <a:cubicBezTo>
                        <a:pt x="3" y="450"/>
                        <a:pt x="0" y="593"/>
                        <a:pt x="88" y="593"/>
                      </a:cubicBezTo>
                      <a:cubicBezTo>
                        <a:pt x="91" y="593"/>
                        <a:pt x="94" y="593"/>
                        <a:pt x="96" y="592"/>
                      </a:cubicBezTo>
                      <a:cubicBezTo>
                        <a:pt x="437" y="562"/>
                        <a:pt x="742" y="404"/>
                        <a:pt x="953" y="133"/>
                      </a:cubicBezTo>
                      <a:cubicBezTo>
                        <a:pt x="999" y="76"/>
                        <a:pt x="949" y="1"/>
                        <a:pt x="8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52"/>
                <p:cNvSpPr/>
                <p:nvPr/>
              </p:nvSpPr>
              <p:spPr>
                <a:xfrm>
                  <a:off x="4110675" y="3736375"/>
                  <a:ext cx="15375" cy="12400"/>
                </a:xfrm>
                <a:custGeom>
                  <a:rect b="b" l="l" r="r" t="t"/>
                  <a:pathLst>
                    <a:path extrusionOk="0" h="496" w="615">
                      <a:moveTo>
                        <a:pt x="90" y="1"/>
                      </a:moveTo>
                      <a:cubicBezTo>
                        <a:pt x="1" y="1"/>
                        <a:pt x="3" y="145"/>
                        <a:pt x="97" y="152"/>
                      </a:cubicBezTo>
                      <a:cubicBezTo>
                        <a:pt x="264" y="165"/>
                        <a:pt x="405" y="284"/>
                        <a:pt x="452" y="443"/>
                      </a:cubicBezTo>
                      <a:cubicBezTo>
                        <a:pt x="463" y="480"/>
                        <a:pt x="492" y="496"/>
                        <a:pt x="522" y="496"/>
                      </a:cubicBezTo>
                      <a:cubicBezTo>
                        <a:pt x="568" y="496"/>
                        <a:pt x="614" y="459"/>
                        <a:pt x="598" y="402"/>
                      </a:cubicBezTo>
                      <a:cubicBezTo>
                        <a:pt x="531" y="175"/>
                        <a:pt x="333" y="20"/>
                        <a:pt x="97" y="1"/>
                      </a:cubicBezTo>
                      <a:cubicBezTo>
                        <a:pt x="95" y="1"/>
                        <a:pt x="92" y="1"/>
                        <a:pt x="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1" name="Google Shape;1191;p52"/>
              <p:cNvGrpSpPr/>
              <p:nvPr/>
            </p:nvGrpSpPr>
            <p:grpSpPr>
              <a:xfrm flipH="1">
                <a:off x="5533879" y="2027198"/>
                <a:ext cx="719930" cy="593598"/>
                <a:chOff x="2611525" y="1031125"/>
                <a:chExt cx="800100" cy="659700"/>
              </a:xfrm>
            </p:grpSpPr>
            <p:sp>
              <p:nvSpPr>
                <p:cNvPr id="1192" name="Google Shape;1192;p52"/>
                <p:cNvSpPr/>
                <p:nvPr/>
              </p:nvSpPr>
              <p:spPr>
                <a:xfrm>
                  <a:off x="2611525" y="1031125"/>
                  <a:ext cx="800100" cy="659700"/>
                </a:xfrm>
                <a:prstGeom prst="wedgeEllipseCallout">
                  <a:avLst>
                    <a:gd fmla="val -69219" name="adj1"/>
                    <a:gd fmla="val -69049" name="adj2"/>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3" name="Google Shape;1193;p52"/>
                <p:cNvGrpSpPr/>
                <p:nvPr/>
              </p:nvGrpSpPr>
              <p:grpSpPr>
                <a:xfrm>
                  <a:off x="2826089" y="1192098"/>
                  <a:ext cx="370879" cy="337755"/>
                  <a:chOff x="-40378075" y="3267450"/>
                  <a:chExt cx="317425" cy="289075"/>
                </a:xfrm>
              </p:grpSpPr>
              <p:sp>
                <p:nvSpPr>
                  <p:cNvPr id="1194" name="Google Shape;1194;p52"/>
                  <p:cNvSpPr/>
                  <p:nvPr/>
                </p:nvSpPr>
                <p:spPr>
                  <a:xfrm>
                    <a:off x="-40218975" y="3308400"/>
                    <a:ext cx="158325" cy="248125"/>
                  </a:xfrm>
                  <a:custGeom>
                    <a:rect b="b" l="l" r="r" t="t"/>
                    <a:pathLst>
                      <a:path extrusionOk="0" h="9925" w="6333">
                        <a:moveTo>
                          <a:pt x="4694" y="1"/>
                        </a:moveTo>
                        <a:lnTo>
                          <a:pt x="4694" y="7877"/>
                        </a:lnTo>
                        <a:cubicBezTo>
                          <a:pt x="4694" y="8097"/>
                          <a:pt x="4474" y="8255"/>
                          <a:pt x="4253" y="8255"/>
                        </a:cubicBezTo>
                        <a:cubicBezTo>
                          <a:pt x="2993" y="8255"/>
                          <a:pt x="1638" y="8696"/>
                          <a:pt x="693" y="9452"/>
                        </a:cubicBezTo>
                        <a:cubicBezTo>
                          <a:pt x="536" y="9546"/>
                          <a:pt x="189" y="9925"/>
                          <a:pt x="0" y="9925"/>
                        </a:cubicBezTo>
                        <a:lnTo>
                          <a:pt x="5073" y="9925"/>
                        </a:lnTo>
                        <a:cubicBezTo>
                          <a:pt x="5734" y="9925"/>
                          <a:pt x="6333" y="9357"/>
                          <a:pt x="6333" y="8696"/>
                        </a:cubicBezTo>
                        <a:lnTo>
                          <a:pt x="6333" y="1229"/>
                        </a:lnTo>
                        <a:cubicBezTo>
                          <a:pt x="6333" y="536"/>
                          <a:pt x="5766" y="1"/>
                          <a:pt x="507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52"/>
                  <p:cNvSpPr/>
                  <p:nvPr/>
                </p:nvSpPr>
                <p:spPr>
                  <a:xfrm>
                    <a:off x="-40316650" y="3267450"/>
                    <a:ext cx="86675" cy="257575"/>
                  </a:xfrm>
                  <a:custGeom>
                    <a:rect b="b" l="l" r="r" t="t"/>
                    <a:pathLst>
                      <a:path extrusionOk="0" h="10303" w="3467">
                        <a:moveTo>
                          <a:pt x="1" y="0"/>
                        </a:moveTo>
                        <a:lnTo>
                          <a:pt x="1" y="9105"/>
                        </a:lnTo>
                        <a:cubicBezTo>
                          <a:pt x="1166" y="9200"/>
                          <a:pt x="2489" y="9578"/>
                          <a:pt x="3466" y="10302"/>
                        </a:cubicBezTo>
                        <a:lnTo>
                          <a:pt x="3466" y="1197"/>
                        </a:lnTo>
                        <a:cubicBezTo>
                          <a:pt x="2489" y="473"/>
                          <a:pt x="1229" y="95"/>
                          <a:pt x="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52"/>
                  <p:cNvSpPr/>
                  <p:nvPr/>
                </p:nvSpPr>
                <p:spPr>
                  <a:xfrm>
                    <a:off x="-40209525" y="3267450"/>
                    <a:ext cx="86650" cy="257575"/>
                  </a:xfrm>
                  <a:custGeom>
                    <a:rect b="b" l="l" r="r" t="t"/>
                    <a:pathLst>
                      <a:path extrusionOk="0" h="10303" w="3466">
                        <a:moveTo>
                          <a:pt x="3466" y="0"/>
                        </a:moveTo>
                        <a:cubicBezTo>
                          <a:pt x="2300" y="95"/>
                          <a:pt x="977" y="473"/>
                          <a:pt x="0" y="1197"/>
                        </a:cubicBezTo>
                        <a:lnTo>
                          <a:pt x="0" y="10302"/>
                        </a:lnTo>
                        <a:cubicBezTo>
                          <a:pt x="977" y="9578"/>
                          <a:pt x="2237" y="9200"/>
                          <a:pt x="3466" y="9105"/>
                        </a:cubicBezTo>
                        <a:lnTo>
                          <a:pt x="346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52"/>
                  <p:cNvSpPr/>
                  <p:nvPr/>
                </p:nvSpPr>
                <p:spPr>
                  <a:xfrm>
                    <a:off x="-40378075" y="3308400"/>
                    <a:ext cx="157550" cy="248125"/>
                  </a:xfrm>
                  <a:custGeom>
                    <a:rect b="b" l="l" r="r" t="t"/>
                    <a:pathLst>
                      <a:path extrusionOk="0" h="9925" w="6302">
                        <a:moveTo>
                          <a:pt x="1229" y="1"/>
                        </a:moveTo>
                        <a:cubicBezTo>
                          <a:pt x="567" y="1"/>
                          <a:pt x="0" y="536"/>
                          <a:pt x="0" y="1198"/>
                        </a:cubicBezTo>
                        <a:lnTo>
                          <a:pt x="0" y="8664"/>
                        </a:lnTo>
                        <a:cubicBezTo>
                          <a:pt x="32" y="9357"/>
                          <a:pt x="567" y="9925"/>
                          <a:pt x="1229" y="9925"/>
                        </a:cubicBezTo>
                        <a:lnTo>
                          <a:pt x="6301" y="9925"/>
                        </a:lnTo>
                        <a:cubicBezTo>
                          <a:pt x="6112" y="9925"/>
                          <a:pt x="5766" y="9609"/>
                          <a:pt x="5608" y="9452"/>
                        </a:cubicBezTo>
                        <a:cubicBezTo>
                          <a:pt x="4631" y="8664"/>
                          <a:pt x="3277" y="8255"/>
                          <a:pt x="2048" y="8255"/>
                        </a:cubicBezTo>
                        <a:cubicBezTo>
                          <a:pt x="1828" y="8255"/>
                          <a:pt x="1638" y="8066"/>
                          <a:pt x="1638" y="7877"/>
                        </a:cubicBezTo>
                        <a:lnTo>
                          <a:pt x="163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sp>
        <p:nvSpPr>
          <p:cNvPr id="1198" name="Google Shape;1198;p52"/>
          <p:cNvSpPr txBox="1"/>
          <p:nvPr>
            <p:ph type="title"/>
          </p:nvPr>
        </p:nvSpPr>
        <p:spPr>
          <a:xfrm>
            <a:off x="4046250" y="2902050"/>
            <a:ext cx="46032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Conclusion</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p53"/>
          <p:cNvSpPr txBox="1"/>
          <p:nvPr>
            <p:ph type="title"/>
          </p:nvPr>
        </p:nvSpPr>
        <p:spPr>
          <a:xfrm>
            <a:off x="713400" y="363000"/>
            <a:ext cx="7717200" cy="56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Conclusion</a:t>
            </a:r>
            <a:endParaRPr/>
          </a:p>
        </p:txBody>
      </p:sp>
      <p:sp>
        <p:nvSpPr>
          <p:cNvPr id="1204" name="Google Shape;1204;p53"/>
          <p:cNvSpPr txBox="1"/>
          <p:nvPr/>
        </p:nvSpPr>
        <p:spPr>
          <a:xfrm>
            <a:off x="310050" y="984925"/>
            <a:ext cx="8226000" cy="36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a:solidFill>
                  <a:schemeClr val="dk1"/>
                </a:solidFill>
                <a:latin typeface="Noto Sans"/>
                <a:ea typeface="Noto Sans"/>
                <a:cs typeface="Noto Sans"/>
                <a:sym typeface="Noto Sans"/>
              </a:rPr>
              <a:t>The overall planning of implementation that we had set in deliverable one, carried its way over to our final plan. We did not encounter any need for big changes that moved us away from our MVC pattern or our incremental process model.</a:t>
            </a:r>
            <a:endParaRPr b="1">
              <a:solidFill>
                <a:schemeClr val="dk1"/>
              </a:solidFill>
              <a:latin typeface="Noto Sans"/>
              <a:ea typeface="Noto Sans"/>
              <a:cs typeface="Noto Sans"/>
              <a:sym typeface="Noto Sans"/>
            </a:endParaRPr>
          </a:p>
          <a:p>
            <a:pPr indent="0" lvl="0" marL="0" rtl="0" algn="l">
              <a:lnSpc>
                <a:spcPct val="100000"/>
              </a:lnSpc>
              <a:spcBef>
                <a:spcPts val="0"/>
              </a:spcBef>
              <a:spcAft>
                <a:spcPts val="0"/>
              </a:spcAft>
              <a:buNone/>
            </a:pPr>
            <a:r>
              <a:t/>
            </a:r>
            <a:endParaRPr b="1">
              <a:solidFill>
                <a:schemeClr val="dk1"/>
              </a:solidFill>
              <a:latin typeface="Noto Sans"/>
              <a:ea typeface="Noto Sans"/>
              <a:cs typeface="Noto Sans"/>
              <a:sym typeface="Noto Sans"/>
            </a:endParaRPr>
          </a:p>
          <a:p>
            <a:pPr indent="0" lvl="0" marL="0" rtl="0" algn="l">
              <a:lnSpc>
                <a:spcPct val="100000"/>
              </a:lnSpc>
              <a:spcBef>
                <a:spcPts val="0"/>
              </a:spcBef>
              <a:spcAft>
                <a:spcPts val="0"/>
              </a:spcAft>
              <a:buNone/>
            </a:pPr>
            <a:r>
              <a:rPr b="1" lang="en">
                <a:solidFill>
                  <a:schemeClr val="dk1"/>
                </a:solidFill>
                <a:latin typeface="Noto Sans"/>
                <a:ea typeface="Noto Sans"/>
                <a:cs typeface="Noto Sans"/>
                <a:sym typeface="Noto Sans"/>
              </a:rPr>
              <a:t>We feel that the lack of changes are a result of the flexibility of what we had in our original plan and mainly due to two main things:</a:t>
            </a:r>
            <a:endParaRPr b="1">
              <a:solidFill>
                <a:schemeClr val="dk1"/>
              </a:solidFill>
              <a:latin typeface="Noto Sans"/>
              <a:ea typeface="Noto Sans"/>
              <a:cs typeface="Noto Sans"/>
              <a:sym typeface="Noto Sans"/>
            </a:endParaRPr>
          </a:p>
          <a:p>
            <a:pPr indent="0" lvl="0" marL="0" rtl="0" algn="l">
              <a:lnSpc>
                <a:spcPct val="100000"/>
              </a:lnSpc>
              <a:spcBef>
                <a:spcPts val="0"/>
              </a:spcBef>
              <a:spcAft>
                <a:spcPts val="0"/>
              </a:spcAft>
              <a:buNone/>
            </a:pPr>
            <a:r>
              <a:t/>
            </a:r>
            <a:endParaRPr b="1">
              <a:solidFill>
                <a:schemeClr val="dk1"/>
              </a:solidFill>
              <a:latin typeface="Noto Sans"/>
              <a:ea typeface="Noto Sans"/>
              <a:cs typeface="Noto Sans"/>
              <a:sym typeface="Noto Sans"/>
            </a:endParaRPr>
          </a:p>
          <a:p>
            <a:pPr indent="-317500" lvl="0" marL="457200" rtl="0" algn="l">
              <a:lnSpc>
                <a:spcPct val="100000"/>
              </a:lnSpc>
              <a:spcBef>
                <a:spcPts val="0"/>
              </a:spcBef>
              <a:spcAft>
                <a:spcPts val="0"/>
              </a:spcAft>
              <a:buClr>
                <a:schemeClr val="dk1"/>
              </a:buClr>
              <a:buSzPts val="1400"/>
              <a:buFont typeface="Noto Sans"/>
              <a:buAutoNum type="arabicPeriod"/>
            </a:pPr>
            <a:r>
              <a:rPr b="1" lang="en">
                <a:solidFill>
                  <a:schemeClr val="dk1"/>
                </a:solidFill>
                <a:latin typeface="Noto Sans"/>
                <a:ea typeface="Noto Sans"/>
                <a:cs typeface="Noto Sans"/>
                <a:sym typeface="Noto Sans"/>
              </a:rPr>
              <a:t>MVC Pattern: The pattern we chose for our software development has a strong separation of concerns which makes it simple to define test plans for individual components, without bringing up major flaws in the design logic. </a:t>
            </a:r>
            <a:endParaRPr b="1">
              <a:solidFill>
                <a:schemeClr val="dk1"/>
              </a:solidFill>
              <a:latin typeface="Noto Sans"/>
              <a:ea typeface="Noto Sans"/>
              <a:cs typeface="Noto Sans"/>
              <a:sym typeface="Noto Sans"/>
            </a:endParaRPr>
          </a:p>
          <a:p>
            <a:pPr indent="0" lvl="0" marL="457200" rtl="0" algn="l">
              <a:lnSpc>
                <a:spcPct val="100000"/>
              </a:lnSpc>
              <a:spcBef>
                <a:spcPts val="0"/>
              </a:spcBef>
              <a:spcAft>
                <a:spcPts val="0"/>
              </a:spcAft>
              <a:buNone/>
            </a:pPr>
            <a:r>
              <a:t/>
            </a:r>
            <a:endParaRPr b="1">
              <a:solidFill>
                <a:schemeClr val="dk1"/>
              </a:solidFill>
              <a:latin typeface="Noto Sans"/>
              <a:ea typeface="Noto Sans"/>
              <a:cs typeface="Noto Sans"/>
              <a:sym typeface="Noto Sans"/>
            </a:endParaRPr>
          </a:p>
          <a:p>
            <a:pPr indent="-317500" lvl="0" marL="457200" rtl="0" algn="l">
              <a:lnSpc>
                <a:spcPct val="100000"/>
              </a:lnSpc>
              <a:spcBef>
                <a:spcPts val="0"/>
              </a:spcBef>
              <a:spcAft>
                <a:spcPts val="0"/>
              </a:spcAft>
              <a:buClr>
                <a:schemeClr val="dk1"/>
              </a:buClr>
              <a:buSzPts val="1400"/>
              <a:buFont typeface="Noto Sans"/>
              <a:buAutoNum type="arabicPeriod"/>
            </a:pPr>
            <a:r>
              <a:rPr b="1" lang="en">
                <a:solidFill>
                  <a:schemeClr val="dk1"/>
                </a:solidFill>
                <a:latin typeface="Noto Sans"/>
                <a:ea typeface="Noto Sans"/>
                <a:cs typeface="Noto Sans"/>
                <a:sym typeface="Noto Sans"/>
              </a:rPr>
              <a:t>Incremental Process Model: This model that we chose is designed to handle and prioritize work. We felt it fit perfectly with how things were being developed according to our project schedule. It allowed us to align core features and advanced features within their respective stages and increments. </a:t>
            </a:r>
            <a:endParaRPr b="1">
              <a:solidFill>
                <a:schemeClr val="dk1"/>
              </a:solidFill>
              <a:latin typeface="Noto Sans"/>
              <a:ea typeface="Noto Sans"/>
              <a:cs typeface="Noto Sans"/>
              <a:sym typeface="Noto Sans"/>
            </a:endParaRPr>
          </a:p>
          <a:p>
            <a:pPr indent="0" lvl="0" marL="457200" rtl="0" algn="l">
              <a:lnSpc>
                <a:spcPct val="100000"/>
              </a:lnSpc>
              <a:spcBef>
                <a:spcPts val="0"/>
              </a:spcBef>
              <a:spcAft>
                <a:spcPts val="0"/>
              </a:spcAft>
              <a:buNone/>
            </a:pPr>
            <a:r>
              <a:t/>
            </a:r>
            <a:endParaRPr b="1">
              <a:solidFill>
                <a:schemeClr val="dk1"/>
              </a:solidFill>
              <a:latin typeface="Noto Sans"/>
              <a:ea typeface="Noto Sans"/>
              <a:cs typeface="Noto Sans"/>
              <a:sym typeface="Noto Sans"/>
            </a:endParaRPr>
          </a:p>
          <a:p>
            <a:pPr indent="0" lvl="0" marL="457200" rtl="0" algn="l">
              <a:lnSpc>
                <a:spcPct val="100000"/>
              </a:lnSpc>
              <a:spcBef>
                <a:spcPts val="0"/>
              </a:spcBef>
              <a:spcAft>
                <a:spcPts val="0"/>
              </a:spcAft>
              <a:buNone/>
            </a:pPr>
            <a:r>
              <a:t/>
            </a:r>
            <a:endParaRPr b="1">
              <a:solidFill>
                <a:schemeClr val="dk1"/>
              </a:solidFill>
              <a:latin typeface="Noto Sans"/>
              <a:ea typeface="Noto Sans"/>
              <a:cs typeface="Noto Sans"/>
              <a:sym typeface="Noto Sans"/>
            </a:endParaRPr>
          </a:p>
          <a:p>
            <a:pPr indent="0" lvl="0" marL="0" rtl="0" algn="l">
              <a:lnSpc>
                <a:spcPct val="100000"/>
              </a:lnSpc>
              <a:spcBef>
                <a:spcPts val="0"/>
              </a:spcBef>
              <a:spcAft>
                <a:spcPts val="0"/>
              </a:spcAft>
              <a:buNone/>
            </a:pPr>
            <a:r>
              <a:t/>
            </a:r>
            <a:endParaRPr b="1">
              <a:solidFill>
                <a:schemeClr val="dk1"/>
              </a:solidFill>
              <a:latin typeface="Noto Sans"/>
              <a:ea typeface="Noto Sans"/>
              <a:cs typeface="Noto Sans"/>
              <a:sym typeface="Noto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8" name="Shape 1208"/>
        <p:cNvGrpSpPr/>
        <p:nvPr/>
      </p:nvGrpSpPr>
      <p:grpSpPr>
        <a:xfrm>
          <a:off x="0" y="0"/>
          <a:ext cx="0" cy="0"/>
          <a:chOff x="0" y="0"/>
          <a:chExt cx="0" cy="0"/>
        </a:xfrm>
      </p:grpSpPr>
      <p:sp>
        <p:nvSpPr>
          <p:cNvPr id="1209" name="Google Shape;1209;p54"/>
          <p:cNvSpPr txBox="1"/>
          <p:nvPr>
            <p:ph type="title"/>
          </p:nvPr>
        </p:nvSpPr>
        <p:spPr>
          <a:xfrm>
            <a:off x="709825" y="539500"/>
            <a:ext cx="3862200" cy="87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a:t>
            </a:r>
            <a:endParaRPr/>
          </a:p>
        </p:txBody>
      </p:sp>
      <p:sp>
        <p:nvSpPr>
          <p:cNvPr id="1210" name="Google Shape;1210;p54"/>
          <p:cNvSpPr txBox="1"/>
          <p:nvPr>
            <p:ph idx="1" type="subTitle"/>
          </p:nvPr>
        </p:nvSpPr>
        <p:spPr>
          <a:xfrm>
            <a:off x="709825" y="1754638"/>
            <a:ext cx="3862200" cy="106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b="1" lang="en"/>
              <a:t>Do you have any questions?</a:t>
            </a:r>
            <a:endParaRPr b="1"/>
          </a:p>
          <a:p>
            <a:pPr indent="0" lvl="0" marL="0" rtl="0" algn="l">
              <a:spcBef>
                <a:spcPts val="1000"/>
              </a:spcBef>
              <a:spcAft>
                <a:spcPts val="0"/>
              </a:spcAft>
              <a:buClr>
                <a:schemeClr val="lt1"/>
              </a:buClr>
              <a:buSzPts val="1100"/>
              <a:buFont typeface="Arial"/>
              <a:buNone/>
            </a:pPr>
            <a:r>
              <a:rPr lang="en"/>
              <a:t>bookShelfSoftware@gmail.com </a:t>
            </a:r>
            <a:endParaRPr/>
          </a:p>
          <a:p>
            <a:pPr indent="0" lvl="0" marL="0" rtl="0" algn="l">
              <a:spcBef>
                <a:spcPts val="0"/>
              </a:spcBef>
              <a:spcAft>
                <a:spcPts val="0"/>
              </a:spcAft>
              <a:buClr>
                <a:schemeClr val="lt1"/>
              </a:buClr>
              <a:buSzPts val="1100"/>
              <a:buFont typeface="Arial"/>
              <a:buNone/>
            </a:pPr>
            <a:r>
              <a:rPr lang="en"/>
              <a:t>+91  620 421 838 </a:t>
            </a:r>
            <a:endParaRPr/>
          </a:p>
          <a:p>
            <a:pPr indent="0" lvl="0" marL="0" rtl="0" algn="l">
              <a:spcBef>
                <a:spcPts val="0"/>
              </a:spcBef>
              <a:spcAft>
                <a:spcPts val="0"/>
              </a:spcAft>
              <a:buNone/>
            </a:pPr>
            <a:r>
              <a:rPr lang="en"/>
              <a:t>bookShelf.com</a:t>
            </a:r>
            <a:endParaRPr/>
          </a:p>
        </p:txBody>
      </p:sp>
      <p:sp>
        <p:nvSpPr>
          <p:cNvPr id="1211" name="Google Shape;1211;p54"/>
          <p:cNvSpPr/>
          <p:nvPr/>
        </p:nvSpPr>
        <p:spPr>
          <a:xfrm>
            <a:off x="728925" y="3156042"/>
            <a:ext cx="609000" cy="6090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54"/>
          <p:cNvSpPr/>
          <p:nvPr/>
        </p:nvSpPr>
        <p:spPr>
          <a:xfrm>
            <a:off x="1553592" y="3163567"/>
            <a:ext cx="609000" cy="6090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54"/>
          <p:cNvSpPr/>
          <p:nvPr/>
        </p:nvSpPr>
        <p:spPr>
          <a:xfrm>
            <a:off x="2378258" y="3156042"/>
            <a:ext cx="609000" cy="6090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54"/>
          <p:cNvSpPr/>
          <p:nvPr/>
        </p:nvSpPr>
        <p:spPr>
          <a:xfrm>
            <a:off x="3202925" y="3163567"/>
            <a:ext cx="609000" cy="6090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15" name="Google Shape;1215;p54"/>
          <p:cNvGrpSpPr/>
          <p:nvPr/>
        </p:nvGrpSpPr>
        <p:grpSpPr>
          <a:xfrm>
            <a:off x="825911" y="3266717"/>
            <a:ext cx="387681" cy="387661"/>
            <a:chOff x="266768" y="1721375"/>
            <a:chExt cx="397907" cy="397887"/>
          </a:xfrm>
        </p:grpSpPr>
        <p:sp>
          <p:nvSpPr>
            <p:cNvPr id="1216" name="Google Shape;1216;p54"/>
            <p:cNvSpPr/>
            <p:nvPr/>
          </p:nvSpPr>
          <p:spPr>
            <a:xfrm>
              <a:off x="454843" y="1791037"/>
              <a:ext cx="136218" cy="328222"/>
            </a:xfrm>
            <a:custGeom>
              <a:rect b="b" l="l" r="r" t="t"/>
              <a:pathLst>
                <a:path extrusionOk="0" h="15727" w="6527">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54"/>
            <p:cNvSpPr/>
            <p:nvPr/>
          </p:nvSpPr>
          <p:spPr>
            <a:xfrm>
              <a:off x="266768" y="1721375"/>
              <a:ext cx="397907" cy="397887"/>
            </a:xfrm>
            <a:custGeom>
              <a:rect b="b" l="l" r="r" t="t"/>
              <a:pathLst>
                <a:path extrusionOk="0" h="19065" w="19066">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8" name="Google Shape;1218;p54"/>
          <p:cNvGrpSpPr/>
          <p:nvPr/>
        </p:nvGrpSpPr>
        <p:grpSpPr>
          <a:xfrm>
            <a:off x="2488932" y="3274242"/>
            <a:ext cx="387661" cy="387661"/>
            <a:chOff x="1379798" y="1723250"/>
            <a:chExt cx="397887" cy="397887"/>
          </a:xfrm>
        </p:grpSpPr>
        <p:sp>
          <p:nvSpPr>
            <p:cNvPr id="1219" name="Google Shape;1219;p54"/>
            <p:cNvSpPr/>
            <p:nvPr/>
          </p:nvSpPr>
          <p:spPr>
            <a:xfrm>
              <a:off x="1462169" y="1793977"/>
              <a:ext cx="23354" cy="23312"/>
            </a:xfrm>
            <a:custGeom>
              <a:rect b="b" l="l" r="r" t="t"/>
              <a:pathLst>
                <a:path extrusionOk="0" h="1117" w="1119">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54"/>
            <p:cNvSpPr/>
            <p:nvPr/>
          </p:nvSpPr>
          <p:spPr>
            <a:xfrm>
              <a:off x="1379798" y="1723250"/>
              <a:ext cx="397887" cy="397887"/>
            </a:xfrm>
            <a:custGeom>
              <a:rect b="b" l="l" r="r" t="t"/>
              <a:pathLst>
                <a:path extrusionOk="0" h="19065" w="19065">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54"/>
            <p:cNvSpPr/>
            <p:nvPr/>
          </p:nvSpPr>
          <p:spPr>
            <a:xfrm>
              <a:off x="1555413" y="1886846"/>
              <a:ext cx="139912" cy="163558"/>
            </a:xfrm>
            <a:custGeom>
              <a:rect b="b" l="l" r="r" t="t"/>
              <a:pathLst>
                <a:path extrusionOk="0" h="7837" w="6704">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54"/>
            <p:cNvSpPr/>
            <p:nvPr/>
          </p:nvSpPr>
          <p:spPr>
            <a:xfrm>
              <a:off x="1462169" y="1887200"/>
              <a:ext cx="23354" cy="163203"/>
            </a:xfrm>
            <a:custGeom>
              <a:rect b="b" l="l" r="r" t="t"/>
              <a:pathLst>
                <a:path extrusionOk="0" h="7820" w="1119">
                  <a:moveTo>
                    <a:pt x="0" y="0"/>
                  </a:moveTo>
                  <a:lnTo>
                    <a:pt x="0" y="7819"/>
                  </a:lnTo>
                  <a:lnTo>
                    <a:pt x="1118" y="7819"/>
                  </a:lnTo>
                  <a:lnTo>
                    <a:pt x="111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3" name="Google Shape;1223;p54"/>
          <p:cNvGrpSpPr/>
          <p:nvPr/>
        </p:nvGrpSpPr>
        <p:grpSpPr>
          <a:xfrm>
            <a:off x="1664267" y="3274242"/>
            <a:ext cx="387641" cy="387661"/>
            <a:chOff x="864491" y="1723250"/>
            <a:chExt cx="397866" cy="397887"/>
          </a:xfrm>
        </p:grpSpPr>
        <p:sp>
          <p:nvSpPr>
            <p:cNvPr id="1224" name="Google Shape;1224;p54"/>
            <p:cNvSpPr/>
            <p:nvPr/>
          </p:nvSpPr>
          <p:spPr>
            <a:xfrm>
              <a:off x="935197" y="1793977"/>
              <a:ext cx="256451" cy="256430"/>
            </a:xfrm>
            <a:custGeom>
              <a:rect b="b" l="l" r="r" t="t"/>
              <a:pathLst>
                <a:path extrusionOk="0" h="12287" w="12288">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54"/>
            <p:cNvSpPr/>
            <p:nvPr/>
          </p:nvSpPr>
          <p:spPr>
            <a:xfrm>
              <a:off x="1005109" y="1863910"/>
              <a:ext cx="116622" cy="116559"/>
            </a:xfrm>
            <a:custGeom>
              <a:rect b="b" l="l" r="r" t="t"/>
              <a:pathLst>
                <a:path extrusionOk="0" h="5585" w="5588">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54"/>
            <p:cNvSpPr/>
            <p:nvPr/>
          </p:nvSpPr>
          <p:spPr>
            <a:xfrm>
              <a:off x="864491" y="1723250"/>
              <a:ext cx="397866" cy="397887"/>
            </a:xfrm>
            <a:custGeom>
              <a:rect b="b" l="l" r="r" t="t"/>
              <a:pathLst>
                <a:path extrusionOk="0" h="19065" w="19064">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7" name="Google Shape;1227;p54"/>
          <p:cNvSpPr/>
          <p:nvPr/>
        </p:nvSpPr>
        <p:spPr>
          <a:xfrm>
            <a:off x="3313592" y="3301970"/>
            <a:ext cx="388846" cy="317145"/>
          </a:xfrm>
          <a:custGeom>
            <a:rect b="b" l="l" r="r" t="t"/>
            <a:pathLst>
              <a:path extrusionOk="0" h="15596" w="19122">
                <a:moveTo>
                  <a:pt x="12981" y="0"/>
                </a:moveTo>
                <a:cubicBezTo>
                  <a:pt x="12091" y="0"/>
                  <a:pt x="10821" y="352"/>
                  <a:pt x="9915" y="1352"/>
                </a:cubicBezTo>
                <a:cubicBezTo>
                  <a:pt x="9203" y="2141"/>
                  <a:pt x="8847" y="3174"/>
                  <a:pt x="8856" y="4430"/>
                </a:cubicBezTo>
                <a:cubicBezTo>
                  <a:pt x="6243" y="4110"/>
                  <a:pt x="4101" y="2933"/>
                  <a:pt x="2323" y="846"/>
                </a:cubicBezTo>
                <a:cubicBezTo>
                  <a:pt x="2216" y="723"/>
                  <a:pt x="2064" y="650"/>
                  <a:pt x="1902" y="650"/>
                </a:cubicBezTo>
                <a:cubicBezTo>
                  <a:pt x="1875" y="650"/>
                  <a:pt x="1848" y="652"/>
                  <a:pt x="1820" y="656"/>
                </a:cubicBezTo>
                <a:cubicBezTo>
                  <a:pt x="1631" y="683"/>
                  <a:pt x="1468" y="805"/>
                  <a:pt x="1391" y="977"/>
                </a:cubicBezTo>
                <a:cubicBezTo>
                  <a:pt x="695" y="2512"/>
                  <a:pt x="701" y="3895"/>
                  <a:pt x="1403" y="5113"/>
                </a:cubicBezTo>
                <a:cubicBezTo>
                  <a:pt x="1389" y="5111"/>
                  <a:pt x="1374" y="5111"/>
                  <a:pt x="1360" y="5111"/>
                </a:cubicBezTo>
                <a:cubicBezTo>
                  <a:pt x="1076" y="5111"/>
                  <a:pt x="803" y="5375"/>
                  <a:pt x="824" y="5707"/>
                </a:cubicBezTo>
                <a:cubicBezTo>
                  <a:pt x="916" y="7101"/>
                  <a:pt x="1428" y="8182"/>
                  <a:pt x="2351" y="8934"/>
                </a:cubicBezTo>
                <a:cubicBezTo>
                  <a:pt x="2176" y="9073"/>
                  <a:pt x="2102" y="9307"/>
                  <a:pt x="2164" y="9524"/>
                </a:cubicBezTo>
                <a:cubicBezTo>
                  <a:pt x="2456" y="10535"/>
                  <a:pt x="3310" y="11633"/>
                  <a:pt x="4615" y="12155"/>
                </a:cubicBezTo>
                <a:cubicBezTo>
                  <a:pt x="3657" y="12655"/>
                  <a:pt x="2516" y="12903"/>
                  <a:pt x="1345" y="12903"/>
                </a:cubicBezTo>
                <a:cubicBezTo>
                  <a:pt x="1111" y="12903"/>
                  <a:pt x="876" y="12893"/>
                  <a:pt x="641" y="12873"/>
                </a:cubicBezTo>
                <a:cubicBezTo>
                  <a:pt x="628" y="12872"/>
                  <a:pt x="615" y="12872"/>
                  <a:pt x="603" y="12872"/>
                </a:cubicBezTo>
                <a:cubicBezTo>
                  <a:pt x="362" y="12872"/>
                  <a:pt x="155" y="13031"/>
                  <a:pt x="78" y="13266"/>
                </a:cubicBezTo>
                <a:cubicBezTo>
                  <a:pt x="0" y="13512"/>
                  <a:pt x="113" y="13788"/>
                  <a:pt x="334" y="13922"/>
                </a:cubicBezTo>
                <a:cubicBezTo>
                  <a:pt x="1162" y="14423"/>
                  <a:pt x="3243" y="15596"/>
                  <a:pt x="6294" y="15596"/>
                </a:cubicBezTo>
                <a:cubicBezTo>
                  <a:pt x="14568" y="15596"/>
                  <a:pt x="17244" y="8279"/>
                  <a:pt x="17244" y="4736"/>
                </a:cubicBezTo>
                <a:cubicBezTo>
                  <a:pt x="17241" y="4515"/>
                  <a:pt x="17243" y="4541"/>
                  <a:pt x="17230" y="4426"/>
                </a:cubicBezTo>
                <a:cubicBezTo>
                  <a:pt x="17250" y="4403"/>
                  <a:pt x="17326" y="4347"/>
                  <a:pt x="17386" y="4301"/>
                </a:cubicBezTo>
                <a:cubicBezTo>
                  <a:pt x="17696" y="4067"/>
                  <a:pt x="18237" y="3680"/>
                  <a:pt x="18983" y="2590"/>
                </a:cubicBezTo>
                <a:cubicBezTo>
                  <a:pt x="19121" y="2386"/>
                  <a:pt x="19111" y="2118"/>
                  <a:pt x="18957" y="1925"/>
                </a:cubicBezTo>
                <a:cubicBezTo>
                  <a:pt x="18840" y="1779"/>
                  <a:pt x="18708" y="1722"/>
                  <a:pt x="18558" y="1722"/>
                </a:cubicBezTo>
                <a:cubicBezTo>
                  <a:pt x="18451" y="1722"/>
                  <a:pt x="18336" y="1751"/>
                  <a:pt x="18212" y="1799"/>
                </a:cubicBezTo>
                <a:cubicBezTo>
                  <a:pt x="18352" y="1553"/>
                  <a:pt x="18467" y="1291"/>
                  <a:pt x="18559" y="1014"/>
                </a:cubicBezTo>
                <a:cubicBezTo>
                  <a:pt x="18631" y="800"/>
                  <a:pt x="18553" y="614"/>
                  <a:pt x="18382" y="465"/>
                </a:cubicBezTo>
                <a:cubicBezTo>
                  <a:pt x="18282" y="379"/>
                  <a:pt x="18151" y="335"/>
                  <a:pt x="18020" y="335"/>
                </a:cubicBezTo>
                <a:cubicBezTo>
                  <a:pt x="17928" y="335"/>
                  <a:pt x="17837" y="356"/>
                  <a:pt x="17754" y="398"/>
                </a:cubicBezTo>
                <a:cubicBezTo>
                  <a:pt x="16848" y="856"/>
                  <a:pt x="16172" y="1054"/>
                  <a:pt x="15873" y="1113"/>
                </a:cubicBezTo>
                <a:cubicBezTo>
                  <a:pt x="15090" y="395"/>
                  <a:pt x="14251" y="0"/>
                  <a:pt x="1298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54">
            <a:hlinkClick action="ppaction://hlinkshowjump?jump=nextslide"/>
          </p:cNvPr>
          <p:cNvSpPr/>
          <p:nvPr/>
        </p:nvSpPr>
        <p:spPr>
          <a:xfrm rot="10800000">
            <a:off x="8795200" y="4467625"/>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54">
            <a:hlinkClick action="ppaction://hlinksldjump" r:id="rId3"/>
          </p:cNvPr>
          <p:cNvSpPr/>
          <p:nvPr/>
        </p:nvSpPr>
        <p:spPr>
          <a:xfrm>
            <a:off x="8777675" y="2488988"/>
            <a:ext cx="163200" cy="163200"/>
          </a:xfrm>
          <a:prstGeom prst="rect">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54">
            <a:hlinkClick action="ppaction://hlinkshowjump?jump=previousslide"/>
          </p:cNvPr>
          <p:cNvSpPr/>
          <p:nvPr/>
        </p:nvSpPr>
        <p:spPr>
          <a:xfrm flipH="1">
            <a:off x="8795200" y="539500"/>
            <a:ext cx="128100" cy="103800"/>
          </a:xfrm>
          <a:prstGeom prst="triangle">
            <a:avLst>
              <a:gd fmla="val 50000" name="adj"/>
            </a:avLst>
          </a:prstGeom>
          <a:solidFill>
            <a:schemeClr val="dk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31" name="Google Shape;1231;p54"/>
          <p:cNvGrpSpPr/>
          <p:nvPr/>
        </p:nvGrpSpPr>
        <p:grpSpPr>
          <a:xfrm>
            <a:off x="5533879" y="713108"/>
            <a:ext cx="2560151" cy="3858374"/>
            <a:chOff x="5533879" y="713108"/>
            <a:chExt cx="2560151" cy="3858374"/>
          </a:xfrm>
        </p:grpSpPr>
        <p:grpSp>
          <p:nvGrpSpPr>
            <p:cNvPr id="1232" name="Google Shape;1232;p54"/>
            <p:cNvGrpSpPr/>
            <p:nvPr/>
          </p:nvGrpSpPr>
          <p:grpSpPr>
            <a:xfrm flipH="1">
              <a:off x="5638447" y="832822"/>
              <a:ext cx="2455583" cy="1350865"/>
              <a:chOff x="4080475" y="238100"/>
              <a:chExt cx="1624600" cy="893725"/>
            </a:xfrm>
          </p:grpSpPr>
          <p:sp>
            <p:nvSpPr>
              <p:cNvPr id="1233" name="Google Shape;1233;p54"/>
              <p:cNvSpPr/>
              <p:nvPr/>
            </p:nvSpPr>
            <p:spPr>
              <a:xfrm>
                <a:off x="4080475" y="318675"/>
                <a:ext cx="1624600" cy="813150"/>
              </a:xfrm>
              <a:custGeom>
                <a:rect b="b" l="l" r="r" t="t"/>
                <a:pathLst>
                  <a:path extrusionOk="0" h="32526" w="64984">
                    <a:moveTo>
                      <a:pt x="40012" y="1"/>
                    </a:moveTo>
                    <a:cubicBezTo>
                      <a:pt x="36896" y="1"/>
                      <a:pt x="34164" y="1251"/>
                      <a:pt x="31547" y="2618"/>
                    </a:cubicBezTo>
                    <a:cubicBezTo>
                      <a:pt x="28443" y="4240"/>
                      <a:pt x="25967" y="6405"/>
                      <a:pt x="21456" y="6405"/>
                    </a:cubicBezTo>
                    <a:cubicBezTo>
                      <a:pt x="21245" y="6405"/>
                      <a:pt x="21028" y="6401"/>
                      <a:pt x="20808" y="6391"/>
                    </a:cubicBezTo>
                    <a:cubicBezTo>
                      <a:pt x="17708" y="6253"/>
                      <a:pt x="15532" y="5489"/>
                      <a:pt x="13201" y="5489"/>
                    </a:cubicBezTo>
                    <a:cubicBezTo>
                      <a:pt x="11827" y="5489"/>
                      <a:pt x="10399" y="5754"/>
                      <a:pt x="8696" y="6570"/>
                    </a:cubicBezTo>
                    <a:cubicBezTo>
                      <a:pt x="4193" y="8727"/>
                      <a:pt x="1761" y="12773"/>
                      <a:pt x="1198" y="17809"/>
                    </a:cubicBezTo>
                    <a:cubicBezTo>
                      <a:pt x="0" y="28497"/>
                      <a:pt x="8710" y="32526"/>
                      <a:pt x="15528" y="32526"/>
                    </a:cubicBezTo>
                    <a:cubicBezTo>
                      <a:pt x="18533" y="32526"/>
                      <a:pt x="21171" y="31743"/>
                      <a:pt x="22431" y="30403"/>
                    </a:cubicBezTo>
                    <a:cubicBezTo>
                      <a:pt x="28847" y="23583"/>
                      <a:pt x="27231" y="22950"/>
                      <a:pt x="37145" y="22950"/>
                    </a:cubicBezTo>
                    <a:cubicBezTo>
                      <a:pt x="39165" y="22950"/>
                      <a:pt x="41664" y="22976"/>
                      <a:pt x="44807" y="22981"/>
                    </a:cubicBezTo>
                    <a:cubicBezTo>
                      <a:pt x="44815" y="22981"/>
                      <a:pt x="44823" y="22981"/>
                      <a:pt x="44832" y="22981"/>
                    </a:cubicBezTo>
                    <a:cubicBezTo>
                      <a:pt x="56092" y="22981"/>
                      <a:pt x="64983" y="9600"/>
                      <a:pt x="45684" y="1143"/>
                    </a:cubicBezTo>
                    <a:cubicBezTo>
                      <a:pt x="44411" y="586"/>
                      <a:pt x="42899" y="259"/>
                      <a:pt x="41364" y="80"/>
                    </a:cubicBezTo>
                    <a:cubicBezTo>
                      <a:pt x="40905" y="26"/>
                      <a:pt x="40455" y="1"/>
                      <a:pt x="4001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54"/>
              <p:cNvSpPr/>
              <p:nvPr/>
            </p:nvSpPr>
            <p:spPr>
              <a:xfrm>
                <a:off x="4489100" y="267125"/>
                <a:ext cx="307425" cy="177775"/>
              </a:xfrm>
              <a:custGeom>
                <a:rect b="b" l="l" r="r" t="t"/>
                <a:pathLst>
                  <a:path extrusionOk="0" h="7111" w="12297">
                    <a:moveTo>
                      <a:pt x="7010" y="1"/>
                    </a:moveTo>
                    <a:cubicBezTo>
                      <a:pt x="6595" y="1"/>
                      <a:pt x="6149" y="29"/>
                      <a:pt x="5672" y="89"/>
                    </a:cubicBezTo>
                    <a:cubicBezTo>
                      <a:pt x="5672" y="89"/>
                      <a:pt x="1" y="943"/>
                      <a:pt x="363" y="4242"/>
                    </a:cubicBezTo>
                    <a:cubicBezTo>
                      <a:pt x="596" y="6359"/>
                      <a:pt x="2334" y="7110"/>
                      <a:pt x="4280" y="7110"/>
                    </a:cubicBezTo>
                    <a:cubicBezTo>
                      <a:pt x="6235" y="7110"/>
                      <a:pt x="8402" y="6352"/>
                      <a:pt x="9465" y="5459"/>
                    </a:cubicBezTo>
                    <a:cubicBezTo>
                      <a:pt x="12297" y="3081"/>
                      <a:pt x="11345" y="1"/>
                      <a:pt x="701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54"/>
              <p:cNvSpPr/>
              <p:nvPr/>
            </p:nvSpPr>
            <p:spPr>
              <a:xfrm>
                <a:off x="5012000" y="238100"/>
                <a:ext cx="169125" cy="68300"/>
              </a:xfrm>
              <a:custGeom>
                <a:rect b="b" l="l" r="r" t="t"/>
                <a:pathLst>
                  <a:path extrusionOk="0" h="2732" w="6765">
                    <a:moveTo>
                      <a:pt x="3520" y="1"/>
                    </a:moveTo>
                    <a:cubicBezTo>
                      <a:pt x="2537" y="1"/>
                      <a:pt x="1006" y="188"/>
                      <a:pt x="501" y="1288"/>
                    </a:cubicBezTo>
                    <a:cubicBezTo>
                      <a:pt x="0" y="2380"/>
                      <a:pt x="1282" y="2731"/>
                      <a:pt x="2639" y="2731"/>
                    </a:cubicBezTo>
                    <a:cubicBezTo>
                      <a:pt x="3354" y="2731"/>
                      <a:pt x="4091" y="2634"/>
                      <a:pt x="4598" y="2495"/>
                    </a:cubicBezTo>
                    <a:cubicBezTo>
                      <a:pt x="6068" y="2096"/>
                      <a:pt x="6765" y="315"/>
                      <a:pt x="4388" y="50"/>
                    </a:cubicBezTo>
                    <a:cubicBezTo>
                      <a:pt x="4388" y="50"/>
                      <a:pt x="4027" y="1"/>
                      <a:pt x="352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54"/>
              <p:cNvSpPr/>
              <p:nvPr/>
            </p:nvSpPr>
            <p:spPr>
              <a:xfrm>
                <a:off x="5290645" y="905118"/>
                <a:ext cx="392975" cy="176200"/>
              </a:xfrm>
              <a:custGeom>
                <a:rect b="b" l="l" r="r" t="t"/>
                <a:pathLst>
                  <a:path extrusionOk="0" h="7048" w="15719">
                    <a:moveTo>
                      <a:pt x="9557" y="1"/>
                    </a:moveTo>
                    <a:cubicBezTo>
                      <a:pt x="9303" y="1"/>
                      <a:pt x="9037" y="8"/>
                      <a:pt x="8759" y="23"/>
                    </a:cubicBezTo>
                    <a:cubicBezTo>
                      <a:pt x="8759" y="23"/>
                      <a:pt x="749" y="632"/>
                      <a:pt x="285" y="4143"/>
                    </a:cubicBezTo>
                    <a:cubicBezTo>
                      <a:pt x="0" y="6299"/>
                      <a:pt x="2337" y="7047"/>
                      <a:pt x="4905" y="7047"/>
                    </a:cubicBezTo>
                    <a:cubicBezTo>
                      <a:pt x="6521" y="7047"/>
                      <a:pt x="8228" y="6751"/>
                      <a:pt x="9432" y="6322"/>
                    </a:cubicBezTo>
                    <a:cubicBezTo>
                      <a:pt x="15083" y="4312"/>
                      <a:pt x="15719" y="1"/>
                      <a:pt x="955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37" name="Google Shape;1237;p54"/>
            <p:cNvGrpSpPr/>
            <p:nvPr/>
          </p:nvGrpSpPr>
          <p:grpSpPr>
            <a:xfrm>
              <a:off x="5533879" y="713108"/>
              <a:ext cx="2238517" cy="3858374"/>
              <a:chOff x="5533879" y="713108"/>
              <a:chExt cx="2238517" cy="3858374"/>
            </a:xfrm>
          </p:grpSpPr>
          <p:grpSp>
            <p:nvGrpSpPr>
              <p:cNvPr id="1238" name="Google Shape;1238;p54"/>
              <p:cNvGrpSpPr/>
              <p:nvPr/>
            </p:nvGrpSpPr>
            <p:grpSpPr>
              <a:xfrm flipH="1">
                <a:off x="6439809" y="713108"/>
                <a:ext cx="1332587" cy="3858374"/>
                <a:chOff x="3599150" y="3104200"/>
                <a:chExt cx="792075" cy="2293375"/>
              </a:xfrm>
            </p:grpSpPr>
            <p:sp>
              <p:nvSpPr>
                <p:cNvPr id="1239" name="Google Shape;1239;p54"/>
                <p:cNvSpPr/>
                <p:nvPr/>
              </p:nvSpPr>
              <p:spPr>
                <a:xfrm>
                  <a:off x="4118425" y="3504575"/>
                  <a:ext cx="194875" cy="410400"/>
                </a:xfrm>
                <a:custGeom>
                  <a:rect b="b" l="l" r="r" t="t"/>
                  <a:pathLst>
                    <a:path extrusionOk="0" h="16416" w="7795">
                      <a:moveTo>
                        <a:pt x="1380" y="0"/>
                      </a:moveTo>
                      <a:lnTo>
                        <a:pt x="1" y="11606"/>
                      </a:lnTo>
                      <a:cubicBezTo>
                        <a:pt x="1" y="11606"/>
                        <a:pt x="1840" y="16416"/>
                        <a:pt x="4091" y="16416"/>
                      </a:cubicBezTo>
                      <a:cubicBezTo>
                        <a:pt x="4397" y="16416"/>
                        <a:pt x="4710" y="16327"/>
                        <a:pt x="5027" y="16126"/>
                      </a:cubicBezTo>
                      <a:cubicBezTo>
                        <a:pt x="7680" y="14444"/>
                        <a:pt x="7795" y="10711"/>
                        <a:pt x="7190" y="8466"/>
                      </a:cubicBezTo>
                      <a:cubicBezTo>
                        <a:pt x="7047" y="7933"/>
                        <a:pt x="6438" y="6644"/>
                        <a:pt x="5027" y="4688"/>
                      </a:cubicBezTo>
                      <a:cubicBezTo>
                        <a:pt x="3851" y="3060"/>
                        <a:pt x="1380" y="0"/>
                        <a:pt x="138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54"/>
                <p:cNvSpPr/>
                <p:nvPr/>
              </p:nvSpPr>
              <p:spPr>
                <a:xfrm>
                  <a:off x="4163450" y="3676025"/>
                  <a:ext cx="101100" cy="99900"/>
                </a:xfrm>
                <a:custGeom>
                  <a:rect b="b" l="l" r="r" t="t"/>
                  <a:pathLst>
                    <a:path extrusionOk="0" h="3996" w="4044">
                      <a:moveTo>
                        <a:pt x="3194" y="0"/>
                      </a:moveTo>
                      <a:cubicBezTo>
                        <a:pt x="2554" y="0"/>
                        <a:pt x="1233" y="509"/>
                        <a:pt x="395" y="1529"/>
                      </a:cubicBezTo>
                      <a:cubicBezTo>
                        <a:pt x="1" y="2010"/>
                        <a:pt x="402" y="2997"/>
                        <a:pt x="402" y="2997"/>
                      </a:cubicBezTo>
                      <a:lnTo>
                        <a:pt x="940" y="3705"/>
                      </a:lnTo>
                      <a:lnTo>
                        <a:pt x="3044" y="3996"/>
                      </a:lnTo>
                      <a:lnTo>
                        <a:pt x="4044" y="2644"/>
                      </a:lnTo>
                      <a:cubicBezTo>
                        <a:pt x="4044" y="2644"/>
                        <a:pt x="3575" y="252"/>
                        <a:pt x="3564" y="174"/>
                      </a:cubicBezTo>
                      <a:cubicBezTo>
                        <a:pt x="3548" y="58"/>
                        <a:pt x="3410" y="0"/>
                        <a:pt x="3194" y="0"/>
                      </a:cubicBezTo>
                      <a:close/>
                    </a:path>
                  </a:pathLst>
                </a:custGeom>
                <a:solidFill>
                  <a:srgbClr val="9B6C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54"/>
                <p:cNvSpPr/>
                <p:nvPr/>
              </p:nvSpPr>
              <p:spPr>
                <a:xfrm>
                  <a:off x="4164225" y="3622925"/>
                  <a:ext cx="159725" cy="158800"/>
                </a:xfrm>
                <a:custGeom>
                  <a:rect b="b" l="l" r="r" t="t"/>
                  <a:pathLst>
                    <a:path extrusionOk="0" h="6352" w="6389">
                      <a:moveTo>
                        <a:pt x="5797" y="1"/>
                      </a:moveTo>
                      <a:cubicBezTo>
                        <a:pt x="5796" y="1"/>
                        <a:pt x="5795" y="1"/>
                        <a:pt x="5794" y="1"/>
                      </a:cubicBezTo>
                      <a:lnTo>
                        <a:pt x="3431" y="13"/>
                      </a:lnTo>
                      <a:cubicBezTo>
                        <a:pt x="3165" y="14"/>
                        <a:pt x="2886" y="204"/>
                        <a:pt x="2747" y="482"/>
                      </a:cubicBezTo>
                      <a:lnTo>
                        <a:pt x="209" y="5521"/>
                      </a:lnTo>
                      <a:cubicBezTo>
                        <a:pt x="1" y="5936"/>
                        <a:pt x="193" y="6351"/>
                        <a:pt x="592" y="6351"/>
                      </a:cubicBezTo>
                      <a:cubicBezTo>
                        <a:pt x="593" y="6351"/>
                        <a:pt x="593" y="6351"/>
                        <a:pt x="594" y="6351"/>
                      </a:cubicBezTo>
                      <a:lnTo>
                        <a:pt x="2957" y="6339"/>
                      </a:lnTo>
                      <a:cubicBezTo>
                        <a:pt x="3224" y="6337"/>
                        <a:pt x="3502" y="6146"/>
                        <a:pt x="3643" y="5870"/>
                      </a:cubicBezTo>
                      <a:lnTo>
                        <a:pt x="6179" y="831"/>
                      </a:lnTo>
                      <a:cubicBezTo>
                        <a:pt x="6388" y="416"/>
                        <a:pt x="6197" y="1"/>
                        <a:pt x="579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54"/>
                <p:cNvSpPr/>
                <p:nvPr/>
              </p:nvSpPr>
              <p:spPr>
                <a:xfrm>
                  <a:off x="4170175" y="3622900"/>
                  <a:ext cx="159725" cy="158750"/>
                </a:xfrm>
                <a:custGeom>
                  <a:rect b="b" l="l" r="r" t="t"/>
                  <a:pathLst>
                    <a:path extrusionOk="0" h="6350" w="6389">
                      <a:moveTo>
                        <a:pt x="5798" y="1"/>
                      </a:moveTo>
                      <a:cubicBezTo>
                        <a:pt x="5797" y="1"/>
                        <a:pt x="5796" y="1"/>
                        <a:pt x="5795" y="1"/>
                      </a:cubicBezTo>
                      <a:lnTo>
                        <a:pt x="3432" y="13"/>
                      </a:lnTo>
                      <a:cubicBezTo>
                        <a:pt x="3165" y="14"/>
                        <a:pt x="2886" y="204"/>
                        <a:pt x="2747" y="481"/>
                      </a:cubicBezTo>
                      <a:lnTo>
                        <a:pt x="210" y="5521"/>
                      </a:lnTo>
                      <a:cubicBezTo>
                        <a:pt x="1" y="5936"/>
                        <a:pt x="192" y="6350"/>
                        <a:pt x="592" y="6350"/>
                      </a:cubicBezTo>
                      <a:cubicBezTo>
                        <a:pt x="593" y="6350"/>
                        <a:pt x="594" y="6350"/>
                        <a:pt x="595" y="6350"/>
                      </a:cubicBezTo>
                      <a:lnTo>
                        <a:pt x="2958" y="6339"/>
                      </a:lnTo>
                      <a:cubicBezTo>
                        <a:pt x="3224" y="6337"/>
                        <a:pt x="3503" y="6146"/>
                        <a:pt x="3642" y="5870"/>
                      </a:cubicBezTo>
                      <a:lnTo>
                        <a:pt x="6179" y="831"/>
                      </a:lnTo>
                      <a:cubicBezTo>
                        <a:pt x="6388" y="416"/>
                        <a:pt x="6198" y="1"/>
                        <a:pt x="579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54"/>
                <p:cNvSpPr/>
                <p:nvPr/>
              </p:nvSpPr>
              <p:spPr>
                <a:xfrm>
                  <a:off x="4243000" y="3688350"/>
                  <a:ext cx="28900" cy="28200"/>
                </a:xfrm>
                <a:custGeom>
                  <a:rect b="b" l="l" r="r" t="t"/>
                  <a:pathLst>
                    <a:path extrusionOk="0" h="1128" w="1156">
                      <a:moveTo>
                        <a:pt x="805" y="1"/>
                      </a:moveTo>
                      <a:cubicBezTo>
                        <a:pt x="805" y="1"/>
                        <a:pt x="804" y="1"/>
                        <a:pt x="804" y="1"/>
                      </a:cubicBezTo>
                      <a:cubicBezTo>
                        <a:pt x="553" y="2"/>
                        <a:pt x="250" y="256"/>
                        <a:pt x="125" y="567"/>
                      </a:cubicBezTo>
                      <a:cubicBezTo>
                        <a:pt x="0" y="877"/>
                        <a:pt x="100" y="1128"/>
                        <a:pt x="350" y="1128"/>
                      </a:cubicBezTo>
                      <a:cubicBezTo>
                        <a:pt x="350" y="1128"/>
                        <a:pt x="351" y="1128"/>
                        <a:pt x="351" y="1128"/>
                      </a:cubicBezTo>
                      <a:cubicBezTo>
                        <a:pt x="601" y="1127"/>
                        <a:pt x="906" y="873"/>
                        <a:pt x="1031" y="562"/>
                      </a:cubicBezTo>
                      <a:cubicBezTo>
                        <a:pt x="1155" y="251"/>
                        <a:pt x="1054" y="1"/>
                        <a:pt x="80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54"/>
                <p:cNvSpPr/>
                <p:nvPr/>
              </p:nvSpPr>
              <p:spPr>
                <a:xfrm>
                  <a:off x="4243600" y="3635525"/>
                  <a:ext cx="16275" cy="15850"/>
                </a:xfrm>
                <a:custGeom>
                  <a:rect b="b" l="l" r="r" t="t"/>
                  <a:pathLst>
                    <a:path extrusionOk="0" h="634" w="651">
                      <a:moveTo>
                        <a:pt x="454" y="1"/>
                      </a:moveTo>
                      <a:cubicBezTo>
                        <a:pt x="453" y="1"/>
                        <a:pt x="453" y="1"/>
                        <a:pt x="452" y="1"/>
                      </a:cubicBezTo>
                      <a:cubicBezTo>
                        <a:pt x="311" y="1"/>
                        <a:pt x="140" y="143"/>
                        <a:pt x="70" y="318"/>
                      </a:cubicBezTo>
                      <a:cubicBezTo>
                        <a:pt x="0" y="493"/>
                        <a:pt x="56" y="634"/>
                        <a:pt x="197" y="634"/>
                      </a:cubicBezTo>
                      <a:cubicBezTo>
                        <a:pt x="197" y="634"/>
                        <a:pt x="198" y="634"/>
                        <a:pt x="198" y="634"/>
                      </a:cubicBezTo>
                      <a:cubicBezTo>
                        <a:pt x="338" y="634"/>
                        <a:pt x="509" y="491"/>
                        <a:pt x="579" y="316"/>
                      </a:cubicBezTo>
                      <a:cubicBezTo>
                        <a:pt x="650" y="141"/>
                        <a:pt x="593" y="1"/>
                        <a:pt x="45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54"/>
                <p:cNvSpPr/>
                <p:nvPr/>
              </p:nvSpPr>
              <p:spPr>
                <a:xfrm>
                  <a:off x="4244875" y="3664850"/>
                  <a:ext cx="87875" cy="86250"/>
                </a:xfrm>
                <a:custGeom>
                  <a:rect b="b" l="l" r="r" t="t"/>
                  <a:pathLst>
                    <a:path extrusionOk="0" h="3450" w="3515">
                      <a:moveTo>
                        <a:pt x="2619" y="0"/>
                      </a:moveTo>
                      <a:cubicBezTo>
                        <a:pt x="2310" y="0"/>
                        <a:pt x="1832" y="235"/>
                        <a:pt x="1442" y="235"/>
                      </a:cubicBezTo>
                      <a:cubicBezTo>
                        <a:pt x="1421" y="235"/>
                        <a:pt x="1400" y="234"/>
                        <a:pt x="1380" y="233"/>
                      </a:cubicBezTo>
                      <a:cubicBezTo>
                        <a:pt x="1380" y="233"/>
                        <a:pt x="1087" y="312"/>
                        <a:pt x="1298" y="575"/>
                      </a:cubicBezTo>
                      <a:cubicBezTo>
                        <a:pt x="1509" y="839"/>
                        <a:pt x="2158" y="728"/>
                        <a:pt x="2279" y="775"/>
                      </a:cubicBezTo>
                      <a:cubicBezTo>
                        <a:pt x="2399" y="823"/>
                        <a:pt x="2129" y="1186"/>
                        <a:pt x="2129" y="1186"/>
                      </a:cubicBezTo>
                      <a:lnTo>
                        <a:pt x="2129" y="1185"/>
                      </a:lnTo>
                      <a:cubicBezTo>
                        <a:pt x="2129" y="1185"/>
                        <a:pt x="1165" y="841"/>
                        <a:pt x="636" y="841"/>
                      </a:cubicBezTo>
                      <a:cubicBezTo>
                        <a:pt x="517" y="841"/>
                        <a:pt x="420" y="859"/>
                        <a:pt x="361" y="901"/>
                      </a:cubicBezTo>
                      <a:cubicBezTo>
                        <a:pt x="39" y="1135"/>
                        <a:pt x="1426" y="1864"/>
                        <a:pt x="1426" y="1864"/>
                      </a:cubicBezTo>
                      <a:cubicBezTo>
                        <a:pt x="1426" y="1864"/>
                        <a:pt x="873" y="1682"/>
                        <a:pt x="508" y="1682"/>
                      </a:cubicBezTo>
                      <a:cubicBezTo>
                        <a:pt x="417" y="1682"/>
                        <a:pt x="338" y="1694"/>
                        <a:pt x="282" y="1722"/>
                      </a:cubicBezTo>
                      <a:cubicBezTo>
                        <a:pt x="0" y="1863"/>
                        <a:pt x="982" y="2514"/>
                        <a:pt x="982" y="2514"/>
                      </a:cubicBezTo>
                      <a:cubicBezTo>
                        <a:pt x="982" y="2514"/>
                        <a:pt x="827" y="2470"/>
                        <a:pt x="662" y="2470"/>
                      </a:cubicBezTo>
                      <a:cubicBezTo>
                        <a:pt x="505" y="2470"/>
                        <a:pt x="339" y="2509"/>
                        <a:pt x="283" y="2661"/>
                      </a:cubicBezTo>
                      <a:cubicBezTo>
                        <a:pt x="167" y="2973"/>
                        <a:pt x="354" y="3152"/>
                        <a:pt x="653" y="3327"/>
                      </a:cubicBezTo>
                      <a:cubicBezTo>
                        <a:pt x="808" y="3416"/>
                        <a:pt x="977" y="3450"/>
                        <a:pt x="1128" y="3450"/>
                      </a:cubicBezTo>
                      <a:cubicBezTo>
                        <a:pt x="1269" y="3450"/>
                        <a:pt x="1395" y="3420"/>
                        <a:pt x="1475" y="3376"/>
                      </a:cubicBezTo>
                      <a:cubicBezTo>
                        <a:pt x="1639" y="3287"/>
                        <a:pt x="1627" y="2929"/>
                        <a:pt x="1627" y="2929"/>
                      </a:cubicBezTo>
                      <a:cubicBezTo>
                        <a:pt x="1627" y="2929"/>
                        <a:pt x="2260" y="2818"/>
                        <a:pt x="2344" y="2613"/>
                      </a:cubicBezTo>
                      <a:cubicBezTo>
                        <a:pt x="2426" y="2408"/>
                        <a:pt x="2316" y="2221"/>
                        <a:pt x="2316" y="2221"/>
                      </a:cubicBezTo>
                      <a:lnTo>
                        <a:pt x="2316" y="2221"/>
                      </a:lnTo>
                      <a:cubicBezTo>
                        <a:pt x="2316" y="2221"/>
                        <a:pt x="2332" y="2223"/>
                        <a:pt x="2357" y="2223"/>
                      </a:cubicBezTo>
                      <a:cubicBezTo>
                        <a:pt x="2440" y="2223"/>
                        <a:pt x="2630" y="2203"/>
                        <a:pt x="2759" y="2031"/>
                      </a:cubicBezTo>
                      <a:cubicBezTo>
                        <a:pt x="2927" y="1806"/>
                        <a:pt x="2850" y="1616"/>
                        <a:pt x="2850" y="1616"/>
                      </a:cubicBezTo>
                      <a:cubicBezTo>
                        <a:pt x="2850" y="1616"/>
                        <a:pt x="3211" y="1209"/>
                        <a:pt x="3363" y="955"/>
                      </a:cubicBezTo>
                      <a:cubicBezTo>
                        <a:pt x="3515" y="702"/>
                        <a:pt x="3093" y="340"/>
                        <a:pt x="2850" y="82"/>
                      </a:cubicBezTo>
                      <a:cubicBezTo>
                        <a:pt x="2794" y="23"/>
                        <a:pt x="2715" y="0"/>
                        <a:pt x="2619" y="0"/>
                      </a:cubicBezTo>
                      <a:close/>
                    </a:path>
                  </a:pathLst>
                </a:custGeom>
                <a:solidFill>
                  <a:srgbClr val="9B6C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54"/>
                <p:cNvSpPr/>
                <p:nvPr/>
              </p:nvSpPr>
              <p:spPr>
                <a:xfrm>
                  <a:off x="3828850" y="3123900"/>
                  <a:ext cx="318900" cy="358750"/>
                </a:xfrm>
                <a:custGeom>
                  <a:rect b="b" l="l" r="r" t="t"/>
                  <a:pathLst>
                    <a:path extrusionOk="0" h="14350" w="12756">
                      <a:moveTo>
                        <a:pt x="6232" y="1"/>
                      </a:moveTo>
                      <a:cubicBezTo>
                        <a:pt x="4595" y="1"/>
                        <a:pt x="3541" y="1050"/>
                        <a:pt x="3172" y="1581"/>
                      </a:cubicBezTo>
                      <a:cubicBezTo>
                        <a:pt x="2316" y="2811"/>
                        <a:pt x="2175" y="3880"/>
                        <a:pt x="1983" y="5535"/>
                      </a:cubicBezTo>
                      <a:cubicBezTo>
                        <a:pt x="1419" y="10402"/>
                        <a:pt x="0" y="11960"/>
                        <a:pt x="0" y="11960"/>
                      </a:cubicBezTo>
                      <a:cubicBezTo>
                        <a:pt x="0" y="11960"/>
                        <a:pt x="2860" y="13200"/>
                        <a:pt x="5146" y="13301"/>
                      </a:cubicBezTo>
                      <a:cubicBezTo>
                        <a:pt x="5146" y="13301"/>
                        <a:pt x="7995" y="13367"/>
                        <a:pt x="9101" y="13858"/>
                      </a:cubicBezTo>
                      <a:cubicBezTo>
                        <a:pt x="9635" y="14094"/>
                        <a:pt x="10159" y="14350"/>
                        <a:pt x="10641" y="14350"/>
                      </a:cubicBezTo>
                      <a:cubicBezTo>
                        <a:pt x="11158" y="14350"/>
                        <a:pt x="11628" y="14055"/>
                        <a:pt x="12013" y="13124"/>
                      </a:cubicBezTo>
                      <a:cubicBezTo>
                        <a:pt x="12756" y="11325"/>
                        <a:pt x="11314" y="9723"/>
                        <a:pt x="11314" y="9723"/>
                      </a:cubicBezTo>
                      <a:cubicBezTo>
                        <a:pt x="11314" y="9723"/>
                        <a:pt x="10672" y="8790"/>
                        <a:pt x="10464" y="7246"/>
                      </a:cubicBezTo>
                      <a:cubicBezTo>
                        <a:pt x="10291" y="5961"/>
                        <a:pt x="11471" y="3380"/>
                        <a:pt x="10709" y="1988"/>
                      </a:cubicBezTo>
                      <a:cubicBezTo>
                        <a:pt x="10040" y="762"/>
                        <a:pt x="9125" y="614"/>
                        <a:pt x="8721" y="614"/>
                      </a:cubicBezTo>
                      <a:cubicBezTo>
                        <a:pt x="8592" y="614"/>
                        <a:pt x="8515" y="629"/>
                        <a:pt x="8515" y="629"/>
                      </a:cubicBezTo>
                      <a:cubicBezTo>
                        <a:pt x="7662" y="175"/>
                        <a:pt x="6899" y="1"/>
                        <a:pt x="623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54"/>
                <p:cNvSpPr/>
                <p:nvPr/>
              </p:nvSpPr>
              <p:spPr>
                <a:xfrm>
                  <a:off x="4017475" y="3220225"/>
                  <a:ext cx="94975" cy="102725"/>
                </a:xfrm>
                <a:custGeom>
                  <a:rect b="b" l="l" r="r" t="t"/>
                  <a:pathLst>
                    <a:path extrusionOk="0" h="4109" w="3799">
                      <a:moveTo>
                        <a:pt x="1900" y="1"/>
                      </a:moveTo>
                      <a:cubicBezTo>
                        <a:pt x="851" y="1"/>
                        <a:pt x="1" y="921"/>
                        <a:pt x="1" y="2055"/>
                      </a:cubicBezTo>
                      <a:cubicBezTo>
                        <a:pt x="1" y="3189"/>
                        <a:pt x="851" y="4109"/>
                        <a:pt x="1900" y="4109"/>
                      </a:cubicBezTo>
                      <a:cubicBezTo>
                        <a:pt x="2949" y="4109"/>
                        <a:pt x="3799" y="3189"/>
                        <a:pt x="3799" y="2055"/>
                      </a:cubicBezTo>
                      <a:cubicBezTo>
                        <a:pt x="3799" y="921"/>
                        <a:pt x="2949" y="1"/>
                        <a:pt x="190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54"/>
                <p:cNvSpPr/>
                <p:nvPr/>
              </p:nvSpPr>
              <p:spPr>
                <a:xfrm>
                  <a:off x="3731650" y="3381450"/>
                  <a:ext cx="405925" cy="423750"/>
                </a:xfrm>
                <a:custGeom>
                  <a:rect b="b" l="l" r="r" t="t"/>
                  <a:pathLst>
                    <a:path extrusionOk="0" h="16950" w="16237">
                      <a:moveTo>
                        <a:pt x="7673" y="1"/>
                      </a:moveTo>
                      <a:cubicBezTo>
                        <a:pt x="7673" y="1"/>
                        <a:pt x="2949" y="1728"/>
                        <a:pt x="1475" y="2611"/>
                      </a:cubicBezTo>
                      <a:cubicBezTo>
                        <a:pt x="0" y="3493"/>
                        <a:pt x="3755" y="13856"/>
                        <a:pt x="4183" y="15674"/>
                      </a:cubicBezTo>
                      <a:cubicBezTo>
                        <a:pt x="4396" y="16580"/>
                        <a:pt x="6722" y="16949"/>
                        <a:pt x="8991" y="16949"/>
                      </a:cubicBezTo>
                      <a:cubicBezTo>
                        <a:pt x="11274" y="16949"/>
                        <a:pt x="13499" y="16575"/>
                        <a:pt x="13457" y="15996"/>
                      </a:cubicBezTo>
                      <a:cubicBezTo>
                        <a:pt x="12989" y="9562"/>
                        <a:pt x="16236" y="6775"/>
                        <a:pt x="15736" y="4638"/>
                      </a:cubicBezTo>
                      <a:cubicBezTo>
                        <a:pt x="15388" y="3157"/>
                        <a:pt x="11021" y="784"/>
                        <a:pt x="11021" y="784"/>
                      </a:cubicBezTo>
                      <a:lnTo>
                        <a:pt x="767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54"/>
                <p:cNvSpPr/>
                <p:nvPr/>
              </p:nvSpPr>
              <p:spPr>
                <a:xfrm>
                  <a:off x="3857675" y="3445250"/>
                  <a:ext cx="242000" cy="63850"/>
                </a:xfrm>
                <a:custGeom>
                  <a:rect b="b" l="l" r="r" t="t"/>
                  <a:pathLst>
                    <a:path extrusionOk="0" h="2554" w="9680">
                      <a:moveTo>
                        <a:pt x="8881" y="0"/>
                      </a:moveTo>
                      <a:cubicBezTo>
                        <a:pt x="7554" y="889"/>
                        <a:pt x="5501" y="1119"/>
                        <a:pt x="3729" y="1119"/>
                      </a:cubicBezTo>
                      <a:cubicBezTo>
                        <a:pt x="1842" y="1119"/>
                        <a:pt x="273" y="858"/>
                        <a:pt x="243" y="853"/>
                      </a:cubicBezTo>
                      <a:lnTo>
                        <a:pt x="122" y="1559"/>
                      </a:lnTo>
                      <a:lnTo>
                        <a:pt x="242" y="863"/>
                      </a:lnTo>
                      <a:lnTo>
                        <a:pt x="1" y="2266"/>
                      </a:lnTo>
                      <a:cubicBezTo>
                        <a:pt x="131" y="2288"/>
                        <a:pt x="1720" y="2553"/>
                        <a:pt x="3682" y="2553"/>
                      </a:cubicBezTo>
                      <a:cubicBezTo>
                        <a:pt x="4029" y="2553"/>
                        <a:pt x="4388" y="2545"/>
                        <a:pt x="4753" y="2525"/>
                      </a:cubicBezTo>
                      <a:cubicBezTo>
                        <a:pt x="6483" y="2432"/>
                        <a:pt x="8339" y="2088"/>
                        <a:pt x="9679" y="1192"/>
                      </a:cubicBezTo>
                      <a:lnTo>
                        <a:pt x="888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54"/>
                <p:cNvSpPr/>
                <p:nvPr/>
              </p:nvSpPr>
              <p:spPr>
                <a:xfrm>
                  <a:off x="3863950" y="3534925"/>
                  <a:ext cx="241950" cy="63875"/>
                </a:xfrm>
                <a:custGeom>
                  <a:rect b="b" l="l" r="r" t="t"/>
                  <a:pathLst>
                    <a:path extrusionOk="0" h="2555" w="9678">
                      <a:moveTo>
                        <a:pt x="244" y="853"/>
                      </a:moveTo>
                      <a:lnTo>
                        <a:pt x="244" y="853"/>
                      </a:lnTo>
                      <a:lnTo>
                        <a:pt x="244" y="853"/>
                      </a:lnTo>
                      <a:close/>
                      <a:moveTo>
                        <a:pt x="244" y="853"/>
                      </a:moveTo>
                      <a:lnTo>
                        <a:pt x="244" y="853"/>
                      </a:lnTo>
                      <a:lnTo>
                        <a:pt x="244" y="853"/>
                      </a:lnTo>
                      <a:close/>
                      <a:moveTo>
                        <a:pt x="243" y="853"/>
                      </a:moveTo>
                      <a:lnTo>
                        <a:pt x="122" y="1560"/>
                      </a:lnTo>
                      <a:lnTo>
                        <a:pt x="244" y="853"/>
                      </a:lnTo>
                      <a:lnTo>
                        <a:pt x="244" y="853"/>
                      </a:lnTo>
                      <a:lnTo>
                        <a:pt x="244" y="853"/>
                      </a:lnTo>
                      <a:cubicBezTo>
                        <a:pt x="243" y="853"/>
                        <a:pt x="243" y="853"/>
                        <a:pt x="243" y="853"/>
                      </a:cubicBezTo>
                      <a:close/>
                      <a:moveTo>
                        <a:pt x="8880" y="1"/>
                      </a:moveTo>
                      <a:cubicBezTo>
                        <a:pt x="7554" y="889"/>
                        <a:pt x="5501" y="1120"/>
                        <a:pt x="3729" y="1120"/>
                      </a:cubicBezTo>
                      <a:cubicBezTo>
                        <a:pt x="1857" y="1120"/>
                        <a:pt x="299" y="863"/>
                        <a:pt x="244" y="853"/>
                      </a:cubicBezTo>
                      <a:lnTo>
                        <a:pt x="244" y="853"/>
                      </a:lnTo>
                      <a:lnTo>
                        <a:pt x="1" y="2266"/>
                      </a:lnTo>
                      <a:cubicBezTo>
                        <a:pt x="131" y="2289"/>
                        <a:pt x="1717" y="2554"/>
                        <a:pt x="3677" y="2554"/>
                      </a:cubicBezTo>
                      <a:cubicBezTo>
                        <a:pt x="4026" y="2554"/>
                        <a:pt x="4386" y="2546"/>
                        <a:pt x="4753" y="2526"/>
                      </a:cubicBezTo>
                      <a:cubicBezTo>
                        <a:pt x="6482" y="2434"/>
                        <a:pt x="8339" y="2089"/>
                        <a:pt x="9678" y="1193"/>
                      </a:cubicBezTo>
                      <a:lnTo>
                        <a:pt x="888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54"/>
                <p:cNvSpPr/>
                <p:nvPr/>
              </p:nvSpPr>
              <p:spPr>
                <a:xfrm>
                  <a:off x="3870225" y="3624650"/>
                  <a:ext cx="241950" cy="63825"/>
                </a:xfrm>
                <a:custGeom>
                  <a:rect b="b" l="l" r="r" t="t"/>
                  <a:pathLst>
                    <a:path extrusionOk="0" h="2553" w="9678">
                      <a:moveTo>
                        <a:pt x="8880" y="1"/>
                      </a:moveTo>
                      <a:cubicBezTo>
                        <a:pt x="7554" y="888"/>
                        <a:pt x="5502" y="1118"/>
                        <a:pt x="3731" y="1118"/>
                      </a:cubicBezTo>
                      <a:cubicBezTo>
                        <a:pt x="1842" y="1118"/>
                        <a:pt x="273" y="857"/>
                        <a:pt x="243" y="852"/>
                      </a:cubicBezTo>
                      <a:lnTo>
                        <a:pt x="122" y="1558"/>
                      </a:lnTo>
                      <a:lnTo>
                        <a:pt x="0" y="2265"/>
                      </a:lnTo>
                      <a:cubicBezTo>
                        <a:pt x="131" y="2287"/>
                        <a:pt x="1717" y="2553"/>
                        <a:pt x="3677" y="2553"/>
                      </a:cubicBezTo>
                      <a:cubicBezTo>
                        <a:pt x="4025" y="2553"/>
                        <a:pt x="4386" y="2544"/>
                        <a:pt x="4753" y="2525"/>
                      </a:cubicBezTo>
                      <a:cubicBezTo>
                        <a:pt x="6481" y="2433"/>
                        <a:pt x="8339" y="2089"/>
                        <a:pt x="9678" y="1191"/>
                      </a:cubicBezTo>
                      <a:lnTo>
                        <a:pt x="888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54"/>
                <p:cNvSpPr/>
                <p:nvPr/>
              </p:nvSpPr>
              <p:spPr>
                <a:xfrm>
                  <a:off x="3876500" y="3714350"/>
                  <a:ext cx="241950" cy="63850"/>
                </a:xfrm>
                <a:custGeom>
                  <a:rect b="b" l="l" r="r" t="t"/>
                  <a:pathLst>
                    <a:path extrusionOk="0" h="2554" w="9678">
                      <a:moveTo>
                        <a:pt x="8880" y="0"/>
                      </a:moveTo>
                      <a:cubicBezTo>
                        <a:pt x="7554" y="889"/>
                        <a:pt x="5501" y="1119"/>
                        <a:pt x="3729" y="1119"/>
                      </a:cubicBezTo>
                      <a:cubicBezTo>
                        <a:pt x="1841" y="1119"/>
                        <a:pt x="273" y="858"/>
                        <a:pt x="242" y="853"/>
                      </a:cubicBezTo>
                      <a:lnTo>
                        <a:pt x="0" y="2266"/>
                      </a:lnTo>
                      <a:cubicBezTo>
                        <a:pt x="130" y="2288"/>
                        <a:pt x="1719" y="2553"/>
                        <a:pt x="3681" y="2553"/>
                      </a:cubicBezTo>
                      <a:cubicBezTo>
                        <a:pt x="4028" y="2553"/>
                        <a:pt x="4388" y="2545"/>
                        <a:pt x="4752" y="2525"/>
                      </a:cubicBezTo>
                      <a:cubicBezTo>
                        <a:pt x="6481" y="2432"/>
                        <a:pt x="8339" y="2088"/>
                        <a:pt x="9678" y="1192"/>
                      </a:cubicBezTo>
                      <a:lnTo>
                        <a:pt x="888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54"/>
                <p:cNvSpPr/>
                <p:nvPr/>
              </p:nvSpPr>
              <p:spPr>
                <a:xfrm>
                  <a:off x="4048125" y="3535750"/>
                  <a:ext cx="102650" cy="180500"/>
                </a:xfrm>
                <a:custGeom>
                  <a:rect b="b" l="l" r="r" t="t"/>
                  <a:pathLst>
                    <a:path extrusionOk="0" h="7220" w="4106">
                      <a:moveTo>
                        <a:pt x="1902" y="1"/>
                      </a:moveTo>
                      <a:lnTo>
                        <a:pt x="1902" y="1"/>
                      </a:lnTo>
                      <a:cubicBezTo>
                        <a:pt x="1902" y="2"/>
                        <a:pt x="0" y="7219"/>
                        <a:pt x="434" y="7219"/>
                      </a:cubicBezTo>
                      <a:cubicBezTo>
                        <a:pt x="448" y="7219"/>
                        <a:pt x="463" y="7212"/>
                        <a:pt x="481" y="7198"/>
                      </a:cubicBezTo>
                      <a:cubicBezTo>
                        <a:pt x="1083" y="6720"/>
                        <a:pt x="4105" y="4730"/>
                        <a:pt x="2871" y="2661"/>
                      </a:cubicBezTo>
                      <a:cubicBezTo>
                        <a:pt x="1850" y="949"/>
                        <a:pt x="1902" y="1"/>
                        <a:pt x="190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54"/>
                <p:cNvSpPr/>
                <p:nvPr/>
              </p:nvSpPr>
              <p:spPr>
                <a:xfrm>
                  <a:off x="3807350" y="3736225"/>
                  <a:ext cx="286425" cy="178900"/>
                </a:xfrm>
                <a:custGeom>
                  <a:rect b="b" l="l" r="r" t="t"/>
                  <a:pathLst>
                    <a:path extrusionOk="0" h="7156" w="11457">
                      <a:moveTo>
                        <a:pt x="683" y="1"/>
                      </a:moveTo>
                      <a:cubicBezTo>
                        <a:pt x="683" y="1"/>
                        <a:pt x="1075" y="2221"/>
                        <a:pt x="0" y="5613"/>
                      </a:cubicBezTo>
                      <a:cubicBezTo>
                        <a:pt x="0" y="5613"/>
                        <a:pt x="1787" y="7155"/>
                        <a:pt x="4970" y="7155"/>
                      </a:cubicBezTo>
                      <a:cubicBezTo>
                        <a:pt x="6728" y="7155"/>
                        <a:pt x="8912" y="6684"/>
                        <a:pt x="11457" y="5223"/>
                      </a:cubicBezTo>
                      <a:lnTo>
                        <a:pt x="10429" y="1805"/>
                      </a:lnTo>
                      <a:lnTo>
                        <a:pt x="68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54"/>
                <p:cNvSpPr/>
                <p:nvPr/>
              </p:nvSpPr>
              <p:spPr>
                <a:xfrm>
                  <a:off x="3815650" y="3586900"/>
                  <a:ext cx="61600" cy="219200"/>
                </a:xfrm>
                <a:custGeom>
                  <a:rect b="b" l="l" r="r" t="t"/>
                  <a:pathLst>
                    <a:path extrusionOk="0" h="8768" w="2464">
                      <a:moveTo>
                        <a:pt x="113" y="1"/>
                      </a:moveTo>
                      <a:cubicBezTo>
                        <a:pt x="58" y="1"/>
                        <a:pt x="1" y="74"/>
                        <a:pt x="42" y="137"/>
                      </a:cubicBezTo>
                      <a:cubicBezTo>
                        <a:pt x="1669" y="2647"/>
                        <a:pt x="2294" y="5735"/>
                        <a:pt x="1783" y="8680"/>
                      </a:cubicBezTo>
                      <a:cubicBezTo>
                        <a:pt x="1773" y="8737"/>
                        <a:pt x="1817" y="8768"/>
                        <a:pt x="1861" y="8768"/>
                      </a:cubicBezTo>
                      <a:cubicBezTo>
                        <a:pt x="1899" y="8768"/>
                        <a:pt x="1937" y="8746"/>
                        <a:pt x="1945" y="8699"/>
                      </a:cubicBezTo>
                      <a:cubicBezTo>
                        <a:pt x="2464" y="5708"/>
                        <a:pt x="1819" y="2581"/>
                        <a:pt x="169" y="34"/>
                      </a:cubicBezTo>
                      <a:cubicBezTo>
                        <a:pt x="154" y="11"/>
                        <a:pt x="133" y="1"/>
                        <a:pt x="1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54"/>
                <p:cNvSpPr/>
                <p:nvPr/>
              </p:nvSpPr>
              <p:spPr>
                <a:xfrm>
                  <a:off x="3920375" y="3275100"/>
                  <a:ext cx="100775" cy="147800"/>
                </a:xfrm>
                <a:custGeom>
                  <a:rect b="b" l="l" r="r" t="t"/>
                  <a:pathLst>
                    <a:path extrusionOk="0" h="5912" w="4031">
                      <a:moveTo>
                        <a:pt x="1382" y="0"/>
                      </a:moveTo>
                      <a:lnTo>
                        <a:pt x="1" y="4816"/>
                      </a:lnTo>
                      <a:lnTo>
                        <a:pt x="0" y="4816"/>
                      </a:lnTo>
                      <a:cubicBezTo>
                        <a:pt x="0" y="4816"/>
                        <a:pt x="1040" y="5912"/>
                        <a:pt x="2489" y="5912"/>
                      </a:cubicBezTo>
                      <a:cubicBezTo>
                        <a:pt x="2966" y="5912"/>
                        <a:pt x="3487" y="5793"/>
                        <a:pt x="4030" y="5476"/>
                      </a:cubicBezTo>
                      <a:lnTo>
                        <a:pt x="3991" y="4255"/>
                      </a:lnTo>
                      <a:lnTo>
                        <a:pt x="3947" y="2923"/>
                      </a:lnTo>
                      <a:lnTo>
                        <a:pt x="3917" y="1990"/>
                      </a:lnTo>
                      <a:lnTo>
                        <a:pt x="1382" y="0"/>
                      </a:lnTo>
                      <a:close/>
                    </a:path>
                  </a:pathLst>
                </a:custGeom>
                <a:solidFill>
                  <a:srgbClr val="9B6C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54"/>
                <p:cNvSpPr/>
                <p:nvPr/>
              </p:nvSpPr>
              <p:spPr>
                <a:xfrm>
                  <a:off x="3964600" y="3314550"/>
                  <a:ext cx="56150" cy="84525"/>
                </a:xfrm>
                <a:custGeom>
                  <a:rect b="b" l="l" r="r" t="t"/>
                  <a:pathLst>
                    <a:path extrusionOk="0" h="3381" w="2246">
                      <a:moveTo>
                        <a:pt x="0" y="1"/>
                      </a:moveTo>
                      <a:lnTo>
                        <a:pt x="0" y="1"/>
                      </a:lnTo>
                      <a:cubicBezTo>
                        <a:pt x="846" y="2417"/>
                        <a:pt x="1866" y="3377"/>
                        <a:pt x="2245" y="3380"/>
                      </a:cubicBezTo>
                      <a:lnTo>
                        <a:pt x="2177" y="1345"/>
                      </a:lnTo>
                      <a:lnTo>
                        <a:pt x="0" y="1"/>
                      </a:lnTo>
                      <a:close/>
                    </a:path>
                  </a:pathLst>
                </a:custGeom>
                <a:solidFill>
                  <a:srgbClr val="3C363C">
                    <a:alpha val="456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54"/>
                <p:cNvSpPr/>
                <p:nvPr/>
              </p:nvSpPr>
              <p:spPr>
                <a:xfrm>
                  <a:off x="3909675" y="3159050"/>
                  <a:ext cx="184450" cy="189075"/>
                </a:xfrm>
                <a:custGeom>
                  <a:rect b="b" l="l" r="r" t="t"/>
                  <a:pathLst>
                    <a:path extrusionOk="0" h="7563" w="7378">
                      <a:moveTo>
                        <a:pt x="3655" y="1"/>
                      </a:moveTo>
                      <a:cubicBezTo>
                        <a:pt x="0" y="1"/>
                        <a:pt x="721" y="2642"/>
                        <a:pt x="972" y="3887"/>
                      </a:cubicBezTo>
                      <a:cubicBezTo>
                        <a:pt x="1159" y="4820"/>
                        <a:pt x="1392" y="5141"/>
                        <a:pt x="1988" y="6081"/>
                      </a:cubicBezTo>
                      <a:cubicBezTo>
                        <a:pt x="2522" y="6921"/>
                        <a:pt x="3515" y="7406"/>
                        <a:pt x="4038" y="7493"/>
                      </a:cubicBezTo>
                      <a:cubicBezTo>
                        <a:pt x="4313" y="7538"/>
                        <a:pt x="4569" y="7562"/>
                        <a:pt x="4805" y="7562"/>
                      </a:cubicBezTo>
                      <a:cubicBezTo>
                        <a:pt x="6190" y="7562"/>
                        <a:pt x="6884" y="6728"/>
                        <a:pt x="6870" y="4499"/>
                      </a:cubicBezTo>
                      <a:cubicBezTo>
                        <a:pt x="6859" y="2878"/>
                        <a:pt x="7378" y="2019"/>
                        <a:pt x="7022" y="1363"/>
                      </a:cubicBezTo>
                      <a:lnTo>
                        <a:pt x="7021" y="1363"/>
                      </a:lnTo>
                      <a:cubicBezTo>
                        <a:pt x="6997" y="1333"/>
                        <a:pt x="6970" y="1302"/>
                        <a:pt x="6945" y="1273"/>
                      </a:cubicBezTo>
                      <a:cubicBezTo>
                        <a:pt x="6334" y="563"/>
                        <a:pt x="5460" y="132"/>
                        <a:pt x="4527" y="45"/>
                      </a:cubicBezTo>
                      <a:cubicBezTo>
                        <a:pt x="4212" y="15"/>
                        <a:pt x="3922" y="1"/>
                        <a:pt x="3655" y="1"/>
                      </a:cubicBezTo>
                      <a:close/>
                    </a:path>
                  </a:pathLst>
                </a:custGeom>
                <a:solidFill>
                  <a:srgbClr val="9B6C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54"/>
                <p:cNvSpPr/>
                <p:nvPr/>
              </p:nvSpPr>
              <p:spPr>
                <a:xfrm>
                  <a:off x="3910775" y="3149350"/>
                  <a:ext cx="182100" cy="102725"/>
                </a:xfrm>
                <a:custGeom>
                  <a:rect b="b" l="l" r="r" t="t"/>
                  <a:pathLst>
                    <a:path extrusionOk="0" h="4109" w="7284">
                      <a:moveTo>
                        <a:pt x="3140" y="0"/>
                      </a:moveTo>
                      <a:cubicBezTo>
                        <a:pt x="2167" y="0"/>
                        <a:pt x="1264" y="176"/>
                        <a:pt x="845" y="520"/>
                      </a:cubicBezTo>
                      <a:cubicBezTo>
                        <a:pt x="1" y="1212"/>
                        <a:pt x="577" y="3926"/>
                        <a:pt x="577" y="3926"/>
                      </a:cubicBezTo>
                      <a:cubicBezTo>
                        <a:pt x="577" y="3926"/>
                        <a:pt x="1075" y="4109"/>
                        <a:pt x="1568" y="4109"/>
                      </a:cubicBezTo>
                      <a:cubicBezTo>
                        <a:pt x="1780" y="4109"/>
                        <a:pt x="1990" y="4075"/>
                        <a:pt x="2160" y="3980"/>
                      </a:cubicBezTo>
                      <a:cubicBezTo>
                        <a:pt x="2696" y="3677"/>
                        <a:pt x="2417" y="2908"/>
                        <a:pt x="2772" y="2908"/>
                      </a:cubicBezTo>
                      <a:cubicBezTo>
                        <a:pt x="2793" y="2908"/>
                        <a:pt x="2816" y="2910"/>
                        <a:pt x="2841" y="2916"/>
                      </a:cubicBezTo>
                      <a:cubicBezTo>
                        <a:pt x="2988" y="2948"/>
                        <a:pt x="3110" y="2962"/>
                        <a:pt x="3210" y="2962"/>
                      </a:cubicBezTo>
                      <a:cubicBezTo>
                        <a:pt x="4150" y="2962"/>
                        <a:pt x="3202" y="1702"/>
                        <a:pt x="3586" y="1702"/>
                      </a:cubicBezTo>
                      <a:cubicBezTo>
                        <a:pt x="3609" y="1702"/>
                        <a:pt x="3637" y="1707"/>
                        <a:pt x="3671" y="1716"/>
                      </a:cubicBezTo>
                      <a:cubicBezTo>
                        <a:pt x="4321" y="1904"/>
                        <a:pt x="5086" y="2450"/>
                        <a:pt x="5718" y="2467"/>
                      </a:cubicBezTo>
                      <a:cubicBezTo>
                        <a:pt x="5718" y="2467"/>
                        <a:pt x="5214" y="2015"/>
                        <a:pt x="5284" y="1613"/>
                      </a:cubicBezTo>
                      <a:lnTo>
                        <a:pt x="5284" y="1613"/>
                      </a:lnTo>
                      <a:cubicBezTo>
                        <a:pt x="5284" y="1614"/>
                        <a:pt x="6522" y="2882"/>
                        <a:pt x="7268" y="2882"/>
                      </a:cubicBezTo>
                      <a:cubicBezTo>
                        <a:pt x="7272" y="2882"/>
                        <a:pt x="7276" y="2882"/>
                        <a:pt x="7280" y="2882"/>
                      </a:cubicBezTo>
                      <a:cubicBezTo>
                        <a:pt x="7280" y="2882"/>
                        <a:pt x="7283" y="1285"/>
                        <a:pt x="5888" y="551"/>
                      </a:cubicBezTo>
                      <a:cubicBezTo>
                        <a:pt x="5185" y="181"/>
                        <a:pt x="4126" y="0"/>
                        <a:pt x="314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54"/>
                <p:cNvSpPr/>
                <p:nvPr/>
              </p:nvSpPr>
              <p:spPr>
                <a:xfrm>
                  <a:off x="3992700" y="3261800"/>
                  <a:ext cx="24450" cy="12625"/>
                </a:xfrm>
                <a:custGeom>
                  <a:rect b="b" l="l" r="r" t="t"/>
                  <a:pathLst>
                    <a:path extrusionOk="0" h="505" w="978">
                      <a:moveTo>
                        <a:pt x="449" y="0"/>
                      </a:moveTo>
                      <a:cubicBezTo>
                        <a:pt x="208" y="0"/>
                        <a:pt x="15" y="96"/>
                        <a:pt x="8" y="225"/>
                      </a:cubicBezTo>
                      <a:cubicBezTo>
                        <a:pt x="0" y="363"/>
                        <a:pt x="210" y="487"/>
                        <a:pt x="475" y="503"/>
                      </a:cubicBezTo>
                      <a:cubicBezTo>
                        <a:pt x="493" y="504"/>
                        <a:pt x="510" y="504"/>
                        <a:pt x="528" y="504"/>
                      </a:cubicBezTo>
                      <a:cubicBezTo>
                        <a:pt x="769" y="504"/>
                        <a:pt x="963" y="408"/>
                        <a:pt x="970" y="279"/>
                      </a:cubicBezTo>
                      <a:cubicBezTo>
                        <a:pt x="978" y="141"/>
                        <a:pt x="768" y="16"/>
                        <a:pt x="503" y="2"/>
                      </a:cubicBezTo>
                      <a:cubicBezTo>
                        <a:pt x="485" y="1"/>
                        <a:pt x="467" y="0"/>
                        <a:pt x="449" y="0"/>
                      </a:cubicBezTo>
                      <a:close/>
                    </a:path>
                  </a:pathLst>
                </a:custGeom>
                <a:solidFill>
                  <a:srgbClr val="D8524A">
                    <a:alpha val="5062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54"/>
                <p:cNvSpPr/>
                <p:nvPr/>
              </p:nvSpPr>
              <p:spPr>
                <a:xfrm>
                  <a:off x="4061250" y="3269225"/>
                  <a:ext cx="20175" cy="12625"/>
                </a:xfrm>
                <a:custGeom>
                  <a:rect b="b" l="l" r="r" t="t"/>
                  <a:pathLst>
                    <a:path extrusionOk="0" h="505" w="807">
                      <a:moveTo>
                        <a:pt x="453" y="0"/>
                      </a:moveTo>
                      <a:cubicBezTo>
                        <a:pt x="211" y="0"/>
                        <a:pt x="15" y="96"/>
                        <a:pt x="8" y="225"/>
                      </a:cubicBezTo>
                      <a:cubicBezTo>
                        <a:pt x="0" y="363"/>
                        <a:pt x="210" y="488"/>
                        <a:pt x="475" y="502"/>
                      </a:cubicBezTo>
                      <a:cubicBezTo>
                        <a:pt x="493" y="504"/>
                        <a:pt x="512" y="504"/>
                        <a:pt x="530" y="504"/>
                      </a:cubicBezTo>
                      <a:cubicBezTo>
                        <a:pt x="633" y="504"/>
                        <a:pt x="728" y="486"/>
                        <a:pt x="802" y="455"/>
                      </a:cubicBezTo>
                      <a:cubicBezTo>
                        <a:pt x="805" y="338"/>
                        <a:pt x="807" y="217"/>
                        <a:pt x="807" y="92"/>
                      </a:cubicBezTo>
                      <a:cubicBezTo>
                        <a:pt x="807" y="86"/>
                        <a:pt x="807" y="81"/>
                        <a:pt x="807" y="76"/>
                      </a:cubicBezTo>
                      <a:cubicBezTo>
                        <a:pt x="726" y="37"/>
                        <a:pt x="619" y="8"/>
                        <a:pt x="503" y="2"/>
                      </a:cubicBezTo>
                      <a:cubicBezTo>
                        <a:pt x="486" y="1"/>
                        <a:pt x="469" y="0"/>
                        <a:pt x="453" y="0"/>
                      </a:cubicBezTo>
                      <a:close/>
                    </a:path>
                  </a:pathLst>
                </a:custGeom>
                <a:solidFill>
                  <a:srgbClr val="D8524A">
                    <a:alpha val="5062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54"/>
                <p:cNvSpPr/>
                <p:nvPr/>
              </p:nvSpPr>
              <p:spPr>
                <a:xfrm>
                  <a:off x="3929275" y="3227425"/>
                  <a:ext cx="52400" cy="63775"/>
                </a:xfrm>
                <a:custGeom>
                  <a:rect b="b" l="l" r="r" t="t"/>
                  <a:pathLst>
                    <a:path extrusionOk="0" h="2551" w="2096">
                      <a:moveTo>
                        <a:pt x="808" y="1"/>
                      </a:moveTo>
                      <a:cubicBezTo>
                        <a:pt x="796" y="1"/>
                        <a:pt x="784" y="1"/>
                        <a:pt x="771" y="2"/>
                      </a:cubicBezTo>
                      <a:cubicBezTo>
                        <a:pt x="112" y="55"/>
                        <a:pt x="0" y="632"/>
                        <a:pt x="30" y="1228"/>
                      </a:cubicBezTo>
                      <a:cubicBezTo>
                        <a:pt x="58" y="1797"/>
                        <a:pt x="372" y="2551"/>
                        <a:pt x="1118" y="2551"/>
                      </a:cubicBezTo>
                      <a:cubicBezTo>
                        <a:pt x="1153" y="2551"/>
                        <a:pt x="1189" y="2549"/>
                        <a:pt x="1226" y="2546"/>
                      </a:cubicBezTo>
                      <a:cubicBezTo>
                        <a:pt x="1638" y="2506"/>
                        <a:pt x="1855" y="2259"/>
                        <a:pt x="1963" y="1990"/>
                      </a:cubicBezTo>
                      <a:cubicBezTo>
                        <a:pt x="2096" y="1662"/>
                        <a:pt x="2055" y="1289"/>
                        <a:pt x="1879" y="982"/>
                      </a:cubicBezTo>
                      <a:cubicBezTo>
                        <a:pt x="1656" y="595"/>
                        <a:pt x="1243" y="1"/>
                        <a:pt x="8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54"/>
                <p:cNvSpPr/>
                <p:nvPr/>
              </p:nvSpPr>
              <p:spPr>
                <a:xfrm>
                  <a:off x="3939650" y="3240050"/>
                  <a:ext cx="22725" cy="35950"/>
                </a:xfrm>
                <a:custGeom>
                  <a:rect b="b" l="l" r="r" t="t"/>
                  <a:pathLst>
                    <a:path extrusionOk="0" h="1438" w="909">
                      <a:moveTo>
                        <a:pt x="197" y="1"/>
                      </a:moveTo>
                      <a:cubicBezTo>
                        <a:pt x="161" y="1"/>
                        <a:pt x="124" y="5"/>
                        <a:pt x="86" y="14"/>
                      </a:cubicBezTo>
                      <a:cubicBezTo>
                        <a:pt x="1" y="35"/>
                        <a:pt x="38" y="156"/>
                        <a:pt x="116" y="156"/>
                      </a:cubicBezTo>
                      <a:cubicBezTo>
                        <a:pt x="122" y="156"/>
                        <a:pt x="129" y="155"/>
                        <a:pt x="135" y="153"/>
                      </a:cubicBezTo>
                      <a:cubicBezTo>
                        <a:pt x="160" y="147"/>
                        <a:pt x="184" y="145"/>
                        <a:pt x="208" y="145"/>
                      </a:cubicBezTo>
                      <a:cubicBezTo>
                        <a:pt x="444" y="145"/>
                        <a:pt x="621" y="427"/>
                        <a:pt x="679" y="621"/>
                      </a:cubicBezTo>
                      <a:cubicBezTo>
                        <a:pt x="750" y="861"/>
                        <a:pt x="714" y="1113"/>
                        <a:pt x="662" y="1352"/>
                      </a:cubicBezTo>
                      <a:cubicBezTo>
                        <a:pt x="650" y="1405"/>
                        <a:pt x="693" y="1438"/>
                        <a:pt x="736" y="1438"/>
                      </a:cubicBezTo>
                      <a:cubicBezTo>
                        <a:pt x="767" y="1438"/>
                        <a:pt x="798" y="1420"/>
                        <a:pt x="807" y="1381"/>
                      </a:cubicBezTo>
                      <a:cubicBezTo>
                        <a:pt x="881" y="1034"/>
                        <a:pt x="909" y="656"/>
                        <a:pt x="715" y="341"/>
                      </a:cubicBezTo>
                      <a:cubicBezTo>
                        <a:pt x="600" y="153"/>
                        <a:pt x="414" y="1"/>
                        <a:pt x="1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54"/>
                <p:cNvSpPr/>
                <p:nvPr/>
              </p:nvSpPr>
              <p:spPr>
                <a:xfrm>
                  <a:off x="4048800" y="3231875"/>
                  <a:ext cx="48150" cy="54175"/>
                </a:xfrm>
                <a:custGeom>
                  <a:rect b="b" l="l" r="r" t="t"/>
                  <a:pathLst>
                    <a:path extrusionOk="0" h="2167" w="1926">
                      <a:moveTo>
                        <a:pt x="945" y="163"/>
                      </a:moveTo>
                      <a:cubicBezTo>
                        <a:pt x="1134" y="163"/>
                        <a:pt x="1317" y="243"/>
                        <a:pt x="1463" y="391"/>
                      </a:cubicBezTo>
                      <a:cubicBezTo>
                        <a:pt x="1626" y="554"/>
                        <a:pt x="1725" y="780"/>
                        <a:pt x="1743" y="1028"/>
                      </a:cubicBezTo>
                      <a:cubicBezTo>
                        <a:pt x="1760" y="1276"/>
                        <a:pt x="1695" y="1513"/>
                        <a:pt x="1557" y="1698"/>
                      </a:cubicBezTo>
                      <a:cubicBezTo>
                        <a:pt x="1422" y="1879"/>
                        <a:pt x="1236" y="1988"/>
                        <a:pt x="1029" y="2002"/>
                      </a:cubicBezTo>
                      <a:cubicBezTo>
                        <a:pt x="1013" y="2003"/>
                        <a:pt x="997" y="2004"/>
                        <a:pt x="981" y="2004"/>
                      </a:cubicBezTo>
                      <a:cubicBezTo>
                        <a:pt x="571" y="2004"/>
                        <a:pt x="219" y="1627"/>
                        <a:pt x="184" y="1139"/>
                      </a:cubicBezTo>
                      <a:cubicBezTo>
                        <a:pt x="166" y="891"/>
                        <a:pt x="232" y="653"/>
                        <a:pt x="370" y="468"/>
                      </a:cubicBezTo>
                      <a:cubicBezTo>
                        <a:pt x="505" y="288"/>
                        <a:pt x="692" y="180"/>
                        <a:pt x="898" y="165"/>
                      </a:cubicBezTo>
                      <a:cubicBezTo>
                        <a:pt x="914" y="164"/>
                        <a:pt x="929" y="163"/>
                        <a:pt x="945" y="163"/>
                      </a:cubicBezTo>
                      <a:close/>
                      <a:moveTo>
                        <a:pt x="947" y="0"/>
                      </a:moveTo>
                      <a:cubicBezTo>
                        <a:pt x="927" y="0"/>
                        <a:pt x="907" y="1"/>
                        <a:pt x="886" y="3"/>
                      </a:cubicBezTo>
                      <a:cubicBezTo>
                        <a:pt x="632" y="20"/>
                        <a:pt x="403" y="152"/>
                        <a:pt x="239" y="372"/>
                      </a:cubicBezTo>
                      <a:cubicBezTo>
                        <a:pt x="79" y="588"/>
                        <a:pt x="1" y="864"/>
                        <a:pt x="22" y="1151"/>
                      </a:cubicBezTo>
                      <a:cubicBezTo>
                        <a:pt x="63" y="1724"/>
                        <a:pt x="487" y="2166"/>
                        <a:pt x="981" y="2166"/>
                      </a:cubicBezTo>
                      <a:cubicBezTo>
                        <a:pt x="1001" y="2166"/>
                        <a:pt x="1021" y="2166"/>
                        <a:pt x="1041" y="2164"/>
                      </a:cubicBezTo>
                      <a:cubicBezTo>
                        <a:pt x="1064" y="2163"/>
                        <a:pt x="1088" y="2160"/>
                        <a:pt x="1111" y="2156"/>
                      </a:cubicBezTo>
                      <a:cubicBezTo>
                        <a:pt x="1336" y="2121"/>
                        <a:pt x="1539" y="1995"/>
                        <a:pt x="1687" y="1796"/>
                      </a:cubicBezTo>
                      <a:cubicBezTo>
                        <a:pt x="1848" y="1580"/>
                        <a:pt x="1926" y="1303"/>
                        <a:pt x="1905" y="1016"/>
                      </a:cubicBezTo>
                      <a:cubicBezTo>
                        <a:pt x="1884" y="730"/>
                        <a:pt x="1769" y="467"/>
                        <a:pt x="1578" y="275"/>
                      </a:cubicBezTo>
                      <a:cubicBezTo>
                        <a:pt x="1401" y="97"/>
                        <a:pt x="1180" y="0"/>
                        <a:pt x="94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54"/>
                <p:cNvSpPr/>
                <p:nvPr/>
              </p:nvSpPr>
              <p:spPr>
                <a:xfrm>
                  <a:off x="3994500" y="3227550"/>
                  <a:ext cx="48675" cy="54200"/>
                </a:xfrm>
                <a:custGeom>
                  <a:rect b="b" l="l" r="r" t="t"/>
                  <a:pathLst>
                    <a:path extrusionOk="0" h="2168" w="1947">
                      <a:moveTo>
                        <a:pt x="969" y="164"/>
                      </a:moveTo>
                      <a:cubicBezTo>
                        <a:pt x="1157" y="164"/>
                        <a:pt x="1339" y="244"/>
                        <a:pt x="1485" y="392"/>
                      </a:cubicBezTo>
                      <a:cubicBezTo>
                        <a:pt x="1647" y="555"/>
                        <a:pt x="1746" y="780"/>
                        <a:pt x="1763" y="1028"/>
                      </a:cubicBezTo>
                      <a:cubicBezTo>
                        <a:pt x="1782" y="1276"/>
                        <a:pt x="1715" y="1514"/>
                        <a:pt x="1578" y="1698"/>
                      </a:cubicBezTo>
                      <a:cubicBezTo>
                        <a:pt x="1443" y="1880"/>
                        <a:pt x="1256" y="1988"/>
                        <a:pt x="1050" y="2003"/>
                      </a:cubicBezTo>
                      <a:cubicBezTo>
                        <a:pt x="1034" y="2004"/>
                        <a:pt x="1019" y="2005"/>
                        <a:pt x="1003" y="2005"/>
                      </a:cubicBezTo>
                      <a:cubicBezTo>
                        <a:pt x="814" y="2005"/>
                        <a:pt x="632" y="1925"/>
                        <a:pt x="485" y="1777"/>
                      </a:cubicBezTo>
                      <a:cubicBezTo>
                        <a:pt x="323" y="1614"/>
                        <a:pt x="223" y="1387"/>
                        <a:pt x="206" y="1140"/>
                      </a:cubicBezTo>
                      <a:cubicBezTo>
                        <a:pt x="169" y="634"/>
                        <a:pt x="489" y="198"/>
                        <a:pt x="919" y="166"/>
                      </a:cubicBezTo>
                      <a:cubicBezTo>
                        <a:pt x="935" y="165"/>
                        <a:pt x="952" y="164"/>
                        <a:pt x="969" y="164"/>
                      </a:cubicBezTo>
                      <a:close/>
                      <a:moveTo>
                        <a:pt x="966" y="1"/>
                      </a:moveTo>
                      <a:cubicBezTo>
                        <a:pt x="947" y="1"/>
                        <a:pt x="927" y="1"/>
                        <a:pt x="908" y="3"/>
                      </a:cubicBezTo>
                      <a:cubicBezTo>
                        <a:pt x="388" y="40"/>
                        <a:pt x="1" y="555"/>
                        <a:pt x="43" y="1152"/>
                      </a:cubicBezTo>
                      <a:cubicBezTo>
                        <a:pt x="64" y="1438"/>
                        <a:pt x="179" y="1701"/>
                        <a:pt x="369" y="1892"/>
                      </a:cubicBezTo>
                      <a:cubicBezTo>
                        <a:pt x="547" y="2071"/>
                        <a:pt x="770" y="2167"/>
                        <a:pt x="1003" y="2167"/>
                      </a:cubicBezTo>
                      <a:cubicBezTo>
                        <a:pt x="1023" y="2167"/>
                        <a:pt x="1043" y="2166"/>
                        <a:pt x="1062" y="2165"/>
                      </a:cubicBezTo>
                      <a:cubicBezTo>
                        <a:pt x="1085" y="2163"/>
                        <a:pt x="1108" y="2161"/>
                        <a:pt x="1131" y="2157"/>
                      </a:cubicBezTo>
                      <a:cubicBezTo>
                        <a:pt x="1358" y="2122"/>
                        <a:pt x="1561" y="1995"/>
                        <a:pt x="1708" y="1796"/>
                      </a:cubicBezTo>
                      <a:cubicBezTo>
                        <a:pt x="1870" y="1580"/>
                        <a:pt x="1946" y="1303"/>
                        <a:pt x="1926" y="1017"/>
                      </a:cubicBezTo>
                      <a:cubicBezTo>
                        <a:pt x="1906" y="730"/>
                        <a:pt x="1791" y="467"/>
                        <a:pt x="1600" y="277"/>
                      </a:cubicBezTo>
                      <a:cubicBezTo>
                        <a:pt x="1422" y="97"/>
                        <a:pt x="1199" y="1"/>
                        <a:pt x="96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54"/>
                <p:cNvSpPr/>
                <p:nvPr/>
              </p:nvSpPr>
              <p:spPr>
                <a:xfrm>
                  <a:off x="4039375" y="3248750"/>
                  <a:ext cx="13975" cy="5475"/>
                </a:xfrm>
                <a:custGeom>
                  <a:rect b="b" l="l" r="r" t="t"/>
                  <a:pathLst>
                    <a:path extrusionOk="0" h="219" w="559">
                      <a:moveTo>
                        <a:pt x="224" y="1"/>
                      </a:moveTo>
                      <a:cubicBezTo>
                        <a:pt x="171" y="1"/>
                        <a:pt x="117" y="11"/>
                        <a:pt x="65" y="33"/>
                      </a:cubicBezTo>
                      <a:cubicBezTo>
                        <a:pt x="1" y="60"/>
                        <a:pt x="32" y="150"/>
                        <a:pt x="90" y="150"/>
                      </a:cubicBezTo>
                      <a:cubicBezTo>
                        <a:pt x="98" y="150"/>
                        <a:pt x="106" y="149"/>
                        <a:pt x="115" y="145"/>
                      </a:cubicBezTo>
                      <a:cubicBezTo>
                        <a:pt x="151" y="130"/>
                        <a:pt x="189" y="122"/>
                        <a:pt x="227" y="122"/>
                      </a:cubicBezTo>
                      <a:cubicBezTo>
                        <a:pt x="298" y="122"/>
                        <a:pt x="368" y="148"/>
                        <a:pt x="421" y="200"/>
                      </a:cubicBezTo>
                      <a:cubicBezTo>
                        <a:pt x="434" y="213"/>
                        <a:pt x="450" y="219"/>
                        <a:pt x="466" y="219"/>
                      </a:cubicBezTo>
                      <a:cubicBezTo>
                        <a:pt x="514" y="219"/>
                        <a:pt x="558" y="165"/>
                        <a:pt x="515" y="123"/>
                      </a:cubicBezTo>
                      <a:cubicBezTo>
                        <a:pt x="434" y="44"/>
                        <a:pt x="331" y="1"/>
                        <a:pt x="22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54"/>
                <p:cNvSpPr/>
                <p:nvPr/>
              </p:nvSpPr>
              <p:spPr>
                <a:xfrm>
                  <a:off x="3961425" y="3229725"/>
                  <a:ext cx="38175" cy="18350"/>
                </a:xfrm>
                <a:custGeom>
                  <a:rect b="b" l="l" r="r" t="t"/>
                  <a:pathLst>
                    <a:path extrusionOk="0" h="734" w="1527">
                      <a:moveTo>
                        <a:pt x="88" y="1"/>
                      </a:moveTo>
                      <a:cubicBezTo>
                        <a:pt x="13" y="1"/>
                        <a:pt x="1" y="118"/>
                        <a:pt x="78" y="122"/>
                      </a:cubicBezTo>
                      <a:cubicBezTo>
                        <a:pt x="580" y="149"/>
                        <a:pt x="1039" y="354"/>
                        <a:pt x="1389" y="714"/>
                      </a:cubicBezTo>
                      <a:cubicBezTo>
                        <a:pt x="1403" y="728"/>
                        <a:pt x="1419" y="734"/>
                        <a:pt x="1434" y="734"/>
                      </a:cubicBezTo>
                      <a:cubicBezTo>
                        <a:pt x="1482" y="734"/>
                        <a:pt x="1526" y="680"/>
                        <a:pt x="1485" y="638"/>
                      </a:cubicBezTo>
                      <a:cubicBezTo>
                        <a:pt x="1111" y="253"/>
                        <a:pt x="627" y="30"/>
                        <a:pt x="92" y="1"/>
                      </a:cubicBezTo>
                      <a:cubicBezTo>
                        <a:pt x="91" y="1"/>
                        <a:pt x="90" y="1"/>
                        <a:pt x="8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54"/>
                <p:cNvSpPr/>
                <p:nvPr/>
              </p:nvSpPr>
              <p:spPr>
                <a:xfrm>
                  <a:off x="4130850" y="5116925"/>
                  <a:ext cx="86075" cy="192725"/>
                </a:xfrm>
                <a:custGeom>
                  <a:rect b="b" l="l" r="r" t="t"/>
                  <a:pathLst>
                    <a:path extrusionOk="0" h="7709" w="3443">
                      <a:moveTo>
                        <a:pt x="93" y="0"/>
                      </a:moveTo>
                      <a:lnTo>
                        <a:pt x="1" y="7660"/>
                      </a:lnTo>
                      <a:lnTo>
                        <a:pt x="2410" y="7708"/>
                      </a:lnTo>
                      <a:lnTo>
                        <a:pt x="3443" y="336"/>
                      </a:lnTo>
                      <a:lnTo>
                        <a:pt x="93" y="0"/>
                      </a:lnTo>
                      <a:close/>
                    </a:path>
                  </a:pathLst>
                </a:custGeom>
                <a:solidFill>
                  <a:srgbClr val="9B6C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54"/>
                <p:cNvSpPr/>
                <p:nvPr/>
              </p:nvSpPr>
              <p:spPr>
                <a:xfrm>
                  <a:off x="4120500" y="5283450"/>
                  <a:ext cx="270725" cy="114125"/>
                </a:xfrm>
                <a:custGeom>
                  <a:rect b="b" l="l" r="r" t="t"/>
                  <a:pathLst>
                    <a:path extrusionOk="0" h="4565" w="10829">
                      <a:moveTo>
                        <a:pt x="92" y="0"/>
                      </a:moveTo>
                      <a:cubicBezTo>
                        <a:pt x="33" y="0"/>
                        <a:pt x="1" y="54"/>
                        <a:pt x="14" y="193"/>
                      </a:cubicBezTo>
                      <a:cubicBezTo>
                        <a:pt x="78" y="832"/>
                        <a:pt x="485" y="4565"/>
                        <a:pt x="485" y="4565"/>
                      </a:cubicBezTo>
                      <a:lnTo>
                        <a:pt x="10828" y="4565"/>
                      </a:lnTo>
                      <a:cubicBezTo>
                        <a:pt x="10509" y="2911"/>
                        <a:pt x="9761" y="2432"/>
                        <a:pt x="8909" y="2378"/>
                      </a:cubicBezTo>
                      <a:cubicBezTo>
                        <a:pt x="8056" y="2325"/>
                        <a:pt x="4623" y="1540"/>
                        <a:pt x="4623" y="1540"/>
                      </a:cubicBezTo>
                      <a:cubicBezTo>
                        <a:pt x="4623" y="1540"/>
                        <a:pt x="3861" y="262"/>
                        <a:pt x="3279" y="68"/>
                      </a:cubicBezTo>
                      <a:cubicBezTo>
                        <a:pt x="3232" y="52"/>
                        <a:pt x="3188" y="45"/>
                        <a:pt x="3144" y="45"/>
                      </a:cubicBezTo>
                      <a:cubicBezTo>
                        <a:pt x="2644" y="45"/>
                        <a:pt x="2359" y="999"/>
                        <a:pt x="2359" y="999"/>
                      </a:cubicBezTo>
                      <a:lnTo>
                        <a:pt x="876" y="715"/>
                      </a:lnTo>
                      <a:cubicBezTo>
                        <a:pt x="876" y="715"/>
                        <a:pt x="308" y="0"/>
                        <a:pt x="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54"/>
                <p:cNvSpPr/>
                <p:nvPr/>
              </p:nvSpPr>
              <p:spPr>
                <a:xfrm>
                  <a:off x="4126950" y="5340700"/>
                  <a:ext cx="132100" cy="38200"/>
                </a:xfrm>
                <a:custGeom>
                  <a:rect b="b" l="l" r="r" t="t"/>
                  <a:pathLst>
                    <a:path extrusionOk="0" h="1528" w="5284">
                      <a:moveTo>
                        <a:pt x="142" y="1"/>
                      </a:moveTo>
                      <a:cubicBezTo>
                        <a:pt x="38" y="1"/>
                        <a:pt x="0" y="167"/>
                        <a:pt x="114" y="193"/>
                      </a:cubicBezTo>
                      <a:cubicBezTo>
                        <a:pt x="900" y="377"/>
                        <a:pt x="1703" y="475"/>
                        <a:pt x="2511" y="475"/>
                      </a:cubicBezTo>
                      <a:cubicBezTo>
                        <a:pt x="2617" y="475"/>
                        <a:pt x="2723" y="474"/>
                        <a:pt x="2830" y="470"/>
                      </a:cubicBezTo>
                      <a:cubicBezTo>
                        <a:pt x="3102" y="461"/>
                        <a:pt x="3380" y="430"/>
                        <a:pt x="3656" y="430"/>
                      </a:cubicBezTo>
                      <a:cubicBezTo>
                        <a:pt x="3832" y="430"/>
                        <a:pt x="4007" y="443"/>
                        <a:pt x="4180" y="481"/>
                      </a:cubicBezTo>
                      <a:cubicBezTo>
                        <a:pt x="4634" y="583"/>
                        <a:pt x="5060" y="930"/>
                        <a:pt x="5023" y="1433"/>
                      </a:cubicBezTo>
                      <a:cubicBezTo>
                        <a:pt x="5018" y="1496"/>
                        <a:pt x="5065" y="1527"/>
                        <a:pt x="5114" y="1527"/>
                      </a:cubicBezTo>
                      <a:cubicBezTo>
                        <a:pt x="5163" y="1527"/>
                        <a:pt x="5215" y="1496"/>
                        <a:pt x="5219" y="1433"/>
                      </a:cubicBezTo>
                      <a:cubicBezTo>
                        <a:pt x="5283" y="572"/>
                        <a:pt x="4363" y="237"/>
                        <a:pt x="3655" y="237"/>
                      </a:cubicBezTo>
                      <a:cubicBezTo>
                        <a:pt x="3652" y="237"/>
                        <a:pt x="3648" y="237"/>
                        <a:pt x="3645" y="237"/>
                      </a:cubicBezTo>
                      <a:cubicBezTo>
                        <a:pt x="3204" y="239"/>
                        <a:pt x="2767" y="275"/>
                        <a:pt x="2327" y="275"/>
                      </a:cubicBezTo>
                      <a:cubicBezTo>
                        <a:pt x="2221" y="275"/>
                        <a:pt x="2116" y="273"/>
                        <a:pt x="2010" y="268"/>
                      </a:cubicBezTo>
                      <a:cubicBezTo>
                        <a:pt x="1388" y="237"/>
                        <a:pt x="773" y="146"/>
                        <a:pt x="167" y="4"/>
                      </a:cubicBezTo>
                      <a:cubicBezTo>
                        <a:pt x="158" y="2"/>
                        <a:pt x="150" y="1"/>
                        <a:pt x="14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54"/>
                <p:cNvSpPr/>
                <p:nvPr/>
              </p:nvSpPr>
              <p:spPr>
                <a:xfrm>
                  <a:off x="4306625" y="5342450"/>
                  <a:ext cx="38225" cy="40600"/>
                </a:xfrm>
                <a:custGeom>
                  <a:rect b="b" l="l" r="r" t="t"/>
                  <a:pathLst>
                    <a:path extrusionOk="0" h="1624" w="1529">
                      <a:moveTo>
                        <a:pt x="1416" y="1"/>
                      </a:moveTo>
                      <a:cubicBezTo>
                        <a:pt x="1411" y="1"/>
                        <a:pt x="1407" y="1"/>
                        <a:pt x="1403" y="2"/>
                      </a:cubicBezTo>
                      <a:cubicBezTo>
                        <a:pt x="622" y="85"/>
                        <a:pt x="44" y="755"/>
                        <a:pt x="4" y="1529"/>
                      </a:cubicBezTo>
                      <a:cubicBezTo>
                        <a:pt x="1" y="1592"/>
                        <a:pt x="48" y="1623"/>
                        <a:pt x="97" y="1623"/>
                      </a:cubicBezTo>
                      <a:cubicBezTo>
                        <a:pt x="146" y="1623"/>
                        <a:pt x="197" y="1592"/>
                        <a:pt x="200" y="1529"/>
                      </a:cubicBezTo>
                      <a:cubicBezTo>
                        <a:pt x="235" y="870"/>
                        <a:pt x="732" y="269"/>
                        <a:pt x="1403" y="198"/>
                      </a:cubicBezTo>
                      <a:cubicBezTo>
                        <a:pt x="1523" y="185"/>
                        <a:pt x="1529" y="1"/>
                        <a:pt x="14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54"/>
                <p:cNvSpPr/>
                <p:nvPr/>
              </p:nvSpPr>
              <p:spPr>
                <a:xfrm>
                  <a:off x="4130025" y="5378200"/>
                  <a:ext cx="256675" cy="7550"/>
                </a:xfrm>
                <a:custGeom>
                  <a:rect b="b" l="l" r="r" t="t"/>
                  <a:pathLst>
                    <a:path extrusionOk="0" h="302" w="10267">
                      <a:moveTo>
                        <a:pt x="125" y="0"/>
                      </a:moveTo>
                      <a:cubicBezTo>
                        <a:pt x="0" y="0"/>
                        <a:pt x="0" y="195"/>
                        <a:pt x="126" y="196"/>
                      </a:cubicBezTo>
                      <a:cubicBezTo>
                        <a:pt x="2833" y="225"/>
                        <a:pt x="5540" y="253"/>
                        <a:pt x="8246" y="282"/>
                      </a:cubicBezTo>
                      <a:cubicBezTo>
                        <a:pt x="8878" y="288"/>
                        <a:pt x="9509" y="295"/>
                        <a:pt x="10141" y="301"/>
                      </a:cubicBezTo>
                      <a:cubicBezTo>
                        <a:pt x="10141" y="301"/>
                        <a:pt x="10141" y="301"/>
                        <a:pt x="10142" y="301"/>
                      </a:cubicBezTo>
                      <a:cubicBezTo>
                        <a:pt x="10267" y="301"/>
                        <a:pt x="10266" y="106"/>
                        <a:pt x="10141" y="104"/>
                      </a:cubicBezTo>
                      <a:cubicBezTo>
                        <a:pt x="7434" y="77"/>
                        <a:pt x="4728" y="48"/>
                        <a:pt x="2021" y="20"/>
                      </a:cubicBezTo>
                      <a:cubicBezTo>
                        <a:pt x="1390" y="13"/>
                        <a:pt x="758" y="7"/>
                        <a:pt x="126" y="0"/>
                      </a:cubicBezTo>
                      <a:cubicBezTo>
                        <a:pt x="126" y="0"/>
                        <a:pt x="125" y="0"/>
                        <a:pt x="1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54"/>
                <p:cNvSpPr/>
                <p:nvPr/>
              </p:nvSpPr>
              <p:spPr>
                <a:xfrm>
                  <a:off x="3897200" y="3958050"/>
                  <a:ext cx="373150" cy="1197025"/>
                </a:xfrm>
                <a:custGeom>
                  <a:rect b="b" l="l" r="r" t="t"/>
                  <a:pathLst>
                    <a:path extrusionOk="0" h="47881" w="14926">
                      <a:moveTo>
                        <a:pt x="10530" y="1"/>
                      </a:moveTo>
                      <a:lnTo>
                        <a:pt x="1" y="3400"/>
                      </a:lnTo>
                      <a:cubicBezTo>
                        <a:pt x="1" y="3400"/>
                        <a:pt x="6051" y="21618"/>
                        <a:pt x="6954" y="24867"/>
                      </a:cubicBezTo>
                      <a:cubicBezTo>
                        <a:pt x="7739" y="27684"/>
                        <a:pt x="9190" y="47880"/>
                        <a:pt x="9190" y="47880"/>
                      </a:cubicBezTo>
                      <a:lnTo>
                        <a:pt x="13032" y="47880"/>
                      </a:lnTo>
                      <a:cubicBezTo>
                        <a:pt x="13032" y="47880"/>
                        <a:pt x="13719" y="46086"/>
                        <a:pt x="14925" y="25077"/>
                      </a:cubicBezTo>
                      <a:cubicBezTo>
                        <a:pt x="13084" y="9279"/>
                        <a:pt x="10530" y="1"/>
                        <a:pt x="1053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54"/>
                <p:cNvSpPr/>
                <p:nvPr/>
              </p:nvSpPr>
              <p:spPr>
                <a:xfrm>
                  <a:off x="3986275" y="4059750"/>
                  <a:ext cx="208625" cy="47825"/>
                </a:xfrm>
                <a:custGeom>
                  <a:rect b="b" l="l" r="r" t="t"/>
                  <a:pathLst>
                    <a:path extrusionOk="0" h="1913" w="8345">
                      <a:moveTo>
                        <a:pt x="1960" y="0"/>
                      </a:moveTo>
                      <a:cubicBezTo>
                        <a:pt x="1289" y="0"/>
                        <a:pt x="626" y="156"/>
                        <a:pt x="66" y="549"/>
                      </a:cubicBezTo>
                      <a:cubicBezTo>
                        <a:pt x="0" y="595"/>
                        <a:pt x="40" y="693"/>
                        <a:pt x="102" y="693"/>
                      </a:cubicBezTo>
                      <a:cubicBezTo>
                        <a:pt x="114" y="693"/>
                        <a:pt x="128" y="689"/>
                        <a:pt x="141" y="679"/>
                      </a:cubicBezTo>
                      <a:cubicBezTo>
                        <a:pt x="699" y="288"/>
                        <a:pt x="1295" y="138"/>
                        <a:pt x="1904" y="138"/>
                      </a:cubicBezTo>
                      <a:cubicBezTo>
                        <a:pt x="3221" y="138"/>
                        <a:pt x="4597" y="841"/>
                        <a:pt x="5769" y="1321"/>
                      </a:cubicBezTo>
                      <a:cubicBezTo>
                        <a:pt x="6555" y="1643"/>
                        <a:pt x="7399" y="1913"/>
                        <a:pt x="8255" y="1913"/>
                      </a:cubicBezTo>
                      <a:cubicBezTo>
                        <a:pt x="8284" y="1913"/>
                        <a:pt x="8314" y="1913"/>
                        <a:pt x="8344" y="1912"/>
                      </a:cubicBezTo>
                      <a:cubicBezTo>
                        <a:pt x="8333" y="1860"/>
                        <a:pt x="8323" y="1810"/>
                        <a:pt x="8312" y="1761"/>
                      </a:cubicBezTo>
                      <a:lnTo>
                        <a:pt x="8242" y="1761"/>
                      </a:lnTo>
                      <a:cubicBezTo>
                        <a:pt x="6231" y="1750"/>
                        <a:pt x="4594" y="339"/>
                        <a:pt x="2645" y="52"/>
                      </a:cubicBezTo>
                      <a:cubicBezTo>
                        <a:pt x="2419" y="19"/>
                        <a:pt x="2189" y="0"/>
                        <a:pt x="196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54"/>
                <p:cNvSpPr/>
                <p:nvPr/>
              </p:nvSpPr>
              <p:spPr>
                <a:xfrm>
                  <a:off x="4087225" y="4156025"/>
                  <a:ext cx="160925" cy="258775"/>
                </a:xfrm>
                <a:custGeom>
                  <a:rect b="b" l="l" r="r" t="t"/>
                  <a:pathLst>
                    <a:path extrusionOk="0" h="10351" w="6437">
                      <a:moveTo>
                        <a:pt x="3287" y="0"/>
                      </a:moveTo>
                      <a:cubicBezTo>
                        <a:pt x="2826" y="0"/>
                        <a:pt x="2367" y="78"/>
                        <a:pt x="1928" y="257"/>
                      </a:cubicBezTo>
                      <a:cubicBezTo>
                        <a:pt x="858" y="694"/>
                        <a:pt x="1" y="1701"/>
                        <a:pt x="33" y="2898"/>
                      </a:cubicBezTo>
                      <a:cubicBezTo>
                        <a:pt x="52" y="3617"/>
                        <a:pt x="354" y="4298"/>
                        <a:pt x="707" y="4912"/>
                      </a:cubicBezTo>
                      <a:cubicBezTo>
                        <a:pt x="1043" y="5492"/>
                        <a:pt x="1428" y="6045"/>
                        <a:pt x="1845" y="6568"/>
                      </a:cubicBezTo>
                      <a:cubicBezTo>
                        <a:pt x="2674" y="7608"/>
                        <a:pt x="3649" y="8528"/>
                        <a:pt x="4729" y="9301"/>
                      </a:cubicBezTo>
                      <a:cubicBezTo>
                        <a:pt x="5273" y="9691"/>
                        <a:pt x="5844" y="10042"/>
                        <a:pt x="6437" y="10351"/>
                      </a:cubicBezTo>
                      <a:cubicBezTo>
                        <a:pt x="6428" y="10288"/>
                        <a:pt x="6418" y="10226"/>
                        <a:pt x="6409" y="10165"/>
                      </a:cubicBezTo>
                      <a:cubicBezTo>
                        <a:pt x="4982" y="9404"/>
                        <a:pt x="3686" y="8402"/>
                        <a:pt x="2591" y="7208"/>
                      </a:cubicBezTo>
                      <a:cubicBezTo>
                        <a:pt x="1737" y="6278"/>
                        <a:pt x="890" y="5186"/>
                        <a:pt x="428" y="4000"/>
                      </a:cubicBezTo>
                      <a:cubicBezTo>
                        <a:pt x="172" y="3345"/>
                        <a:pt x="81" y="2629"/>
                        <a:pt x="350" y="1964"/>
                      </a:cubicBezTo>
                      <a:cubicBezTo>
                        <a:pt x="575" y="1410"/>
                        <a:pt x="1003" y="951"/>
                        <a:pt x="1508" y="640"/>
                      </a:cubicBezTo>
                      <a:cubicBezTo>
                        <a:pt x="2062" y="299"/>
                        <a:pt x="2670" y="157"/>
                        <a:pt x="3286" y="157"/>
                      </a:cubicBezTo>
                      <a:cubicBezTo>
                        <a:pt x="3785" y="157"/>
                        <a:pt x="4289" y="250"/>
                        <a:pt x="4773" y="405"/>
                      </a:cubicBezTo>
                      <a:cubicBezTo>
                        <a:pt x="4762" y="348"/>
                        <a:pt x="4751" y="291"/>
                        <a:pt x="4740" y="234"/>
                      </a:cubicBezTo>
                      <a:cubicBezTo>
                        <a:pt x="4267" y="88"/>
                        <a:pt x="3776" y="0"/>
                        <a:pt x="32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54"/>
                <p:cNvSpPr/>
                <p:nvPr/>
              </p:nvSpPr>
              <p:spPr>
                <a:xfrm>
                  <a:off x="4000450" y="4290625"/>
                  <a:ext cx="130850" cy="329525"/>
                </a:xfrm>
                <a:custGeom>
                  <a:rect b="b" l="l" r="r" t="t"/>
                  <a:pathLst>
                    <a:path extrusionOk="0" h="13181" w="5234">
                      <a:moveTo>
                        <a:pt x="118" y="0"/>
                      </a:moveTo>
                      <a:cubicBezTo>
                        <a:pt x="48" y="0"/>
                        <a:pt x="0" y="102"/>
                        <a:pt x="76" y="140"/>
                      </a:cubicBezTo>
                      <a:cubicBezTo>
                        <a:pt x="2078" y="1132"/>
                        <a:pt x="3640" y="2924"/>
                        <a:pt x="4383" y="5029"/>
                      </a:cubicBezTo>
                      <a:cubicBezTo>
                        <a:pt x="5152" y="7205"/>
                        <a:pt x="4950" y="9614"/>
                        <a:pt x="3908" y="11666"/>
                      </a:cubicBezTo>
                      <a:cubicBezTo>
                        <a:pt x="3675" y="12126"/>
                        <a:pt x="3401" y="12565"/>
                        <a:pt x="3091" y="12977"/>
                      </a:cubicBezTo>
                      <a:cubicBezTo>
                        <a:pt x="3101" y="13043"/>
                        <a:pt x="3110" y="13111"/>
                        <a:pt x="3120" y="13181"/>
                      </a:cubicBezTo>
                      <a:cubicBezTo>
                        <a:pt x="4094" y="11933"/>
                        <a:pt x="4732" y="10426"/>
                        <a:pt x="4937" y="8847"/>
                      </a:cubicBezTo>
                      <a:cubicBezTo>
                        <a:pt x="5233" y="6566"/>
                        <a:pt x="4547" y="4258"/>
                        <a:pt x="3137" y="2453"/>
                      </a:cubicBezTo>
                      <a:cubicBezTo>
                        <a:pt x="2336" y="1429"/>
                        <a:pt x="1317" y="586"/>
                        <a:pt x="153" y="9"/>
                      </a:cubicBezTo>
                      <a:cubicBezTo>
                        <a:pt x="141" y="3"/>
                        <a:pt x="129"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54"/>
                <p:cNvSpPr/>
                <p:nvPr/>
              </p:nvSpPr>
              <p:spPr>
                <a:xfrm>
                  <a:off x="4215850" y="4478175"/>
                  <a:ext cx="50675" cy="179625"/>
                </a:xfrm>
                <a:custGeom>
                  <a:rect b="b" l="l" r="r" t="t"/>
                  <a:pathLst>
                    <a:path extrusionOk="0" h="7185" w="2027">
                      <a:moveTo>
                        <a:pt x="1644" y="1"/>
                      </a:moveTo>
                      <a:cubicBezTo>
                        <a:pt x="767" y="476"/>
                        <a:pt x="281" y="1590"/>
                        <a:pt x="311" y="2583"/>
                      </a:cubicBezTo>
                      <a:cubicBezTo>
                        <a:pt x="338" y="3446"/>
                        <a:pt x="647" y="4269"/>
                        <a:pt x="997" y="5048"/>
                      </a:cubicBezTo>
                      <a:cubicBezTo>
                        <a:pt x="1321" y="5765"/>
                        <a:pt x="1666" y="6474"/>
                        <a:pt x="2007" y="7185"/>
                      </a:cubicBezTo>
                      <a:cubicBezTo>
                        <a:pt x="2014" y="7081"/>
                        <a:pt x="2020" y="6976"/>
                        <a:pt x="2027" y="6871"/>
                      </a:cubicBezTo>
                      <a:cubicBezTo>
                        <a:pt x="1867" y="6534"/>
                        <a:pt x="1706" y="6198"/>
                        <a:pt x="1546" y="5862"/>
                      </a:cubicBezTo>
                      <a:cubicBezTo>
                        <a:pt x="880" y="4464"/>
                        <a:pt x="0" y="2766"/>
                        <a:pt x="737" y="1222"/>
                      </a:cubicBezTo>
                      <a:cubicBezTo>
                        <a:pt x="943" y="790"/>
                        <a:pt x="1262" y="405"/>
                        <a:pt x="1666" y="167"/>
                      </a:cubicBezTo>
                      <a:cubicBezTo>
                        <a:pt x="1660" y="111"/>
                        <a:pt x="1652" y="57"/>
                        <a:pt x="16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54"/>
                <p:cNvSpPr/>
                <p:nvPr/>
              </p:nvSpPr>
              <p:spPr>
                <a:xfrm>
                  <a:off x="4085575" y="4644875"/>
                  <a:ext cx="154250" cy="234100"/>
                </a:xfrm>
                <a:custGeom>
                  <a:rect b="b" l="l" r="r" t="t"/>
                  <a:pathLst>
                    <a:path extrusionOk="0" h="9364" w="6170">
                      <a:moveTo>
                        <a:pt x="3860" y="1"/>
                      </a:moveTo>
                      <a:cubicBezTo>
                        <a:pt x="3216" y="1"/>
                        <a:pt x="2534" y="193"/>
                        <a:pt x="1998" y="368"/>
                      </a:cubicBezTo>
                      <a:cubicBezTo>
                        <a:pt x="1300" y="597"/>
                        <a:pt x="630" y="904"/>
                        <a:pt x="0" y="1279"/>
                      </a:cubicBezTo>
                      <a:cubicBezTo>
                        <a:pt x="7" y="1333"/>
                        <a:pt x="12" y="1388"/>
                        <a:pt x="19" y="1444"/>
                      </a:cubicBezTo>
                      <a:cubicBezTo>
                        <a:pt x="477" y="1165"/>
                        <a:pt x="958" y="924"/>
                        <a:pt x="1456" y="726"/>
                      </a:cubicBezTo>
                      <a:cubicBezTo>
                        <a:pt x="2023" y="498"/>
                        <a:pt x="2620" y="308"/>
                        <a:pt x="3225" y="212"/>
                      </a:cubicBezTo>
                      <a:cubicBezTo>
                        <a:pt x="3425" y="181"/>
                        <a:pt x="3636" y="160"/>
                        <a:pt x="3847" y="160"/>
                      </a:cubicBezTo>
                      <a:cubicBezTo>
                        <a:pt x="4234" y="160"/>
                        <a:pt x="4622" y="231"/>
                        <a:pt x="4945" y="440"/>
                      </a:cubicBezTo>
                      <a:cubicBezTo>
                        <a:pt x="6138" y="1214"/>
                        <a:pt x="5413" y="2946"/>
                        <a:pt x="4963" y="3940"/>
                      </a:cubicBezTo>
                      <a:cubicBezTo>
                        <a:pt x="4452" y="5071"/>
                        <a:pt x="3783" y="6131"/>
                        <a:pt x="2985" y="7081"/>
                      </a:cubicBezTo>
                      <a:cubicBezTo>
                        <a:pt x="2326" y="7865"/>
                        <a:pt x="1581" y="8573"/>
                        <a:pt x="766" y="9189"/>
                      </a:cubicBezTo>
                      <a:cubicBezTo>
                        <a:pt x="770" y="9248"/>
                        <a:pt x="776" y="9306"/>
                        <a:pt x="780" y="9364"/>
                      </a:cubicBezTo>
                      <a:cubicBezTo>
                        <a:pt x="2647" y="7973"/>
                        <a:pt x="4154" y="6108"/>
                        <a:pt x="5109" y="3981"/>
                      </a:cubicBezTo>
                      <a:cubicBezTo>
                        <a:pt x="5549" y="3003"/>
                        <a:pt x="6170" y="1541"/>
                        <a:pt x="5346" y="590"/>
                      </a:cubicBezTo>
                      <a:cubicBezTo>
                        <a:pt x="4965" y="150"/>
                        <a:pt x="4427" y="1"/>
                        <a:pt x="386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54"/>
                <p:cNvSpPr/>
                <p:nvPr/>
              </p:nvSpPr>
              <p:spPr>
                <a:xfrm>
                  <a:off x="4116925" y="4804925"/>
                  <a:ext cx="139750" cy="223025"/>
                </a:xfrm>
                <a:custGeom>
                  <a:rect b="b" l="l" r="r" t="t"/>
                  <a:pathLst>
                    <a:path extrusionOk="0" h="8921" w="5590">
                      <a:moveTo>
                        <a:pt x="5589" y="1"/>
                      </a:moveTo>
                      <a:lnTo>
                        <a:pt x="5589" y="1"/>
                      </a:lnTo>
                      <a:cubicBezTo>
                        <a:pt x="4260" y="796"/>
                        <a:pt x="3386" y="2337"/>
                        <a:pt x="2793" y="3742"/>
                      </a:cubicBezTo>
                      <a:cubicBezTo>
                        <a:pt x="2301" y="4908"/>
                        <a:pt x="1876" y="6109"/>
                        <a:pt x="1194" y="7185"/>
                      </a:cubicBezTo>
                      <a:cubicBezTo>
                        <a:pt x="847" y="7733"/>
                        <a:pt x="446" y="8246"/>
                        <a:pt x="0" y="8719"/>
                      </a:cubicBezTo>
                      <a:cubicBezTo>
                        <a:pt x="5" y="8786"/>
                        <a:pt x="10" y="8853"/>
                        <a:pt x="16" y="8920"/>
                      </a:cubicBezTo>
                      <a:cubicBezTo>
                        <a:pt x="292" y="8635"/>
                        <a:pt x="552" y="8334"/>
                        <a:pt x="795" y="8019"/>
                      </a:cubicBezTo>
                      <a:cubicBezTo>
                        <a:pt x="1507" y="7093"/>
                        <a:pt x="2007" y="6057"/>
                        <a:pt x="2449" y="4980"/>
                      </a:cubicBezTo>
                      <a:cubicBezTo>
                        <a:pt x="2922" y="3827"/>
                        <a:pt x="3357" y="2633"/>
                        <a:pt x="4099" y="1619"/>
                      </a:cubicBezTo>
                      <a:cubicBezTo>
                        <a:pt x="4501" y="1068"/>
                        <a:pt x="4999" y="562"/>
                        <a:pt x="5576" y="197"/>
                      </a:cubicBezTo>
                      <a:cubicBezTo>
                        <a:pt x="5581" y="132"/>
                        <a:pt x="5585" y="67"/>
                        <a:pt x="55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54"/>
                <p:cNvSpPr/>
                <p:nvPr/>
              </p:nvSpPr>
              <p:spPr>
                <a:xfrm>
                  <a:off x="4190625" y="4920150"/>
                  <a:ext cx="57725" cy="193800"/>
                </a:xfrm>
                <a:custGeom>
                  <a:rect b="b" l="l" r="r" t="t"/>
                  <a:pathLst>
                    <a:path extrusionOk="0" h="7752" w="2309">
                      <a:moveTo>
                        <a:pt x="2308" y="0"/>
                      </a:moveTo>
                      <a:lnTo>
                        <a:pt x="2308" y="0"/>
                      </a:lnTo>
                      <a:cubicBezTo>
                        <a:pt x="1324" y="774"/>
                        <a:pt x="616" y="1892"/>
                        <a:pt x="342" y="3120"/>
                      </a:cubicBezTo>
                      <a:cubicBezTo>
                        <a:pt x="0" y="4656"/>
                        <a:pt x="406" y="6263"/>
                        <a:pt x="1365" y="7501"/>
                      </a:cubicBezTo>
                      <a:cubicBezTo>
                        <a:pt x="1432" y="7587"/>
                        <a:pt x="1500" y="7671"/>
                        <a:pt x="1571" y="7752"/>
                      </a:cubicBezTo>
                      <a:cubicBezTo>
                        <a:pt x="1580" y="7686"/>
                        <a:pt x="1589" y="7618"/>
                        <a:pt x="1597" y="7548"/>
                      </a:cubicBezTo>
                      <a:cubicBezTo>
                        <a:pt x="1144" y="7004"/>
                        <a:pt x="797" y="6369"/>
                        <a:pt x="587" y="5686"/>
                      </a:cubicBezTo>
                      <a:cubicBezTo>
                        <a:pt x="140" y="4222"/>
                        <a:pt x="414" y="2638"/>
                        <a:pt x="1252" y="1366"/>
                      </a:cubicBezTo>
                      <a:cubicBezTo>
                        <a:pt x="1540" y="929"/>
                        <a:pt x="1891" y="537"/>
                        <a:pt x="2292" y="205"/>
                      </a:cubicBezTo>
                      <a:cubicBezTo>
                        <a:pt x="2299" y="137"/>
                        <a:pt x="2303" y="69"/>
                        <a:pt x="23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54"/>
                <p:cNvSpPr/>
                <p:nvPr/>
              </p:nvSpPr>
              <p:spPr>
                <a:xfrm>
                  <a:off x="4114325" y="5137675"/>
                  <a:ext cx="115475" cy="65950"/>
                </a:xfrm>
                <a:custGeom>
                  <a:rect b="b" l="l" r="r" t="t"/>
                  <a:pathLst>
                    <a:path extrusionOk="0" h="2638" w="4619">
                      <a:moveTo>
                        <a:pt x="0" y="1"/>
                      </a:moveTo>
                      <a:lnTo>
                        <a:pt x="0" y="2217"/>
                      </a:lnTo>
                      <a:lnTo>
                        <a:pt x="4529" y="2637"/>
                      </a:lnTo>
                      <a:lnTo>
                        <a:pt x="4619" y="403"/>
                      </a:lnTo>
                      <a:lnTo>
                        <a:pt x="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54"/>
                <p:cNvSpPr/>
                <p:nvPr/>
              </p:nvSpPr>
              <p:spPr>
                <a:xfrm>
                  <a:off x="3775625" y="3798675"/>
                  <a:ext cx="407250" cy="263225"/>
                </a:xfrm>
                <a:custGeom>
                  <a:rect b="b" l="l" r="r" t="t"/>
                  <a:pathLst>
                    <a:path extrusionOk="0" h="10529" w="16290">
                      <a:moveTo>
                        <a:pt x="11935" y="0"/>
                      </a:moveTo>
                      <a:cubicBezTo>
                        <a:pt x="11935" y="0"/>
                        <a:pt x="9180" y="1721"/>
                        <a:pt x="5394" y="1721"/>
                      </a:cubicBezTo>
                      <a:cubicBezTo>
                        <a:pt x="4270" y="1721"/>
                        <a:pt x="3056" y="1570"/>
                        <a:pt x="1796" y="1177"/>
                      </a:cubicBezTo>
                      <a:cubicBezTo>
                        <a:pt x="1796" y="1177"/>
                        <a:pt x="1" y="5987"/>
                        <a:pt x="269" y="8986"/>
                      </a:cubicBezTo>
                      <a:cubicBezTo>
                        <a:pt x="367" y="10082"/>
                        <a:pt x="2180" y="10529"/>
                        <a:pt x="4522" y="10529"/>
                      </a:cubicBezTo>
                      <a:cubicBezTo>
                        <a:pt x="8596" y="10529"/>
                        <a:pt x="14273" y="9176"/>
                        <a:pt x="15320" y="7526"/>
                      </a:cubicBezTo>
                      <a:cubicBezTo>
                        <a:pt x="16289" y="6000"/>
                        <a:pt x="11936" y="0"/>
                        <a:pt x="1193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54"/>
                <p:cNvSpPr/>
                <p:nvPr/>
              </p:nvSpPr>
              <p:spPr>
                <a:xfrm>
                  <a:off x="4051800" y="3886875"/>
                  <a:ext cx="109000" cy="83700"/>
                </a:xfrm>
                <a:custGeom>
                  <a:rect b="b" l="l" r="r" t="t"/>
                  <a:pathLst>
                    <a:path extrusionOk="0" h="3348" w="4360">
                      <a:moveTo>
                        <a:pt x="93" y="1"/>
                      </a:moveTo>
                      <a:cubicBezTo>
                        <a:pt x="47" y="1"/>
                        <a:pt x="1" y="37"/>
                        <a:pt x="20" y="93"/>
                      </a:cubicBezTo>
                      <a:cubicBezTo>
                        <a:pt x="626" y="1908"/>
                        <a:pt x="2352" y="3231"/>
                        <a:pt x="4262" y="3347"/>
                      </a:cubicBezTo>
                      <a:cubicBezTo>
                        <a:pt x="4264" y="3347"/>
                        <a:pt x="4266" y="3348"/>
                        <a:pt x="4268" y="3348"/>
                      </a:cubicBezTo>
                      <a:cubicBezTo>
                        <a:pt x="4359" y="3348"/>
                        <a:pt x="4357" y="3203"/>
                        <a:pt x="4262" y="3196"/>
                      </a:cubicBezTo>
                      <a:cubicBezTo>
                        <a:pt x="2421" y="3084"/>
                        <a:pt x="750" y="1802"/>
                        <a:pt x="166" y="53"/>
                      </a:cubicBezTo>
                      <a:cubicBezTo>
                        <a:pt x="154" y="17"/>
                        <a:pt x="123"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54"/>
                <p:cNvSpPr/>
                <p:nvPr/>
              </p:nvSpPr>
              <p:spPr>
                <a:xfrm>
                  <a:off x="3808850" y="3826675"/>
                  <a:ext cx="280950" cy="58500"/>
                </a:xfrm>
                <a:custGeom>
                  <a:rect b="b" l="l" r="r" t="t"/>
                  <a:pathLst>
                    <a:path extrusionOk="0" h="2340" w="11238">
                      <a:moveTo>
                        <a:pt x="11111" y="0"/>
                      </a:moveTo>
                      <a:cubicBezTo>
                        <a:pt x="11095" y="0"/>
                        <a:pt x="11079" y="5"/>
                        <a:pt x="11064" y="15"/>
                      </a:cubicBezTo>
                      <a:cubicBezTo>
                        <a:pt x="8943" y="1436"/>
                        <a:pt x="6409" y="2177"/>
                        <a:pt x="3872" y="2177"/>
                      </a:cubicBezTo>
                      <a:cubicBezTo>
                        <a:pt x="2616" y="2177"/>
                        <a:pt x="1360" y="1995"/>
                        <a:pt x="152" y="1625"/>
                      </a:cubicBezTo>
                      <a:cubicBezTo>
                        <a:pt x="143" y="1623"/>
                        <a:pt x="134" y="1621"/>
                        <a:pt x="126" y="1621"/>
                      </a:cubicBezTo>
                      <a:cubicBezTo>
                        <a:pt x="42" y="1621"/>
                        <a:pt x="1" y="1749"/>
                        <a:pt x="93" y="1777"/>
                      </a:cubicBezTo>
                      <a:cubicBezTo>
                        <a:pt x="1323" y="2153"/>
                        <a:pt x="2604" y="2339"/>
                        <a:pt x="3884" y="2339"/>
                      </a:cubicBezTo>
                      <a:cubicBezTo>
                        <a:pt x="5598" y="2339"/>
                        <a:pt x="7311" y="2007"/>
                        <a:pt x="8902" y="1353"/>
                      </a:cubicBezTo>
                      <a:cubicBezTo>
                        <a:pt x="9696" y="1026"/>
                        <a:pt x="10453" y="619"/>
                        <a:pt x="11167" y="141"/>
                      </a:cubicBezTo>
                      <a:cubicBezTo>
                        <a:pt x="11238" y="93"/>
                        <a:pt x="11181" y="0"/>
                        <a:pt x="111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54"/>
                <p:cNvSpPr/>
                <p:nvPr/>
              </p:nvSpPr>
              <p:spPr>
                <a:xfrm>
                  <a:off x="4051175" y="3810550"/>
                  <a:ext cx="16775" cy="31150"/>
                </a:xfrm>
                <a:custGeom>
                  <a:rect b="b" l="l" r="r" t="t"/>
                  <a:pathLst>
                    <a:path extrusionOk="0" h="1246" w="671">
                      <a:moveTo>
                        <a:pt x="114" y="1"/>
                      </a:moveTo>
                      <a:cubicBezTo>
                        <a:pt x="57" y="1"/>
                        <a:pt x="1" y="74"/>
                        <a:pt x="45" y="137"/>
                      </a:cubicBezTo>
                      <a:cubicBezTo>
                        <a:pt x="266" y="454"/>
                        <a:pt x="416" y="801"/>
                        <a:pt x="498" y="1180"/>
                      </a:cubicBezTo>
                      <a:cubicBezTo>
                        <a:pt x="507" y="1225"/>
                        <a:pt x="544" y="1246"/>
                        <a:pt x="580" y="1246"/>
                      </a:cubicBezTo>
                      <a:cubicBezTo>
                        <a:pt x="626" y="1246"/>
                        <a:pt x="671" y="1213"/>
                        <a:pt x="659" y="1155"/>
                      </a:cubicBezTo>
                      <a:cubicBezTo>
                        <a:pt x="572" y="749"/>
                        <a:pt x="409" y="374"/>
                        <a:pt x="171" y="34"/>
                      </a:cubicBezTo>
                      <a:cubicBezTo>
                        <a:pt x="155" y="11"/>
                        <a:pt x="134" y="1"/>
                        <a:pt x="11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54"/>
                <p:cNvSpPr/>
                <p:nvPr/>
              </p:nvSpPr>
              <p:spPr>
                <a:xfrm>
                  <a:off x="3853000" y="3838375"/>
                  <a:ext cx="9275" cy="40225"/>
                </a:xfrm>
                <a:custGeom>
                  <a:rect b="b" l="l" r="r" t="t"/>
                  <a:pathLst>
                    <a:path extrusionOk="0" h="1609" w="371">
                      <a:moveTo>
                        <a:pt x="266" y="0"/>
                      </a:moveTo>
                      <a:cubicBezTo>
                        <a:pt x="238" y="0"/>
                        <a:pt x="211" y="16"/>
                        <a:pt x="201" y="52"/>
                      </a:cubicBezTo>
                      <a:cubicBezTo>
                        <a:pt x="61" y="540"/>
                        <a:pt x="0" y="1035"/>
                        <a:pt x="18" y="1542"/>
                      </a:cubicBezTo>
                      <a:cubicBezTo>
                        <a:pt x="19" y="1588"/>
                        <a:pt x="51" y="1609"/>
                        <a:pt x="87" y="1609"/>
                      </a:cubicBezTo>
                      <a:cubicBezTo>
                        <a:pt x="131" y="1609"/>
                        <a:pt x="181" y="1575"/>
                        <a:pt x="179" y="1517"/>
                      </a:cubicBezTo>
                      <a:cubicBezTo>
                        <a:pt x="163" y="1039"/>
                        <a:pt x="221" y="570"/>
                        <a:pt x="352" y="111"/>
                      </a:cubicBezTo>
                      <a:cubicBezTo>
                        <a:pt x="370" y="48"/>
                        <a:pt x="315" y="0"/>
                        <a:pt x="2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54"/>
                <p:cNvSpPr/>
                <p:nvPr/>
              </p:nvSpPr>
              <p:spPr>
                <a:xfrm>
                  <a:off x="3930750" y="3842450"/>
                  <a:ext cx="6700" cy="37775"/>
                </a:xfrm>
                <a:custGeom>
                  <a:rect b="b" l="l" r="r" t="t"/>
                  <a:pathLst>
                    <a:path extrusionOk="0" h="1511" w="268">
                      <a:moveTo>
                        <a:pt x="169" y="1"/>
                      </a:moveTo>
                      <a:cubicBezTo>
                        <a:pt x="132" y="1"/>
                        <a:pt x="93" y="23"/>
                        <a:pt x="85" y="70"/>
                      </a:cubicBezTo>
                      <a:cubicBezTo>
                        <a:pt x="0" y="530"/>
                        <a:pt x="4" y="986"/>
                        <a:pt x="95" y="1445"/>
                      </a:cubicBezTo>
                      <a:cubicBezTo>
                        <a:pt x="104" y="1490"/>
                        <a:pt x="140" y="1511"/>
                        <a:pt x="176" y="1511"/>
                      </a:cubicBezTo>
                      <a:cubicBezTo>
                        <a:pt x="222" y="1511"/>
                        <a:pt x="267" y="1478"/>
                        <a:pt x="256" y="1420"/>
                      </a:cubicBezTo>
                      <a:cubicBezTo>
                        <a:pt x="168" y="976"/>
                        <a:pt x="165" y="533"/>
                        <a:pt x="247" y="89"/>
                      </a:cubicBezTo>
                      <a:cubicBezTo>
                        <a:pt x="257" y="32"/>
                        <a:pt x="214" y="1"/>
                        <a:pt x="1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54"/>
                <p:cNvSpPr/>
                <p:nvPr/>
              </p:nvSpPr>
              <p:spPr>
                <a:xfrm>
                  <a:off x="3974250" y="3841700"/>
                  <a:ext cx="21650" cy="20175"/>
                </a:xfrm>
                <a:custGeom>
                  <a:rect b="b" l="l" r="r" t="t"/>
                  <a:pathLst>
                    <a:path extrusionOk="0" h="807" w="866">
                      <a:moveTo>
                        <a:pt x="432" y="1"/>
                      </a:moveTo>
                      <a:cubicBezTo>
                        <a:pt x="412" y="1"/>
                        <a:pt x="391" y="2"/>
                        <a:pt x="370" y="6"/>
                      </a:cubicBezTo>
                      <a:cubicBezTo>
                        <a:pt x="151" y="41"/>
                        <a:pt x="0" y="247"/>
                        <a:pt x="35" y="466"/>
                      </a:cubicBezTo>
                      <a:cubicBezTo>
                        <a:pt x="66" y="665"/>
                        <a:pt x="237" y="807"/>
                        <a:pt x="433" y="807"/>
                      </a:cubicBezTo>
                      <a:cubicBezTo>
                        <a:pt x="453" y="807"/>
                        <a:pt x="474" y="805"/>
                        <a:pt x="495" y="802"/>
                      </a:cubicBezTo>
                      <a:cubicBezTo>
                        <a:pt x="714" y="768"/>
                        <a:pt x="865" y="562"/>
                        <a:pt x="830" y="342"/>
                      </a:cubicBezTo>
                      <a:cubicBezTo>
                        <a:pt x="800" y="144"/>
                        <a:pt x="628" y="1"/>
                        <a:pt x="4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54"/>
                <p:cNvSpPr/>
                <p:nvPr/>
              </p:nvSpPr>
              <p:spPr>
                <a:xfrm>
                  <a:off x="3802600" y="3877175"/>
                  <a:ext cx="49850" cy="99650"/>
                </a:xfrm>
                <a:custGeom>
                  <a:rect b="b" l="l" r="r" t="t"/>
                  <a:pathLst>
                    <a:path extrusionOk="0" h="3986" w="1994">
                      <a:moveTo>
                        <a:pt x="1923" y="1"/>
                      </a:moveTo>
                      <a:cubicBezTo>
                        <a:pt x="1880" y="1"/>
                        <a:pt x="1832" y="32"/>
                        <a:pt x="1831" y="87"/>
                      </a:cubicBezTo>
                      <a:cubicBezTo>
                        <a:pt x="1815" y="1479"/>
                        <a:pt x="1628" y="3294"/>
                        <a:pt x="90" y="3830"/>
                      </a:cubicBezTo>
                      <a:cubicBezTo>
                        <a:pt x="0" y="3860"/>
                        <a:pt x="39" y="3986"/>
                        <a:pt x="120" y="3986"/>
                      </a:cubicBezTo>
                      <a:cubicBezTo>
                        <a:pt x="129" y="3986"/>
                        <a:pt x="138" y="3984"/>
                        <a:pt x="149" y="3981"/>
                      </a:cubicBezTo>
                      <a:cubicBezTo>
                        <a:pt x="1762" y="3419"/>
                        <a:pt x="1976" y="1535"/>
                        <a:pt x="1993" y="71"/>
                      </a:cubicBezTo>
                      <a:cubicBezTo>
                        <a:pt x="1994" y="23"/>
                        <a:pt x="1960" y="1"/>
                        <a:pt x="19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54"/>
                <p:cNvSpPr/>
                <p:nvPr/>
              </p:nvSpPr>
              <p:spPr>
                <a:xfrm>
                  <a:off x="3848075" y="5137175"/>
                  <a:ext cx="79850" cy="178825"/>
                </a:xfrm>
                <a:custGeom>
                  <a:rect b="b" l="l" r="r" t="t"/>
                  <a:pathLst>
                    <a:path extrusionOk="0" h="7153" w="3194">
                      <a:moveTo>
                        <a:pt x="3108" y="1"/>
                      </a:moveTo>
                      <a:lnTo>
                        <a:pt x="0" y="311"/>
                      </a:lnTo>
                      <a:lnTo>
                        <a:pt x="959" y="7152"/>
                      </a:lnTo>
                      <a:lnTo>
                        <a:pt x="3194" y="7107"/>
                      </a:lnTo>
                      <a:lnTo>
                        <a:pt x="3108" y="1"/>
                      </a:lnTo>
                      <a:close/>
                    </a:path>
                  </a:pathLst>
                </a:custGeom>
                <a:solidFill>
                  <a:srgbClr val="9B6C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54"/>
                <p:cNvSpPr/>
                <p:nvPr/>
              </p:nvSpPr>
              <p:spPr>
                <a:xfrm>
                  <a:off x="3786250" y="5291700"/>
                  <a:ext cx="165825" cy="105875"/>
                </a:xfrm>
                <a:custGeom>
                  <a:rect b="b" l="l" r="r" t="t"/>
                  <a:pathLst>
                    <a:path extrusionOk="0" h="4235" w="6633">
                      <a:moveTo>
                        <a:pt x="3857" y="1"/>
                      </a:moveTo>
                      <a:cubicBezTo>
                        <a:pt x="3456" y="1"/>
                        <a:pt x="2977" y="278"/>
                        <a:pt x="2804" y="674"/>
                      </a:cubicBezTo>
                      <a:cubicBezTo>
                        <a:pt x="2732" y="523"/>
                        <a:pt x="2780" y="285"/>
                        <a:pt x="2685" y="285"/>
                      </a:cubicBezTo>
                      <a:cubicBezTo>
                        <a:pt x="2677" y="285"/>
                        <a:pt x="2669" y="286"/>
                        <a:pt x="2658" y="290"/>
                      </a:cubicBezTo>
                      <a:cubicBezTo>
                        <a:pt x="2413" y="376"/>
                        <a:pt x="2105" y="1421"/>
                        <a:pt x="2104" y="1459"/>
                      </a:cubicBezTo>
                      <a:cubicBezTo>
                        <a:pt x="1825" y="1750"/>
                        <a:pt x="1442" y="2083"/>
                        <a:pt x="1117" y="2129"/>
                      </a:cubicBezTo>
                      <a:cubicBezTo>
                        <a:pt x="507" y="2216"/>
                        <a:pt x="1" y="2759"/>
                        <a:pt x="29" y="3590"/>
                      </a:cubicBezTo>
                      <a:cubicBezTo>
                        <a:pt x="30" y="3651"/>
                        <a:pt x="36" y="3711"/>
                        <a:pt x="44" y="3773"/>
                      </a:cubicBezTo>
                      <a:cubicBezTo>
                        <a:pt x="61" y="3920"/>
                        <a:pt x="96" y="4074"/>
                        <a:pt x="148" y="4235"/>
                      </a:cubicBezTo>
                      <a:lnTo>
                        <a:pt x="6633" y="4235"/>
                      </a:lnTo>
                      <a:cubicBezTo>
                        <a:pt x="6633" y="4235"/>
                        <a:pt x="6621" y="4083"/>
                        <a:pt x="6598" y="3841"/>
                      </a:cubicBezTo>
                      <a:cubicBezTo>
                        <a:pt x="6592" y="3785"/>
                        <a:pt x="6587" y="3725"/>
                        <a:pt x="6580" y="3659"/>
                      </a:cubicBezTo>
                      <a:cubicBezTo>
                        <a:pt x="6498" y="2819"/>
                        <a:pt x="6325" y="1294"/>
                        <a:pt x="6112" y="725"/>
                      </a:cubicBezTo>
                      <a:cubicBezTo>
                        <a:pt x="6022" y="484"/>
                        <a:pt x="5925" y="400"/>
                        <a:pt x="5832" y="400"/>
                      </a:cubicBezTo>
                      <a:cubicBezTo>
                        <a:pt x="5616" y="400"/>
                        <a:pt x="5428" y="859"/>
                        <a:pt x="5428" y="859"/>
                      </a:cubicBezTo>
                      <a:cubicBezTo>
                        <a:pt x="5428" y="859"/>
                        <a:pt x="4965" y="75"/>
                        <a:pt x="3913" y="3"/>
                      </a:cubicBezTo>
                      <a:cubicBezTo>
                        <a:pt x="3894" y="2"/>
                        <a:pt x="3876" y="1"/>
                        <a:pt x="385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54"/>
                <p:cNvSpPr/>
                <p:nvPr/>
              </p:nvSpPr>
              <p:spPr>
                <a:xfrm>
                  <a:off x="3915925" y="5334025"/>
                  <a:ext cx="31400" cy="51000"/>
                </a:xfrm>
                <a:custGeom>
                  <a:rect b="b" l="l" r="r" t="t"/>
                  <a:pathLst>
                    <a:path extrusionOk="0" h="2040" w="1256">
                      <a:moveTo>
                        <a:pt x="1154" y="1"/>
                      </a:moveTo>
                      <a:cubicBezTo>
                        <a:pt x="1142" y="1"/>
                        <a:pt x="1128" y="5"/>
                        <a:pt x="1115" y="14"/>
                      </a:cubicBezTo>
                      <a:cubicBezTo>
                        <a:pt x="473" y="476"/>
                        <a:pt x="72" y="1180"/>
                        <a:pt x="5" y="1968"/>
                      </a:cubicBezTo>
                      <a:cubicBezTo>
                        <a:pt x="1" y="2016"/>
                        <a:pt x="36" y="2040"/>
                        <a:pt x="74" y="2040"/>
                      </a:cubicBezTo>
                      <a:cubicBezTo>
                        <a:pt x="112" y="2040"/>
                        <a:pt x="152" y="2016"/>
                        <a:pt x="156" y="1968"/>
                      </a:cubicBezTo>
                      <a:cubicBezTo>
                        <a:pt x="219" y="1237"/>
                        <a:pt x="596" y="573"/>
                        <a:pt x="1190" y="146"/>
                      </a:cubicBezTo>
                      <a:cubicBezTo>
                        <a:pt x="1256" y="99"/>
                        <a:pt x="1215" y="1"/>
                        <a:pt x="11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54"/>
                <p:cNvSpPr/>
                <p:nvPr/>
              </p:nvSpPr>
              <p:spPr>
                <a:xfrm>
                  <a:off x="3817500" y="5342175"/>
                  <a:ext cx="70300" cy="41850"/>
                </a:xfrm>
                <a:custGeom>
                  <a:rect b="b" l="l" r="r" t="t"/>
                  <a:pathLst>
                    <a:path extrusionOk="0" h="1674" w="2812">
                      <a:moveTo>
                        <a:pt x="535" y="1"/>
                      </a:moveTo>
                      <a:cubicBezTo>
                        <a:pt x="389" y="1"/>
                        <a:pt x="240" y="14"/>
                        <a:pt x="91" y="41"/>
                      </a:cubicBezTo>
                      <a:cubicBezTo>
                        <a:pt x="1" y="58"/>
                        <a:pt x="32" y="188"/>
                        <a:pt x="115" y="188"/>
                      </a:cubicBezTo>
                      <a:cubicBezTo>
                        <a:pt x="119" y="188"/>
                        <a:pt x="125" y="188"/>
                        <a:pt x="130" y="187"/>
                      </a:cubicBezTo>
                      <a:lnTo>
                        <a:pt x="131" y="187"/>
                      </a:lnTo>
                      <a:cubicBezTo>
                        <a:pt x="268" y="162"/>
                        <a:pt x="405" y="150"/>
                        <a:pt x="540" y="150"/>
                      </a:cubicBezTo>
                      <a:cubicBezTo>
                        <a:pt x="1469" y="150"/>
                        <a:pt x="2314" y="722"/>
                        <a:pt x="2645" y="1622"/>
                      </a:cubicBezTo>
                      <a:cubicBezTo>
                        <a:pt x="2658" y="1658"/>
                        <a:pt x="2689" y="1673"/>
                        <a:pt x="2720" y="1673"/>
                      </a:cubicBezTo>
                      <a:cubicBezTo>
                        <a:pt x="2766" y="1673"/>
                        <a:pt x="2811" y="1637"/>
                        <a:pt x="2791" y="1582"/>
                      </a:cubicBezTo>
                      <a:cubicBezTo>
                        <a:pt x="2434" y="611"/>
                        <a:pt x="1534" y="1"/>
                        <a:pt x="5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54"/>
                <p:cNvSpPr/>
                <p:nvPr/>
              </p:nvSpPr>
              <p:spPr>
                <a:xfrm>
                  <a:off x="3786975" y="5381450"/>
                  <a:ext cx="164225" cy="6300"/>
                </a:xfrm>
                <a:custGeom>
                  <a:rect b="b" l="l" r="r" t="t"/>
                  <a:pathLst>
                    <a:path extrusionOk="0" h="252" w="6569">
                      <a:moveTo>
                        <a:pt x="0" y="0"/>
                      </a:moveTo>
                      <a:lnTo>
                        <a:pt x="0" y="0"/>
                      </a:lnTo>
                      <a:cubicBezTo>
                        <a:pt x="1" y="61"/>
                        <a:pt x="7" y="121"/>
                        <a:pt x="15" y="183"/>
                      </a:cubicBezTo>
                      <a:cubicBezTo>
                        <a:pt x="2158" y="205"/>
                        <a:pt x="4301" y="228"/>
                        <a:pt x="6445" y="250"/>
                      </a:cubicBezTo>
                      <a:cubicBezTo>
                        <a:pt x="6486" y="250"/>
                        <a:pt x="6527" y="251"/>
                        <a:pt x="6569" y="251"/>
                      </a:cubicBezTo>
                      <a:cubicBezTo>
                        <a:pt x="6563" y="195"/>
                        <a:pt x="6558" y="135"/>
                        <a:pt x="6551" y="69"/>
                      </a:cubicBezTo>
                      <a:cubicBezTo>
                        <a:pt x="4590" y="49"/>
                        <a:pt x="2629" y="29"/>
                        <a:pt x="670" y="8"/>
                      </a:cubicBezTo>
                      <a:cubicBezTo>
                        <a:pt x="446" y="5"/>
                        <a:pt x="224" y="4"/>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54"/>
                <p:cNvSpPr/>
                <p:nvPr/>
              </p:nvSpPr>
              <p:spPr>
                <a:xfrm>
                  <a:off x="3769050" y="4019275"/>
                  <a:ext cx="267525" cy="1184350"/>
                </a:xfrm>
                <a:custGeom>
                  <a:rect b="b" l="l" r="r" t="t"/>
                  <a:pathLst>
                    <a:path extrusionOk="0" h="47374" w="10701">
                      <a:moveTo>
                        <a:pt x="505" y="0"/>
                      </a:moveTo>
                      <a:lnTo>
                        <a:pt x="505" y="0"/>
                      </a:lnTo>
                      <a:cubicBezTo>
                        <a:pt x="1" y="15315"/>
                        <a:pt x="1181" y="31927"/>
                        <a:pt x="2852" y="47373"/>
                      </a:cubicBezTo>
                      <a:lnTo>
                        <a:pt x="6826" y="47373"/>
                      </a:lnTo>
                      <a:lnTo>
                        <a:pt x="7760" y="28278"/>
                      </a:lnTo>
                      <a:lnTo>
                        <a:pt x="10700" y="737"/>
                      </a:lnTo>
                      <a:lnTo>
                        <a:pt x="50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54"/>
                <p:cNvSpPr/>
                <p:nvPr/>
              </p:nvSpPr>
              <p:spPr>
                <a:xfrm>
                  <a:off x="3780275" y="4064750"/>
                  <a:ext cx="216900" cy="350875"/>
                </a:xfrm>
                <a:custGeom>
                  <a:rect b="b" l="l" r="r" t="t"/>
                  <a:pathLst>
                    <a:path extrusionOk="0" h="14035" w="8676">
                      <a:moveTo>
                        <a:pt x="4" y="1"/>
                      </a:moveTo>
                      <a:cubicBezTo>
                        <a:pt x="2" y="50"/>
                        <a:pt x="1" y="99"/>
                        <a:pt x="1" y="150"/>
                      </a:cubicBezTo>
                      <a:cubicBezTo>
                        <a:pt x="655" y="150"/>
                        <a:pt x="1324" y="339"/>
                        <a:pt x="1905" y="644"/>
                      </a:cubicBezTo>
                      <a:cubicBezTo>
                        <a:pt x="3081" y="1261"/>
                        <a:pt x="4051" y="2253"/>
                        <a:pt x="4801" y="3336"/>
                      </a:cubicBezTo>
                      <a:cubicBezTo>
                        <a:pt x="6373" y="5607"/>
                        <a:pt x="7048" y="8318"/>
                        <a:pt x="7738" y="10951"/>
                      </a:cubicBezTo>
                      <a:cubicBezTo>
                        <a:pt x="8010" y="11987"/>
                        <a:pt x="8291" y="13021"/>
                        <a:pt x="8638" y="14035"/>
                      </a:cubicBezTo>
                      <a:lnTo>
                        <a:pt x="8676" y="13674"/>
                      </a:lnTo>
                      <a:cubicBezTo>
                        <a:pt x="7924" y="11368"/>
                        <a:pt x="7485" y="8963"/>
                        <a:pt x="6647" y="6682"/>
                      </a:cubicBezTo>
                      <a:cubicBezTo>
                        <a:pt x="5758" y="4257"/>
                        <a:pt x="4326" y="1720"/>
                        <a:pt x="1943" y="494"/>
                      </a:cubicBezTo>
                      <a:cubicBezTo>
                        <a:pt x="1348" y="188"/>
                        <a:pt x="669" y="1"/>
                        <a:pt x="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54"/>
                <p:cNvSpPr/>
                <p:nvPr/>
              </p:nvSpPr>
              <p:spPr>
                <a:xfrm>
                  <a:off x="3778975" y="4145600"/>
                  <a:ext cx="105550" cy="298100"/>
                </a:xfrm>
                <a:custGeom>
                  <a:rect b="b" l="l" r="r" t="t"/>
                  <a:pathLst>
                    <a:path extrusionOk="0" h="11924" w="4222">
                      <a:moveTo>
                        <a:pt x="1" y="1"/>
                      </a:moveTo>
                      <a:cubicBezTo>
                        <a:pt x="1" y="54"/>
                        <a:pt x="0" y="107"/>
                        <a:pt x="0" y="162"/>
                      </a:cubicBezTo>
                      <a:cubicBezTo>
                        <a:pt x="1969" y="905"/>
                        <a:pt x="3422" y="2805"/>
                        <a:pt x="3669" y="4910"/>
                      </a:cubicBezTo>
                      <a:cubicBezTo>
                        <a:pt x="3983" y="7578"/>
                        <a:pt x="2575" y="10184"/>
                        <a:pt x="362" y="11629"/>
                      </a:cubicBezTo>
                      <a:cubicBezTo>
                        <a:pt x="295" y="11673"/>
                        <a:pt x="227" y="11715"/>
                        <a:pt x="158" y="11757"/>
                      </a:cubicBezTo>
                      <a:cubicBezTo>
                        <a:pt x="160" y="11813"/>
                        <a:pt x="163" y="11869"/>
                        <a:pt x="165" y="11924"/>
                      </a:cubicBezTo>
                      <a:cubicBezTo>
                        <a:pt x="1281" y="11256"/>
                        <a:pt x="2238" y="10337"/>
                        <a:pt x="2900" y="9184"/>
                      </a:cubicBezTo>
                      <a:cubicBezTo>
                        <a:pt x="4215" y="6891"/>
                        <a:pt x="4221" y="3962"/>
                        <a:pt x="2542" y="1853"/>
                      </a:cubicBezTo>
                      <a:cubicBezTo>
                        <a:pt x="1879" y="1020"/>
                        <a:pt x="997" y="36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54"/>
                <p:cNvSpPr/>
                <p:nvPr/>
              </p:nvSpPr>
              <p:spPr>
                <a:xfrm>
                  <a:off x="3853950" y="4405775"/>
                  <a:ext cx="138150" cy="299100"/>
                </a:xfrm>
                <a:custGeom>
                  <a:rect b="b" l="l" r="r" t="t"/>
                  <a:pathLst>
                    <a:path extrusionOk="0" h="11964" w="5526">
                      <a:moveTo>
                        <a:pt x="2514" y="0"/>
                      </a:moveTo>
                      <a:cubicBezTo>
                        <a:pt x="1960" y="0"/>
                        <a:pt x="1419" y="169"/>
                        <a:pt x="1001" y="567"/>
                      </a:cubicBezTo>
                      <a:cubicBezTo>
                        <a:pt x="1" y="1517"/>
                        <a:pt x="219" y="3105"/>
                        <a:pt x="470" y="4317"/>
                      </a:cubicBezTo>
                      <a:cubicBezTo>
                        <a:pt x="771" y="5778"/>
                        <a:pt x="1287" y="7194"/>
                        <a:pt x="1985" y="8513"/>
                      </a:cubicBezTo>
                      <a:cubicBezTo>
                        <a:pt x="2650" y="9769"/>
                        <a:pt x="3482" y="10931"/>
                        <a:pt x="4455" y="11964"/>
                      </a:cubicBezTo>
                      <a:lnTo>
                        <a:pt x="4476" y="11765"/>
                      </a:lnTo>
                      <a:lnTo>
                        <a:pt x="4476" y="11764"/>
                      </a:lnTo>
                      <a:cubicBezTo>
                        <a:pt x="2804" y="9956"/>
                        <a:pt x="1564" y="7760"/>
                        <a:pt x="888" y="5388"/>
                      </a:cubicBezTo>
                      <a:cubicBezTo>
                        <a:pt x="542" y="4174"/>
                        <a:pt x="142" y="2676"/>
                        <a:pt x="605" y="1443"/>
                      </a:cubicBezTo>
                      <a:cubicBezTo>
                        <a:pt x="937" y="558"/>
                        <a:pt x="1722" y="164"/>
                        <a:pt x="2555" y="164"/>
                      </a:cubicBezTo>
                      <a:cubicBezTo>
                        <a:pt x="2973" y="164"/>
                        <a:pt x="3404" y="264"/>
                        <a:pt x="3794" y="451"/>
                      </a:cubicBezTo>
                      <a:cubicBezTo>
                        <a:pt x="4566" y="819"/>
                        <a:pt x="5096" y="1466"/>
                        <a:pt x="5498" y="2205"/>
                      </a:cubicBezTo>
                      <a:lnTo>
                        <a:pt x="5525" y="1945"/>
                      </a:lnTo>
                      <a:lnTo>
                        <a:pt x="5525" y="1944"/>
                      </a:lnTo>
                      <a:cubicBezTo>
                        <a:pt x="5207" y="1406"/>
                        <a:pt x="4814" y="924"/>
                        <a:pt x="4295" y="566"/>
                      </a:cubicBezTo>
                      <a:cubicBezTo>
                        <a:pt x="3791" y="218"/>
                        <a:pt x="3144" y="0"/>
                        <a:pt x="251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54"/>
                <p:cNvSpPr/>
                <p:nvPr/>
              </p:nvSpPr>
              <p:spPr>
                <a:xfrm>
                  <a:off x="3788575" y="4571850"/>
                  <a:ext cx="85425" cy="273350"/>
                </a:xfrm>
                <a:custGeom>
                  <a:rect b="b" l="l" r="r" t="t"/>
                  <a:pathLst>
                    <a:path extrusionOk="0" h="10934" w="3417">
                      <a:moveTo>
                        <a:pt x="1" y="0"/>
                      </a:moveTo>
                      <a:lnTo>
                        <a:pt x="1" y="0"/>
                      </a:lnTo>
                      <a:cubicBezTo>
                        <a:pt x="4" y="61"/>
                        <a:pt x="6" y="121"/>
                        <a:pt x="10" y="181"/>
                      </a:cubicBezTo>
                      <a:cubicBezTo>
                        <a:pt x="1275" y="958"/>
                        <a:pt x="2237" y="2234"/>
                        <a:pt x="2633" y="3678"/>
                      </a:cubicBezTo>
                      <a:cubicBezTo>
                        <a:pt x="3310" y="6140"/>
                        <a:pt x="2474" y="8780"/>
                        <a:pt x="789" y="10639"/>
                      </a:cubicBezTo>
                      <a:cubicBezTo>
                        <a:pt x="759" y="10671"/>
                        <a:pt x="730" y="10703"/>
                        <a:pt x="702" y="10735"/>
                      </a:cubicBezTo>
                      <a:cubicBezTo>
                        <a:pt x="706" y="10801"/>
                        <a:pt x="712" y="10866"/>
                        <a:pt x="717" y="10933"/>
                      </a:cubicBezTo>
                      <a:cubicBezTo>
                        <a:pt x="1581" y="10035"/>
                        <a:pt x="2260" y="8968"/>
                        <a:pt x="2649" y="7764"/>
                      </a:cubicBezTo>
                      <a:cubicBezTo>
                        <a:pt x="3417" y="5386"/>
                        <a:pt x="2979" y="2667"/>
                        <a:pt x="1158" y="884"/>
                      </a:cubicBezTo>
                      <a:cubicBezTo>
                        <a:pt x="808" y="544"/>
                        <a:pt x="419" y="245"/>
                        <a:pt x="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54"/>
                <p:cNvSpPr/>
                <p:nvPr/>
              </p:nvSpPr>
              <p:spPr>
                <a:xfrm>
                  <a:off x="3816225" y="4732675"/>
                  <a:ext cx="146350" cy="232975"/>
                </a:xfrm>
                <a:custGeom>
                  <a:rect b="b" l="l" r="r" t="t"/>
                  <a:pathLst>
                    <a:path extrusionOk="0" h="9319" w="5854">
                      <a:moveTo>
                        <a:pt x="5065" y="0"/>
                      </a:moveTo>
                      <a:cubicBezTo>
                        <a:pt x="4003" y="0"/>
                        <a:pt x="3067" y="720"/>
                        <a:pt x="2477" y="1571"/>
                      </a:cubicBezTo>
                      <a:cubicBezTo>
                        <a:pt x="1628" y="2793"/>
                        <a:pt x="1443" y="4307"/>
                        <a:pt x="1192" y="5737"/>
                      </a:cubicBezTo>
                      <a:cubicBezTo>
                        <a:pt x="988" y="6900"/>
                        <a:pt x="710" y="8147"/>
                        <a:pt x="0" y="9113"/>
                      </a:cubicBezTo>
                      <a:cubicBezTo>
                        <a:pt x="7" y="9182"/>
                        <a:pt x="12" y="9250"/>
                        <a:pt x="19" y="9319"/>
                      </a:cubicBezTo>
                      <a:cubicBezTo>
                        <a:pt x="421" y="8810"/>
                        <a:pt x="713" y="8207"/>
                        <a:pt x="918" y="7576"/>
                      </a:cubicBezTo>
                      <a:cubicBezTo>
                        <a:pt x="1370" y="6189"/>
                        <a:pt x="1425" y="4715"/>
                        <a:pt x="1837" y="3318"/>
                      </a:cubicBezTo>
                      <a:cubicBezTo>
                        <a:pt x="2206" y="2068"/>
                        <a:pt x="2965" y="770"/>
                        <a:pt x="4252" y="299"/>
                      </a:cubicBezTo>
                      <a:cubicBezTo>
                        <a:pt x="4498" y="209"/>
                        <a:pt x="4765" y="166"/>
                        <a:pt x="5035" y="166"/>
                      </a:cubicBezTo>
                      <a:cubicBezTo>
                        <a:pt x="5308" y="166"/>
                        <a:pt x="5585" y="211"/>
                        <a:pt x="5846" y="297"/>
                      </a:cubicBezTo>
                      <a:lnTo>
                        <a:pt x="5853" y="132"/>
                      </a:lnTo>
                      <a:cubicBezTo>
                        <a:pt x="5696" y="80"/>
                        <a:pt x="5531" y="42"/>
                        <a:pt x="5367" y="20"/>
                      </a:cubicBezTo>
                      <a:cubicBezTo>
                        <a:pt x="5265" y="6"/>
                        <a:pt x="5165" y="0"/>
                        <a:pt x="50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54"/>
                <p:cNvSpPr/>
                <p:nvPr/>
              </p:nvSpPr>
              <p:spPr>
                <a:xfrm>
                  <a:off x="3823250" y="4891850"/>
                  <a:ext cx="131700" cy="151825"/>
                </a:xfrm>
                <a:custGeom>
                  <a:rect b="b" l="l" r="r" t="t"/>
                  <a:pathLst>
                    <a:path extrusionOk="0" h="6073" w="5268">
                      <a:moveTo>
                        <a:pt x="5268" y="1"/>
                      </a:moveTo>
                      <a:lnTo>
                        <a:pt x="5268" y="1"/>
                      </a:lnTo>
                      <a:cubicBezTo>
                        <a:pt x="4362" y="435"/>
                        <a:pt x="3569" y="1124"/>
                        <a:pt x="2864" y="1818"/>
                      </a:cubicBezTo>
                      <a:cubicBezTo>
                        <a:pt x="1976" y="2691"/>
                        <a:pt x="1201" y="3682"/>
                        <a:pt x="562" y="4751"/>
                      </a:cubicBezTo>
                      <a:cubicBezTo>
                        <a:pt x="361" y="5087"/>
                        <a:pt x="174" y="5430"/>
                        <a:pt x="1" y="5780"/>
                      </a:cubicBezTo>
                      <a:cubicBezTo>
                        <a:pt x="10" y="5878"/>
                        <a:pt x="19" y="5975"/>
                        <a:pt x="29" y="6073"/>
                      </a:cubicBezTo>
                      <a:cubicBezTo>
                        <a:pt x="643" y="4777"/>
                        <a:pt x="1446" y="3572"/>
                        <a:pt x="2411" y="2508"/>
                      </a:cubicBezTo>
                      <a:cubicBezTo>
                        <a:pt x="3161" y="1681"/>
                        <a:pt x="4161" y="726"/>
                        <a:pt x="5259" y="183"/>
                      </a:cubicBezTo>
                      <a:lnTo>
                        <a:pt x="526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54"/>
                <p:cNvSpPr/>
                <p:nvPr/>
              </p:nvSpPr>
              <p:spPr>
                <a:xfrm>
                  <a:off x="3876850" y="5016225"/>
                  <a:ext cx="72025" cy="178475"/>
                </a:xfrm>
                <a:custGeom>
                  <a:rect b="b" l="l" r="r" t="t"/>
                  <a:pathLst>
                    <a:path extrusionOk="0" h="7139" w="2881">
                      <a:moveTo>
                        <a:pt x="2881" y="0"/>
                      </a:moveTo>
                      <a:cubicBezTo>
                        <a:pt x="1608" y="1294"/>
                        <a:pt x="691" y="2938"/>
                        <a:pt x="270" y="4709"/>
                      </a:cubicBezTo>
                      <a:cubicBezTo>
                        <a:pt x="86" y="5480"/>
                        <a:pt x="1" y="6272"/>
                        <a:pt x="16" y="7065"/>
                      </a:cubicBezTo>
                      <a:cubicBezTo>
                        <a:pt x="16" y="7114"/>
                        <a:pt x="55" y="7138"/>
                        <a:pt x="92" y="7138"/>
                      </a:cubicBezTo>
                      <a:cubicBezTo>
                        <a:pt x="130" y="7138"/>
                        <a:pt x="168" y="7114"/>
                        <a:pt x="167" y="7065"/>
                      </a:cubicBezTo>
                      <a:cubicBezTo>
                        <a:pt x="121" y="4540"/>
                        <a:pt x="1138" y="2052"/>
                        <a:pt x="2870" y="226"/>
                      </a:cubicBezTo>
                      <a:cubicBezTo>
                        <a:pt x="2868" y="226"/>
                        <a:pt x="2870" y="225"/>
                        <a:pt x="2870" y="225"/>
                      </a:cubicBezTo>
                      <a:lnTo>
                        <a:pt x="28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54"/>
                <p:cNvSpPr/>
                <p:nvPr/>
              </p:nvSpPr>
              <p:spPr>
                <a:xfrm>
                  <a:off x="3982625" y="3927625"/>
                  <a:ext cx="21225" cy="426325"/>
                </a:xfrm>
                <a:custGeom>
                  <a:rect b="b" l="l" r="r" t="t"/>
                  <a:pathLst>
                    <a:path extrusionOk="0" h="17053" w="849">
                      <a:moveTo>
                        <a:pt x="84" y="1"/>
                      </a:moveTo>
                      <a:cubicBezTo>
                        <a:pt x="43" y="1"/>
                        <a:pt x="1" y="29"/>
                        <a:pt x="4" y="82"/>
                      </a:cubicBezTo>
                      <a:cubicBezTo>
                        <a:pt x="104" y="2170"/>
                        <a:pt x="182" y="4259"/>
                        <a:pt x="264" y="6347"/>
                      </a:cubicBezTo>
                      <a:cubicBezTo>
                        <a:pt x="363" y="8859"/>
                        <a:pt x="458" y="11369"/>
                        <a:pt x="561" y="13880"/>
                      </a:cubicBezTo>
                      <a:cubicBezTo>
                        <a:pt x="603" y="14917"/>
                        <a:pt x="645" y="15952"/>
                        <a:pt x="696" y="16987"/>
                      </a:cubicBezTo>
                      <a:cubicBezTo>
                        <a:pt x="698" y="17032"/>
                        <a:pt x="731" y="17053"/>
                        <a:pt x="765" y="17053"/>
                      </a:cubicBezTo>
                      <a:cubicBezTo>
                        <a:pt x="806" y="17053"/>
                        <a:pt x="848" y="17024"/>
                        <a:pt x="846" y="16972"/>
                      </a:cubicBezTo>
                      <a:cubicBezTo>
                        <a:pt x="745" y="14884"/>
                        <a:pt x="667" y="12795"/>
                        <a:pt x="585" y="10707"/>
                      </a:cubicBezTo>
                      <a:cubicBezTo>
                        <a:pt x="487" y="8195"/>
                        <a:pt x="390" y="5684"/>
                        <a:pt x="288" y="3173"/>
                      </a:cubicBezTo>
                      <a:cubicBezTo>
                        <a:pt x="246" y="2137"/>
                        <a:pt x="203" y="1102"/>
                        <a:pt x="154" y="66"/>
                      </a:cubicBezTo>
                      <a:cubicBezTo>
                        <a:pt x="152" y="22"/>
                        <a:pt x="118" y="1"/>
                        <a:pt x="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54"/>
                <p:cNvSpPr/>
                <p:nvPr/>
              </p:nvSpPr>
              <p:spPr>
                <a:xfrm>
                  <a:off x="3985875" y="3919850"/>
                  <a:ext cx="32775" cy="94725"/>
                </a:xfrm>
                <a:custGeom>
                  <a:rect b="b" l="l" r="r" t="t"/>
                  <a:pathLst>
                    <a:path extrusionOk="0" h="3789" w="1311">
                      <a:moveTo>
                        <a:pt x="878" y="1"/>
                      </a:moveTo>
                      <a:cubicBezTo>
                        <a:pt x="837" y="1"/>
                        <a:pt x="798" y="29"/>
                        <a:pt x="809" y="81"/>
                      </a:cubicBezTo>
                      <a:lnTo>
                        <a:pt x="809" y="80"/>
                      </a:lnTo>
                      <a:cubicBezTo>
                        <a:pt x="951" y="798"/>
                        <a:pt x="1053" y="1523"/>
                        <a:pt x="1111" y="2253"/>
                      </a:cubicBezTo>
                      <a:cubicBezTo>
                        <a:pt x="1138" y="2586"/>
                        <a:pt x="1197" y="2993"/>
                        <a:pt x="988" y="3283"/>
                      </a:cubicBezTo>
                      <a:cubicBezTo>
                        <a:pt x="786" y="3559"/>
                        <a:pt x="412" y="3615"/>
                        <a:pt x="96" y="3638"/>
                      </a:cubicBezTo>
                      <a:cubicBezTo>
                        <a:pt x="1" y="3645"/>
                        <a:pt x="13" y="3789"/>
                        <a:pt x="105" y="3789"/>
                      </a:cubicBezTo>
                      <a:cubicBezTo>
                        <a:pt x="107" y="3789"/>
                        <a:pt x="109" y="3789"/>
                        <a:pt x="111" y="3789"/>
                      </a:cubicBezTo>
                      <a:cubicBezTo>
                        <a:pt x="417" y="3766"/>
                        <a:pt x="752" y="3711"/>
                        <a:pt x="991" y="3501"/>
                      </a:cubicBezTo>
                      <a:cubicBezTo>
                        <a:pt x="1209" y="3308"/>
                        <a:pt x="1278" y="3029"/>
                        <a:pt x="1286" y="2748"/>
                      </a:cubicBezTo>
                      <a:cubicBezTo>
                        <a:pt x="1311" y="1862"/>
                        <a:pt x="1130" y="931"/>
                        <a:pt x="959" y="65"/>
                      </a:cubicBezTo>
                      <a:cubicBezTo>
                        <a:pt x="951" y="21"/>
                        <a:pt x="914" y="1"/>
                        <a:pt x="8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54"/>
                <p:cNvSpPr/>
                <p:nvPr/>
              </p:nvSpPr>
              <p:spPr>
                <a:xfrm>
                  <a:off x="3825675" y="5162375"/>
                  <a:ext cx="124650" cy="50525"/>
                </a:xfrm>
                <a:custGeom>
                  <a:rect b="b" l="l" r="r" t="t"/>
                  <a:pathLst>
                    <a:path extrusionOk="0" h="2021" w="4986">
                      <a:moveTo>
                        <a:pt x="4883" y="1"/>
                      </a:moveTo>
                      <a:lnTo>
                        <a:pt x="0" y="173"/>
                      </a:lnTo>
                      <a:lnTo>
                        <a:pt x="196" y="2021"/>
                      </a:lnTo>
                      <a:lnTo>
                        <a:pt x="4986" y="1874"/>
                      </a:lnTo>
                      <a:lnTo>
                        <a:pt x="488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54"/>
                <p:cNvSpPr/>
                <p:nvPr/>
              </p:nvSpPr>
              <p:spPr>
                <a:xfrm>
                  <a:off x="4094800" y="3511350"/>
                  <a:ext cx="15075" cy="68625"/>
                </a:xfrm>
                <a:custGeom>
                  <a:rect b="b" l="l" r="r" t="t"/>
                  <a:pathLst>
                    <a:path extrusionOk="0" h="2745" w="603">
                      <a:moveTo>
                        <a:pt x="227" y="1"/>
                      </a:moveTo>
                      <a:cubicBezTo>
                        <a:pt x="189" y="1"/>
                        <a:pt x="151" y="23"/>
                        <a:pt x="144" y="70"/>
                      </a:cubicBezTo>
                      <a:cubicBezTo>
                        <a:pt x="0" y="960"/>
                        <a:pt x="99" y="1858"/>
                        <a:pt x="429" y="2697"/>
                      </a:cubicBezTo>
                      <a:cubicBezTo>
                        <a:pt x="442" y="2730"/>
                        <a:pt x="468" y="2744"/>
                        <a:pt x="496" y="2744"/>
                      </a:cubicBezTo>
                      <a:cubicBezTo>
                        <a:pt x="547" y="2744"/>
                        <a:pt x="603" y="2694"/>
                        <a:pt x="578" y="2630"/>
                      </a:cubicBezTo>
                      <a:cubicBezTo>
                        <a:pt x="258" y="1817"/>
                        <a:pt x="167" y="950"/>
                        <a:pt x="306" y="88"/>
                      </a:cubicBezTo>
                      <a:cubicBezTo>
                        <a:pt x="315" y="32"/>
                        <a:pt x="271" y="1"/>
                        <a:pt x="2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54"/>
                <p:cNvSpPr/>
                <p:nvPr/>
              </p:nvSpPr>
              <p:spPr>
                <a:xfrm>
                  <a:off x="3653250" y="3385950"/>
                  <a:ext cx="344850" cy="950825"/>
                </a:xfrm>
                <a:custGeom>
                  <a:rect b="b" l="l" r="r" t="t"/>
                  <a:pathLst>
                    <a:path extrusionOk="0" h="38033" w="13794">
                      <a:moveTo>
                        <a:pt x="11125" y="1"/>
                      </a:moveTo>
                      <a:cubicBezTo>
                        <a:pt x="11125" y="1"/>
                        <a:pt x="6524" y="524"/>
                        <a:pt x="4611" y="2431"/>
                      </a:cubicBezTo>
                      <a:cubicBezTo>
                        <a:pt x="3221" y="3817"/>
                        <a:pt x="4910" y="5730"/>
                        <a:pt x="5137" y="7761"/>
                      </a:cubicBezTo>
                      <a:cubicBezTo>
                        <a:pt x="5364" y="9791"/>
                        <a:pt x="5668" y="15564"/>
                        <a:pt x="4610" y="19706"/>
                      </a:cubicBezTo>
                      <a:cubicBezTo>
                        <a:pt x="3552" y="23847"/>
                        <a:pt x="0" y="35995"/>
                        <a:pt x="832" y="36570"/>
                      </a:cubicBezTo>
                      <a:cubicBezTo>
                        <a:pt x="1490" y="37026"/>
                        <a:pt x="5778" y="38033"/>
                        <a:pt x="8649" y="38033"/>
                      </a:cubicBezTo>
                      <a:cubicBezTo>
                        <a:pt x="9401" y="38033"/>
                        <a:pt x="10056" y="37964"/>
                        <a:pt x="10523" y="37797"/>
                      </a:cubicBezTo>
                      <a:cubicBezTo>
                        <a:pt x="12771" y="36995"/>
                        <a:pt x="11576" y="22025"/>
                        <a:pt x="11493" y="17495"/>
                      </a:cubicBezTo>
                      <a:cubicBezTo>
                        <a:pt x="11410" y="12965"/>
                        <a:pt x="12482" y="13125"/>
                        <a:pt x="13138" y="10236"/>
                      </a:cubicBezTo>
                      <a:cubicBezTo>
                        <a:pt x="13793" y="7346"/>
                        <a:pt x="11892" y="3425"/>
                        <a:pt x="11125" y="2"/>
                      </a:cubicBezTo>
                      <a:lnTo>
                        <a:pt x="1112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54"/>
                <p:cNvSpPr/>
                <p:nvPr/>
              </p:nvSpPr>
              <p:spPr>
                <a:xfrm>
                  <a:off x="3712050" y="4054725"/>
                  <a:ext cx="128175" cy="133575"/>
                </a:xfrm>
                <a:custGeom>
                  <a:rect b="b" l="l" r="r" t="t"/>
                  <a:pathLst>
                    <a:path extrusionOk="0" h="5343" w="5127">
                      <a:moveTo>
                        <a:pt x="5011" y="0"/>
                      </a:moveTo>
                      <a:cubicBezTo>
                        <a:pt x="4974" y="0"/>
                        <a:pt x="4938" y="21"/>
                        <a:pt x="4927" y="68"/>
                      </a:cubicBezTo>
                      <a:cubicBezTo>
                        <a:pt x="4340" y="2515"/>
                        <a:pt x="2520" y="4439"/>
                        <a:pt x="106" y="5156"/>
                      </a:cubicBezTo>
                      <a:cubicBezTo>
                        <a:pt x="0" y="5187"/>
                        <a:pt x="33" y="5342"/>
                        <a:pt x="128" y="5342"/>
                      </a:cubicBezTo>
                      <a:cubicBezTo>
                        <a:pt x="137" y="5342"/>
                        <a:pt x="147" y="5341"/>
                        <a:pt x="157" y="5338"/>
                      </a:cubicBezTo>
                      <a:cubicBezTo>
                        <a:pt x="2632" y="4603"/>
                        <a:pt x="4507" y="2630"/>
                        <a:pt x="5109" y="118"/>
                      </a:cubicBezTo>
                      <a:cubicBezTo>
                        <a:pt x="5126" y="47"/>
                        <a:pt x="5067" y="0"/>
                        <a:pt x="50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54"/>
                <p:cNvSpPr/>
                <p:nvPr/>
              </p:nvSpPr>
              <p:spPr>
                <a:xfrm>
                  <a:off x="3674625" y="4248975"/>
                  <a:ext cx="257025" cy="46825"/>
                </a:xfrm>
                <a:custGeom>
                  <a:rect b="b" l="l" r="r" t="t"/>
                  <a:pathLst>
                    <a:path extrusionOk="0" h="1873" w="10281">
                      <a:moveTo>
                        <a:pt x="124" y="1"/>
                      </a:moveTo>
                      <a:cubicBezTo>
                        <a:pt x="51" y="1"/>
                        <a:pt x="1" y="105"/>
                        <a:pt x="80" y="138"/>
                      </a:cubicBezTo>
                      <a:cubicBezTo>
                        <a:pt x="2785" y="1282"/>
                        <a:pt x="5702" y="1873"/>
                        <a:pt x="8633" y="1873"/>
                      </a:cubicBezTo>
                      <a:cubicBezTo>
                        <a:pt x="9149" y="1873"/>
                        <a:pt x="9667" y="1854"/>
                        <a:pt x="10183" y="1817"/>
                      </a:cubicBezTo>
                      <a:cubicBezTo>
                        <a:pt x="10277" y="1811"/>
                        <a:pt x="10280" y="1666"/>
                        <a:pt x="10189" y="1666"/>
                      </a:cubicBezTo>
                      <a:cubicBezTo>
                        <a:pt x="10187" y="1666"/>
                        <a:pt x="10185" y="1666"/>
                        <a:pt x="10183" y="1666"/>
                      </a:cubicBezTo>
                      <a:cubicBezTo>
                        <a:pt x="9667" y="1703"/>
                        <a:pt x="9150" y="1721"/>
                        <a:pt x="8634" y="1721"/>
                      </a:cubicBezTo>
                      <a:cubicBezTo>
                        <a:pt x="5730" y="1721"/>
                        <a:pt x="2836" y="1140"/>
                        <a:pt x="156" y="8"/>
                      </a:cubicBezTo>
                      <a:cubicBezTo>
                        <a:pt x="145" y="3"/>
                        <a:pt x="135" y="1"/>
                        <a:pt x="1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54"/>
                <p:cNvSpPr/>
                <p:nvPr/>
              </p:nvSpPr>
              <p:spPr>
                <a:xfrm>
                  <a:off x="3895175" y="3465675"/>
                  <a:ext cx="55125" cy="830125"/>
                </a:xfrm>
                <a:custGeom>
                  <a:rect b="b" l="l" r="r" t="t"/>
                  <a:pathLst>
                    <a:path extrusionOk="0" h="33205" w="2205">
                      <a:moveTo>
                        <a:pt x="596" y="0"/>
                      </a:moveTo>
                      <a:cubicBezTo>
                        <a:pt x="543" y="0"/>
                        <a:pt x="490" y="54"/>
                        <a:pt x="528" y="111"/>
                      </a:cubicBezTo>
                      <a:cubicBezTo>
                        <a:pt x="1760" y="1966"/>
                        <a:pt x="2027" y="4448"/>
                        <a:pt x="1653" y="6608"/>
                      </a:cubicBezTo>
                      <a:cubicBezTo>
                        <a:pt x="1456" y="7752"/>
                        <a:pt x="1076" y="8853"/>
                        <a:pt x="812" y="9981"/>
                      </a:cubicBezTo>
                      <a:cubicBezTo>
                        <a:pt x="555" y="11083"/>
                        <a:pt x="442" y="12221"/>
                        <a:pt x="387" y="13350"/>
                      </a:cubicBezTo>
                      <a:cubicBezTo>
                        <a:pt x="287" y="15419"/>
                        <a:pt x="412" y="17504"/>
                        <a:pt x="436" y="19574"/>
                      </a:cubicBezTo>
                      <a:cubicBezTo>
                        <a:pt x="461" y="21713"/>
                        <a:pt x="490" y="23851"/>
                        <a:pt x="461" y="25989"/>
                      </a:cubicBezTo>
                      <a:cubicBezTo>
                        <a:pt x="427" y="28365"/>
                        <a:pt x="342" y="30753"/>
                        <a:pt x="9" y="33110"/>
                      </a:cubicBezTo>
                      <a:cubicBezTo>
                        <a:pt x="1" y="33167"/>
                        <a:pt x="50" y="33204"/>
                        <a:pt x="93" y="33204"/>
                      </a:cubicBezTo>
                      <a:cubicBezTo>
                        <a:pt x="122" y="33204"/>
                        <a:pt x="149" y="33188"/>
                        <a:pt x="155" y="33149"/>
                      </a:cubicBezTo>
                      <a:cubicBezTo>
                        <a:pt x="754" y="28904"/>
                        <a:pt x="646" y="24568"/>
                        <a:pt x="596" y="20292"/>
                      </a:cubicBezTo>
                      <a:cubicBezTo>
                        <a:pt x="583" y="19208"/>
                        <a:pt x="578" y="18124"/>
                        <a:pt x="553" y="17039"/>
                      </a:cubicBezTo>
                      <a:cubicBezTo>
                        <a:pt x="530" y="16010"/>
                        <a:pt x="492" y="14979"/>
                        <a:pt x="517" y="13949"/>
                      </a:cubicBezTo>
                      <a:cubicBezTo>
                        <a:pt x="545" y="12804"/>
                        <a:pt x="629" y="11641"/>
                        <a:pt x="851" y="10516"/>
                      </a:cubicBezTo>
                      <a:cubicBezTo>
                        <a:pt x="1082" y="9346"/>
                        <a:pt x="1479" y="8219"/>
                        <a:pt x="1723" y="7052"/>
                      </a:cubicBezTo>
                      <a:cubicBezTo>
                        <a:pt x="2205" y="4738"/>
                        <a:pt x="1992" y="2041"/>
                        <a:pt x="659" y="34"/>
                      </a:cubicBezTo>
                      <a:cubicBezTo>
                        <a:pt x="643" y="10"/>
                        <a:pt x="620" y="0"/>
                        <a:pt x="5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54"/>
                <p:cNvSpPr/>
                <p:nvPr/>
              </p:nvSpPr>
              <p:spPr>
                <a:xfrm>
                  <a:off x="3838850" y="3290575"/>
                  <a:ext cx="151250" cy="237250"/>
                </a:xfrm>
                <a:custGeom>
                  <a:rect b="b" l="l" r="r" t="t"/>
                  <a:pathLst>
                    <a:path extrusionOk="0" h="9490" w="6050">
                      <a:moveTo>
                        <a:pt x="4239" y="0"/>
                      </a:moveTo>
                      <a:cubicBezTo>
                        <a:pt x="3500" y="0"/>
                        <a:pt x="261" y="3643"/>
                        <a:pt x="0" y="4690"/>
                      </a:cubicBezTo>
                      <a:cubicBezTo>
                        <a:pt x="0" y="4690"/>
                        <a:pt x="1518" y="5602"/>
                        <a:pt x="1912" y="7143"/>
                      </a:cubicBezTo>
                      <a:cubicBezTo>
                        <a:pt x="2217" y="8341"/>
                        <a:pt x="2859" y="9489"/>
                        <a:pt x="3788" y="9489"/>
                      </a:cubicBezTo>
                      <a:cubicBezTo>
                        <a:pt x="4052" y="9489"/>
                        <a:pt x="4340" y="9396"/>
                        <a:pt x="4650" y="9184"/>
                      </a:cubicBezTo>
                      <a:cubicBezTo>
                        <a:pt x="6049" y="8230"/>
                        <a:pt x="3686" y="4848"/>
                        <a:pt x="3927" y="3450"/>
                      </a:cubicBezTo>
                      <a:cubicBezTo>
                        <a:pt x="4168" y="2052"/>
                        <a:pt x="4844" y="393"/>
                        <a:pt x="4325" y="24"/>
                      </a:cubicBezTo>
                      <a:cubicBezTo>
                        <a:pt x="4302" y="8"/>
                        <a:pt x="4273" y="0"/>
                        <a:pt x="423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54"/>
                <p:cNvSpPr/>
                <p:nvPr/>
              </p:nvSpPr>
              <p:spPr>
                <a:xfrm>
                  <a:off x="4021050" y="3409175"/>
                  <a:ext cx="355950" cy="854875"/>
                </a:xfrm>
                <a:custGeom>
                  <a:rect b="b" l="l" r="r" t="t"/>
                  <a:pathLst>
                    <a:path extrusionOk="0" h="34195" w="14238">
                      <a:moveTo>
                        <a:pt x="0" y="1"/>
                      </a:moveTo>
                      <a:cubicBezTo>
                        <a:pt x="0" y="1"/>
                        <a:pt x="1871" y="2508"/>
                        <a:pt x="2095" y="6161"/>
                      </a:cubicBezTo>
                      <a:cubicBezTo>
                        <a:pt x="2319" y="9814"/>
                        <a:pt x="756" y="13486"/>
                        <a:pt x="2143" y="16511"/>
                      </a:cubicBezTo>
                      <a:cubicBezTo>
                        <a:pt x="3529" y="19537"/>
                        <a:pt x="5335" y="20883"/>
                        <a:pt x="5792" y="22789"/>
                      </a:cubicBezTo>
                      <a:cubicBezTo>
                        <a:pt x="6249" y="24697"/>
                        <a:pt x="8132" y="34194"/>
                        <a:pt x="8132" y="34194"/>
                      </a:cubicBezTo>
                      <a:cubicBezTo>
                        <a:pt x="8132" y="34194"/>
                        <a:pt x="9971" y="33665"/>
                        <a:pt x="11791" y="33190"/>
                      </a:cubicBezTo>
                      <a:cubicBezTo>
                        <a:pt x="14238" y="32551"/>
                        <a:pt x="13402" y="30470"/>
                        <a:pt x="12244" y="28555"/>
                      </a:cubicBezTo>
                      <a:cubicBezTo>
                        <a:pt x="11631" y="27543"/>
                        <a:pt x="9906" y="24555"/>
                        <a:pt x="8298" y="21593"/>
                      </a:cubicBezTo>
                      <a:cubicBezTo>
                        <a:pt x="8168" y="21353"/>
                        <a:pt x="8039" y="21115"/>
                        <a:pt x="7910" y="20876"/>
                      </a:cubicBezTo>
                      <a:cubicBezTo>
                        <a:pt x="6628" y="18488"/>
                        <a:pt x="5486" y="16221"/>
                        <a:pt x="5140" y="15145"/>
                      </a:cubicBezTo>
                      <a:cubicBezTo>
                        <a:pt x="4335" y="12636"/>
                        <a:pt x="6047" y="10907"/>
                        <a:pt x="5946" y="8672"/>
                      </a:cubicBezTo>
                      <a:cubicBezTo>
                        <a:pt x="5846" y="6439"/>
                        <a:pt x="4939" y="6556"/>
                        <a:pt x="5392" y="4608"/>
                      </a:cubicBezTo>
                      <a:cubicBezTo>
                        <a:pt x="5846" y="2660"/>
                        <a:pt x="1" y="1"/>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54"/>
                <p:cNvSpPr/>
                <p:nvPr/>
              </p:nvSpPr>
              <p:spPr>
                <a:xfrm>
                  <a:off x="4136100" y="3525950"/>
                  <a:ext cx="49175" cy="279375"/>
                </a:xfrm>
                <a:custGeom>
                  <a:rect b="b" l="l" r="r" t="t"/>
                  <a:pathLst>
                    <a:path extrusionOk="0" h="11175" w="1967">
                      <a:moveTo>
                        <a:pt x="230" y="1"/>
                      </a:moveTo>
                      <a:cubicBezTo>
                        <a:pt x="192" y="1"/>
                        <a:pt x="152" y="25"/>
                        <a:pt x="149" y="74"/>
                      </a:cubicBezTo>
                      <a:cubicBezTo>
                        <a:pt x="110" y="708"/>
                        <a:pt x="55" y="1363"/>
                        <a:pt x="211" y="1987"/>
                      </a:cubicBezTo>
                      <a:cubicBezTo>
                        <a:pt x="379" y="2665"/>
                        <a:pt x="808" y="3183"/>
                        <a:pt x="1199" y="3745"/>
                      </a:cubicBezTo>
                      <a:cubicBezTo>
                        <a:pt x="1448" y="4105"/>
                        <a:pt x="1663" y="4494"/>
                        <a:pt x="1699" y="4940"/>
                      </a:cubicBezTo>
                      <a:cubicBezTo>
                        <a:pt x="1738" y="5406"/>
                        <a:pt x="1585" y="5873"/>
                        <a:pt x="1384" y="6287"/>
                      </a:cubicBezTo>
                      <a:cubicBezTo>
                        <a:pt x="1019" y="7038"/>
                        <a:pt x="480" y="7693"/>
                        <a:pt x="247" y="8506"/>
                      </a:cubicBezTo>
                      <a:cubicBezTo>
                        <a:pt x="0" y="9367"/>
                        <a:pt x="53" y="10292"/>
                        <a:pt x="381" y="11124"/>
                      </a:cubicBezTo>
                      <a:cubicBezTo>
                        <a:pt x="395" y="11159"/>
                        <a:pt x="426" y="11175"/>
                        <a:pt x="457" y="11175"/>
                      </a:cubicBezTo>
                      <a:cubicBezTo>
                        <a:pt x="504" y="11175"/>
                        <a:pt x="549" y="11138"/>
                        <a:pt x="527" y="11083"/>
                      </a:cubicBezTo>
                      <a:cubicBezTo>
                        <a:pt x="214" y="10290"/>
                        <a:pt x="155" y="9414"/>
                        <a:pt x="380" y="8588"/>
                      </a:cubicBezTo>
                      <a:cubicBezTo>
                        <a:pt x="617" y="7726"/>
                        <a:pt x="1210" y="7048"/>
                        <a:pt x="1570" y="6244"/>
                      </a:cubicBezTo>
                      <a:cubicBezTo>
                        <a:pt x="1870" y="5578"/>
                        <a:pt x="1967" y="4868"/>
                        <a:pt x="1642" y="4192"/>
                      </a:cubicBezTo>
                      <a:cubicBezTo>
                        <a:pt x="1315" y="3509"/>
                        <a:pt x="731" y="2989"/>
                        <a:pt x="458" y="2274"/>
                      </a:cubicBezTo>
                      <a:cubicBezTo>
                        <a:pt x="191" y="1572"/>
                        <a:pt x="254" y="809"/>
                        <a:pt x="300" y="74"/>
                      </a:cubicBezTo>
                      <a:cubicBezTo>
                        <a:pt x="304" y="25"/>
                        <a:pt x="267" y="1"/>
                        <a:pt x="2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54"/>
                <p:cNvSpPr/>
                <p:nvPr/>
              </p:nvSpPr>
              <p:spPr>
                <a:xfrm>
                  <a:off x="4049475" y="3429775"/>
                  <a:ext cx="179050" cy="519250"/>
                </a:xfrm>
                <a:custGeom>
                  <a:rect b="b" l="l" r="r" t="t"/>
                  <a:pathLst>
                    <a:path extrusionOk="0" h="20770" w="7162">
                      <a:moveTo>
                        <a:pt x="105" y="1"/>
                      </a:moveTo>
                      <a:cubicBezTo>
                        <a:pt x="51" y="1"/>
                        <a:pt x="1" y="77"/>
                        <a:pt x="47" y="134"/>
                      </a:cubicBezTo>
                      <a:cubicBezTo>
                        <a:pt x="2444" y="3017"/>
                        <a:pt x="1754" y="7058"/>
                        <a:pt x="1986" y="10511"/>
                      </a:cubicBezTo>
                      <a:cubicBezTo>
                        <a:pt x="2049" y="11440"/>
                        <a:pt x="2177" y="12370"/>
                        <a:pt x="2441" y="13264"/>
                      </a:cubicBezTo>
                      <a:cubicBezTo>
                        <a:pt x="2691" y="14113"/>
                        <a:pt x="3059" y="14924"/>
                        <a:pt x="3493" y="15695"/>
                      </a:cubicBezTo>
                      <a:cubicBezTo>
                        <a:pt x="4393" y="17294"/>
                        <a:pt x="5549" y="18754"/>
                        <a:pt x="6691" y="20185"/>
                      </a:cubicBezTo>
                      <a:cubicBezTo>
                        <a:pt x="6847" y="20380"/>
                        <a:pt x="7004" y="20575"/>
                        <a:pt x="7161" y="20769"/>
                      </a:cubicBezTo>
                      <a:cubicBezTo>
                        <a:pt x="7031" y="20529"/>
                        <a:pt x="6902" y="20291"/>
                        <a:pt x="6773" y="20052"/>
                      </a:cubicBezTo>
                      <a:cubicBezTo>
                        <a:pt x="5737" y="18768"/>
                        <a:pt x="4718" y="17449"/>
                        <a:pt x="3867" y="16037"/>
                      </a:cubicBezTo>
                      <a:cubicBezTo>
                        <a:pt x="3394" y="15254"/>
                        <a:pt x="2982" y="14430"/>
                        <a:pt x="2692" y="13560"/>
                      </a:cubicBezTo>
                      <a:cubicBezTo>
                        <a:pt x="2379" y="12620"/>
                        <a:pt x="2222" y="11640"/>
                        <a:pt x="2148" y="10654"/>
                      </a:cubicBezTo>
                      <a:cubicBezTo>
                        <a:pt x="2008" y="8790"/>
                        <a:pt x="2150" y="6917"/>
                        <a:pt x="1971" y="5056"/>
                      </a:cubicBezTo>
                      <a:cubicBezTo>
                        <a:pt x="1799" y="3257"/>
                        <a:pt x="1331" y="1442"/>
                        <a:pt x="155" y="27"/>
                      </a:cubicBezTo>
                      <a:cubicBezTo>
                        <a:pt x="140" y="8"/>
                        <a:pt x="122" y="1"/>
                        <a:pt x="10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54"/>
                <p:cNvSpPr/>
                <p:nvPr/>
              </p:nvSpPr>
              <p:spPr>
                <a:xfrm>
                  <a:off x="3882125" y="3209250"/>
                  <a:ext cx="94950" cy="102700"/>
                </a:xfrm>
                <a:custGeom>
                  <a:rect b="b" l="l" r="r" t="t"/>
                  <a:pathLst>
                    <a:path extrusionOk="0" h="4108" w="3798">
                      <a:moveTo>
                        <a:pt x="1899" y="1"/>
                      </a:moveTo>
                      <a:cubicBezTo>
                        <a:pt x="851" y="1"/>
                        <a:pt x="1" y="920"/>
                        <a:pt x="1" y="2055"/>
                      </a:cubicBezTo>
                      <a:cubicBezTo>
                        <a:pt x="1" y="3188"/>
                        <a:pt x="851" y="4108"/>
                        <a:pt x="1899" y="4108"/>
                      </a:cubicBezTo>
                      <a:cubicBezTo>
                        <a:pt x="2948" y="4108"/>
                        <a:pt x="3798" y="3188"/>
                        <a:pt x="3798" y="2055"/>
                      </a:cubicBezTo>
                      <a:cubicBezTo>
                        <a:pt x="3798" y="920"/>
                        <a:pt x="2948" y="1"/>
                        <a:pt x="189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54"/>
                <p:cNvSpPr/>
                <p:nvPr/>
              </p:nvSpPr>
              <p:spPr>
                <a:xfrm>
                  <a:off x="3886225" y="3225025"/>
                  <a:ext cx="63950" cy="69175"/>
                </a:xfrm>
                <a:custGeom>
                  <a:rect b="b" l="l" r="r" t="t"/>
                  <a:pathLst>
                    <a:path extrusionOk="0" h="2767" w="2558">
                      <a:moveTo>
                        <a:pt x="1279" y="1"/>
                      </a:moveTo>
                      <a:cubicBezTo>
                        <a:pt x="572" y="1"/>
                        <a:pt x="0" y="620"/>
                        <a:pt x="0" y="1384"/>
                      </a:cubicBezTo>
                      <a:cubicBezTo>
                        <a:pt x="0" y="2148"/>
                        <a:pt x="572" y="2767"/>
                        <a:pt x="1279" y="2767"/>
                      </a:cubicBezTo>
                      <a:cubicBezTo>
                        <a:pt x="1985" y="2767"/>
                        <a:pt x="2557" y="2148"/>
                        <a:pt x="2557" y="1384"/>
                      </a:cubicBezTo>
                      <a:cubicBezTo>
                        <a:pt x="2557" y="620"/>
                        <a:pt x="1985" y="1"/>
                        <a:pt x="1279" y="1"/>
                      </a:cubicBezTo>
                      <a:close/>
                    </a:path>
                  </a:pathLst>
                </a:custGeom>
                <a:solidFill>
                  <a:srgbClr val="3C363C">
                    <a:alpha val="456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54"/>
                <p:cNvSpPr/>
                <p:nvPr/>
              </p:nvSpPr>
              <p:spPr>
                <a:xfrm>
                  <a:off x="3926800" y="3104200"/>
                  <a:ext cx="148225" cy="119250"/>
                </a:xfrm>
                <a:custGeom>
                  <a:rect b="b" l="l" r="r" t="t"/>
                  <a:pathLst>
                    <a:path extrusionOk="0" h="4770" w="5929">
                      <a:moveTo>
                        <a:pt x="3243" y="1"/>
                      </a:moveTo>
                      <a:cubicBezTo>
                        <a:pt x="3030" y="1"/>
                        <a:pt x="2813" y="23"/>
                        <a:pt x="2595" y="69"/>
                      </a:cubicBezTo>
                      <a:cubicBezTo>
                        <a:pt x="472" y="515"/>
                        <a:pt x="31" y="4355"/>
                        <a:pt x="14" y="4518"/>
                      </a:cubicBezTo>
                      <a:cubicBezTo>
                        <a:pt x="1" y="4643"/>
                        <a:pt x="91" y="4755"/>
                        <a:pt x="214" y="4768"/>
                      </a:cubicBezTo>
                      <a:cubicBezTo>
                        <a:pt x="223" y="4769"/>
                        <a:pt x="231" y="4769"/>
                        <a:pt x="240" y="4769"/>
                      </a:cubicBezTo>
                      <a:cubicBezTo>
                        <a:pt x="353" y="4769"/>
                        <a:pt x="452" y="4684"/>
                        <a:pt x="464" y="4567"/>
                      </a:cubicBezTo>
                      <a:cubicBezTo>
                        <a:pt x="468" y="4530"/>
                        <a:pt x="886" y="892"/>
                        <a:pt x="2688" y="513"/>
                      </a:cubicBezTo>
                      <a:cubicBezTo>
                        <a:pt x="2885" y="472"/>
                        <a:pt x="3073" y="453"/>
                        <a:pt x="3250" y="453"/>
                      </a:cubicBezTo>
                      <a:cubicBezTo>
                        <a:pt x="4684" y="453"/>
                        <a:pt x="5440" y="1673"/>
                        <a:pt x="5475" y="1731"/>
                      </a:cubicBezTo>
                      <a:cubicBezTo>
                        <a:pt x="5517" y="1802"/>
                        <a:pt x="5591" y="1842"/>
                        <a:pt x="5668" y="1842"/>
                      </a:cubicBezTo>
                      <a:cubicBezTo>
                        <a:pt x="5708" y="1842"/>
                        <a:pt x="5748" y="1831"/>
                        <a:pt x="5785" y="1809"/>
                      </a:cubicBezTo>
                      <a:cubicBezTo>
                        <a:pt x="5893" y="1744"/>
                        <a:pt x="5928" y="1605"/>
                        <a:pt x="5864" y="1498"/>
                      </a:cubicBezTo>
                      <a:cubicBezTo>
                        <a:pt x="5852" y="1479"/>
                        <a:pt x="5574" y="1020"/>
                        <a:pt x="5035" y="615"/>
                      </a:cubicBezTo>
                      <a:cubicBezTo>
                        <a:pt x="4496" y="209"/>
                        <a:pt x="3885" y="1"/>
                        <a:pt x="32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54"/>
                <p:cNvSpPr/>
                <p:nvPr/>
              </p:nvSpPr>
              <p:spPr>
                <a:xfrm>
                  <a:off x="3599150" y="3449400"/>
                  <a:ext cx="468100" cy="402225"/>
                </a:xfrm>
                <a:custGeom>
                  <a:rect b="b" l="l" r="r" t="t"/>
                  <a:pathLst>
                    <a:path extrusionOk="0" h="16089" w="18724">
                      <a:moveTo>
                        <a:pt x="7437" y="0"/>
                      </a:moveTo>
                      <a:cubicBezTo>
                        <a:pt x="7179" y="0"/>
                        <a:pt x="6908" y="15"/>
                        <a:pt x="6625" y="40"/>
                      </a:cubicBezTo>
                      <a:cubicBezTo>
                        <a:pt x="6625" y="40"/>
                        <a:pt x="1" y="11241"/>
                        <a:pt x="3678" y="14736"/>
                      </a:cubicBezTo>
                      <a:cubicBezTo>
                        <a:pt x="4697" y="15704"/>
                        <a:pt x="6321" y="16088"/>
                        <a:pt x="8122" y="16088"/>
                      </a:cubicBezTo>
                      <a:cubicBezTo>
                        <a:pt x="12822" y="16088"/>
                        <a:pt x="18723" y="13472"/>
                        <a:pt x="18198" y="11785"/>
                      </a:cubicBezTo>
                      <a:cubicBezTo>
                        <a:pt x="17618" y="9919"/>
                        <a:pt x="17408" y="9382"/>
                        <a:pt x="16022" y="9382"/>
                      </a:cubicBezTo>
                      <a:cubicBezTo>
                        <a:pt x="15674" y="9382"/>
                        <a:pt x="15253" y="9416"/>
                        <a:pt x="14732" y="9471"/>
                      </a:cubicBezTo>
                      <a:cubicBezTo>
                        <a:pt x="12941" y="9661"/>
                        <a:pt x="10096" y="10392"/>
                        <a:pt x="8893" y="10392"/>
                      </a:cubicBezTo>
                      <a:cubicBezTo>
                        <a:pt x="8558" y="10392"/>
                        <a:pt x="8350" y="10335"/>
                        <a:pt x="8328" y="10194"/>
                      </a:cubicBezTo>
                      <a:cubicBezTo>
                        <a:pt x="8328" y="10194"/>
                        <a:pt x="11059" y="5913"/>
                        <a:pt x="10780" y="3616"/>
                      </a:cubicBezTo>
                      <a:cubicBezTo>
                        <a:pt x="10431" y="738"/>
                        <a:pt x="9263" y="0"/>
                        <a:pt x="7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54"/>
                <p:cNvSpPr/>
                <p:nvPr/>
              </p:nvSpPr>
              <p:spPr>
                <a:xfrm>
                  <a:off x="3802775" y="3568325"/>
                  <a:ext cx="44675" cy="139900"/>
                </a:xfrm>
                <a:custGeom>
                  <a:rect b="b" l="l" r="r" t="t"/>
                  <a:pathLst>
                    <a:path extrusionOk="0" h="5596" w="1787">
                      <a:moveTo>
                        <a:pt x="1694" y="0"/>
                      </a:moveTo>
                      <a:cubicBezTo>
                        <a:pt x="1664" y="0"/>
                        <a:pt x="1634" y="16"/>
                        <a:pt x="1623" y="53"/>
                      </a:cubicBezTo>
                      <a:cubicBezTo>
                        <a:pt x="1361" y="884"/>
                        <a:pt x="1070" y="1707"/>
                        <a:pt x="804" y="2537"/>
                      </a:cubicBezTo>
                      <a:cubicBezTo>
                        <a:pt x="494" y="3512"/>
                        <a:pt x="237" y="4503"/>
                        <a:pt x="13" y="5501"/>
                      </a:cubicBezTo>
                      <a:cubicBezTo>
                        <a:pt x="1" y="5558"/>
                        <a:pt x="49" y="5595"/>
                        <a:pt x="93" y="5595"/>
                      </a:cubicBezTo>
                      <a:cubicBezTo>
                        <a:pt x="123" y="5595"/>
                        <a:pt x="151" y="5579"/>
                        <a:pt x="159" y="5541"/>
                      </a:cubicBezTo>
                      <a:cubicBezTo>
                        <a:pt x="383" y="4542"/>
                        <a:pt x="640" y="3553"/>
                        <a:pt x="950" y="2578"/>
                      </a:cubicBezTo>
                      <a:cubicBezTo>
                        <a:pt x="1215" y="1748"/>
                        <a:pt x="1507" y="925"/>
                        <a:pt x="1768" y="93"/>
                      </a:cubicBezTo>
                      <a:cubicBezTo>
                        <a:pt x="1786" y="37"/>
                        <a:pt x="1740" y="0"/>
                        <a:pt x="16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54"/>
                <p:cNvSpPr/>
                <p:nvPr/>
              </p:nvSpPr>
              <p:spPr>
                <a:xfrm>
                  <a:off x="3802500" y="3684675"/>
                  <a:ext cx="163050" cy="23700"/>
                </a:xfrm>
                <a:custGeom>
                  <a:rect b="b" l="l" r="r" t="t"/>
                  <a:pathLst>
                    <a:path extrusionOk="0" h="948" w="6522">
                      <a:moveTo>
                        <a:pt x="6402" y="0"/>
                      </a:moveTo>
                      <a:cubicBezTo>
                        <a:pt x="6398" y="0"/>
                        <a:pt x="6394" y="0"/>
                        <a:pt x="6390" y="1"/>
                      </a:cubicBezTo>
                      <a:cubicBezTo>
                        <a:pt x="4410" y="282"/>
                        <a:pt x="2441" y="797"/>
                        <a:pt x="431" y="797"/>
                      </a:cubicBezTo>
                      <a:cubicBezTo>
                        <a:pt x="319" y="797"/>
                        <a:pt x="208" y="795"/>
                        <a:pt x="97" y="792"/>
                      </a:cubicBezTo>
                      <a:cubicBezTo>
                        <a:pt x="96" y="792"/>
                        <a:pt x="95" y="792"/>
                        <a:pt x="94" y="792"/>
                      </a:cubicBezTo>
                      <a:cubicBezTo>
                        <a:pt x="0" y="792"/>
                        <a:pt x="1" y="940"/>
                        <a:pt x="97" y="943"/>
                      </a:cubicBezTo>
                      <a:cubicBezTo>
                        <a:pt x="210" y="946"/>
                        <a:pt x="323" y="948"/>
                        <a:pt x="436" y="948"/>
                      </a:cubicBezTo>
                      <a:cubicBezTo>
                        <a:pt x="2457" y="948"/>
                        <a:pt x="4439" y="430"/>
                        <a:pt x="6430" y="147"/>
                      </a:cubicBezTo>
                      <a:cubicBezTo>
                        <a:pt x="6522" y="134"/>
                        <a:pt x="6489" y="0"/>
                        <a:pt x="64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54"/>
                <p:cNvSpPr/>
                <p:nvPr/>
              </p:nvSpPr>
              <p:spPr>
                <a:xfrm>
                  <a:off x="3822300" y="3609900"/>
                  <a:ext cx="27225" cy="23825"/>
                </a:xfrm>
                <a:custGeom>
                  <a:rect b="b" l="l" r="r" t="t"/>
                  <a:pathLst>
                    <a:path extrusionOk="0" h="953" w="1089">
                      <a:moveTo>
                        <a:pt x="982" y="0"/>
                      </a:moveTo>
                      <a:cubicBezTo>
                        <a:pt x="959" y="0"/>
                        <a:pt x="936" y="10"/>
                        <a:pt x="920" y="34"/>
                      </a:cubicBezTo>
                      <a:cubicBezTo>
                        <a:pt x="698" y="357"/>
                        <a:pt x="412" y="618"/>
                        <a:pt x="72" y="812"/>
                      </a:cubicBezTo>
                      <a:cubicBezTo>
                        <a:pt x="0" y="853"/>
                        <a:pt x="44" y="953"/>
                        <a:pt x="111" y="953"/>
                      </a:cubicBezTo>
                      <a:cubicBezTo>
                        <a:pt x="123" y="953"/>
                        <a:pt x="136" y="950"/>
                        <a:pt x="148" y="942"/>
                      </a:cubicBezTo>
                      <a:cubicBezTo>
                        <a:pt x="511" y="735"/>
                        <a:pt x="814" y="455"/>
                        <a:pt x="1050" y="111"/>
                      </a:cubicBezTo>
                      <a:cubicBezTo>
                        <a:pt x="1088" y="55"/>
                        <a:pt x="1036" y="0"/>
                        <a:pt x="9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54"/>
                <p:cNvSpPr/>
                <p:nvPr/>
              </p:nvSpPr>
              <p:spPr>
                <a:xfrm>
                  <a:off x="3772975" y="3826925"/>
                  <a:ext cx="169075" cy="28900"/>
                </a:xfrm>
                <a:custGeom>
                  <a:rect b="b" l="l" r="r" t="t"/>
                  <a:pathLst>
                    <a:path extrusionOk="0" h="1156" w="6763">
                      <a:moveTo>
                        <a:pt x="6667" y="0"/>
                      </a:moveTo>
                      <a:cubicBezTo>
                        <a:pt x="6658" y="0"/>
                        <a:pt x="6650" y="2"/>
                        <a:pt x="6640" y="5"/>
                      </a:cubicBezTo>
                      <a:cubicBezTo>
                        <a:pt x="4827" y="667"/>
                        <a:pt x="2914" y="1004"/>
                        <a:pt x="989" y="1004"/>
                      </a:cubicBezTo>
                      <a:cubicBezTo>
                        <a:pt x="692" y="1004"/>
                        <a:pt x="395" y="996"/>
                        <a:pt x="98" y="980"/>
                      </a:cubicBezTo>
                      <a:cubicBezTo>
                        <a:pt x="96" y="980"/>
                        <a:pt x="95" y="980"/>
                        <a:pt x="93" y="980"/>
                      </a:cubicBezTo>
                      <a:cubicBezTo>
                        <a:pt x="1" y="980"/>
                        <a:pt x="3" y="1126"/>
                        <a:pt x="98" y="1131"/>
                      </a:cubicBezTo>
                      <a:cubicBezTo>
                        <a:pt x="397" y="1148"/>
                        <a:pt x="697" y="1156"/>
                        <a:pt x="996" y="1156"/>
                      </a:cubicBezTo>
                      <a:cubicBezTo>
                        <a:pt x="2932" y="1156"/>
                        <a:pt x="4859" y="816"/>
                        <a:pt x="6681" y="151"/>
                      </a:cubicBezTo>
                      <a:cubicBezTo>
                        <a:pt x="6762" y="121"/>
                        <a:pt x="6739" y="0"/>
                        <a:pt x="66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54"/>
                <p:cNvSpPr/>
                <p:nvPr/>
              </p:nvSpPr>
              <p:spPr>
                <a:xfrm>
                  <a:off x="4013425" y="3636325"/>
                  <a:ext cx="170875" cy="126225"/>
                </a:xfrm>
                <a:custGeom>
                  <a:rect b="b" l="l" r="r" t="t"/>
                  <a:pathLst>
                    <a:path extrusionOk="0" h="5049" w="6835">
                      <a:moveTo>
                        <a:pt x="2942" y="0"/>
                      </a:moveTo>
                      <a:cubicBezTo>
                        <a:pt x="2915" y="0"/>
                        <a:pt x="2892" y="3"/>
                        <a:pt x="2875" y="9"/>
                      </a:cubicBezTo>
                      <a:cubicBezTo>
                        <a:pt x="2494" y="139"/>
                        <a:pt x="1" y="2601"/>
                        <a:pt x="1" y="2601"/>
                      </a:cubicBezTo>
                      <a:cubicBezTo>
                        <a:pt x="1" y="2601"/>
                        <a:pt x="330" y="4424"/>
                        <a:pt x="828" y="4484"/>
                      </a:cubicBezTo>
                      <a:cubicBezTo>
                        <a:pt x="852" y="4487"/>
                        <a:pt x="876" y="4488"/>
                        <a:pt x="902" y="4488"/>
                      </a:cubicBezTo>
                      <a:cubicBezTo>
                        <a:pt x="1356" y="4488"/>
                        <a:pt x="2084" y="4056"/>
                        <a:pt x="2537" y="4056"/>
                      </a:cubicBezTo>
                      <a:cubicBezTo>
                        <a:pt x="2594" y="4056"/>
                        <a:pt x="2647" y="4063"/>
                        <a:pt x="2694" y="4079"/>
                      </a:cubicBezTo>
                      <a:cubicBezTo>
                        <a:pt x="3132" y="4223"/>
                        <a:pt x="3462" y="4226"/>
                        <a:pt x="3489" y="4226"/>
                      </a:cubicBezTo>
                      <a:cubicBezTo>
                        <a:pt x="3490" y="4226"/>
                        <a:pt x="3491" y="4226"/>
                        <a:pt x="3491" y="4226"/>
                      </a:cubicBezTo>
                      <a:lnTo>
                        <a:pt x="3491" y="4226"/>
                      </a:lnTo>
                      <a:cubicBezTo>
                        <a:pt x="3491" y="4226"/>
                        <a:pt x="2889" y="4841"/>
                        <a:pt x="3171" y="4894"/>
                      </a:cubicBezTo>
                      <a:cubicBezTo>
                        <a:pt x="3327" y="4923"/>
                        <a:pt x="3666" y="5048"/>
                        <a:pt x="4029" y="5048"/>
                      </a:cubicBezTo>
                      <a:cubicBezTo>
                        <a:pt x="4319" y="5048"/>
                        <a:pt x="4625" y="4968"/>
                        <a:pt x="4863" y="4693"/>
                      </a:cubicBezTo>
                      <a:cubicBezTo>
                        <a:pt x="5400" y="4075"/>
                        <a:pt x="5319" y="2230"/>
                        <a:pt x="5240" y="1943"/>
                      </a:cubicBezTo>
                      <a:cubicBezTo>
                        <a:pt x="5162" y="1656"/>
                        <a:pt x="4223" y="1301"/>
                        <a:pt x="4223" y="1301"/>
                      </a:cubicBezTo>
                      <a:lnTo>
                        <a:pt x="4223" y="1301"/>
                      </a:lnTo>
                      <a:cubicBezTo>
                        <a:pt x="4223" y="1301"/>
                        <a:pt x="5319" y="1499"/>
                        <a:pt x="5893" y="1671"/>
                      </a:cubicBezTo>
                      <a:cubicBezTo>
                        <a:pt x="5980" y="1697"/>
                        <a:pt x="6064" y="1708"/>
                        <a:pt x="6142" y="1708"/>
                      </a:cubicBezTo>
                      <a:cubicBezTo>
                        <a:pt x="6577" y="1708"/>
                        <a:pt x="6834" y="1358"/>
                        <a:pt x="6546" y="1306"/>
                      </a:cubicBezTo>
                      <a:cubicBezTo>
                        <a:pt x="6222" y="1248"/>
                        <a:pt x="3518" y="0"/>
                        <a:pt x="2942" y="0"/>
                      </a:cubicBezTo>
                      <a:close/>
                    </a:path>
                  </a:pathLst>
                </a:custGeom>
                <a:solidFill>
                  <a:srgbClr val="9B6C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54"/>
                <p:cNvSpPr/>
                <p:nvPr/>
              </p:nvSpPr>
              <p:spPr>
                <a:xfrm>
                  <a:off x="4096975" y="3659500"/>
                  <a:ext cx="24275" cy="10900"/>
                </a:xfrm>
                <a:custGeom>
                  <a:rect b="b" l="l" r="r" t="t"/>
                  <a:pathLst>
                    <a:path extrusionOk="0" h="436" w="971">
                      <a:moveTo>
                        <a:pt x="111" y="0"/>
                      </a:moveTo>
                      <a:cubicBezTo>
                        <a:pt x="30" y="0"/>
                        <a:pt x="1" y="128"/>
                        <a:pt x="90" y="148"/>
                      </a:cubicBezTo>
                      <a:cubicBezTo>
                        <a:pt x="349" y="208"/>
                        <a:pt x="586" y="301"/>
                        <a:pt x="821" y="426"/>
                      </a:cubicBezTo>
                      <a:cubicBezTo>
                        <a:pt x="834" y="433"/>
                        <a:pt x="846" y="436"/>
                        <a:pt x="858" y="436"/>
                      </a:cubicBezTo>
                      <a:cubicBezTo>
                        <a:pt x="926" y="436"/>
                        <a:pt x="971" y="334"/>
                        <a:pt x="897" y="296"/>
                      </a:cubicBezTo>
                      <a:cubicBezTo>
                        <a:pt x="650" y="164"/>
                        <a:pt x="403" y="66"/>
                        <a:pt x="130" y="2"/>
                      </a:cubicBezTo>
                      <a:cubicBezTo>
                        <a:pt x="124" y="1"/>
                        <a:pt x="117" y="0"/>
                        <a:pt x="1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54"/>
                <p:cNvSpPr/>
                <p:nvPr/>
              </p:nvSpPr>
              <p:spPr>
                <a:xfrm>
                  <a:off x="4112875" y="3680325"/>
                  <a:ext cx="31550" cy="15325"/>
                </a:xfrm>
                <a:custGeom>
                  <a:rect b="b" l="l" r="r" t="t"/>
                  <a:pathLst>
                    <a:path extrusionOk="0" h="613" w="1262">
                      <a:moveTo>
                        <a:pt x="89" y="0"/>
                      </a:moveTo>
                      <a:cubicBezTo>
                        <a:pt x="0" y="0"/>
                        <a:pt x="4" y="143"/>
                        <a:pt x="97" y="152"/>
                      </a:cubicBezTo>
                      <a:cubicBezTo>
                        <a:pt x="476" y="185"/>
                        <a:pt x="817" y="336"/>
                        <a:pt x="1098" y="592"/>
                      </a:cubicBezTo>
                      <a:cubicBezTo>
                        <a:pt x="1114" y="607"/>
                        <a:pt x="1131" y="613"/>
                        <a:pt x="1148" y="613"/>
                      </a:cubicBezTo>
                      <a:cubicBezTo>
                        <a:pt x="1209" y="613"/>
                        <a:pt x="1262" y="536"/>
                        <a:pt x="1205" y="485"/>
                      </a:cubicBezTo>
                      <a:cubicBezTo>
                        <a:pt x="893" y="201"/>
                        <a:pt x="517" y="37"/>
                        <a:pt x="97" y="1"/>
                      </a:cubicBezTo>
                      <a:cubicBezTo>
                        <a:pt x="94" y="0"/>
                        <a:pt x="91" y="0"/>
                        <a:pt x="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54"/>
                <p:cNvSpPr/>
                <p:nvPr/>
              </p:nvSpPr>
              <p:spPr>
                <a:xfrm>
                  <a:off x="4107350" y="3693525"/>
                  <a:ext cx="38950" cy="17525"/>
                </a:xfrm>
                <a:custGeom>
                  <a:rect b="b" l="l" r="r" t="t"/>
                  <a:pathLst>
                    <a:path extrusionOk="0" h="701" w="1558">
                      <a:moveTo>
                        <a:pt x="88" y="0"/>
                      </a:moveTo>
                      <a:cubicBezTo>
                        <a:pt x="0" y="0"/>
                        <a:pt x="3" y="142"/>
                        <a:pt x="96" y="152"/>
                      </a:cubicBezTo>
                      <a:cubicBezTo>
                        <a:pt x="564" y="202"/>
                        <a:pt x="1079" y="267"/>
                        <a:pt x="1386" y="669"/>
                      </a:cubicBezTo>
                      <a:cubicBezTo>
                        <a:pt x="1403" y="692"/>
                        <a:pt x="1427" y="701"/>
                        <a:pt x="1450" y="701"/>
                      </a:cubicBezTo>
                      <a:cubicBezTo>
                        <a:pt x="1505" y="701"/>
                        <a:pt x="1558" y="647"/>
                        <a:pt x="1516" y="593"/>
                      </a:cubicBezTo>
                      <a:cubicBezTo>
                        <a:pt x="1172" y="142"/>
                        <a:pt x="629" y="58"/>
                        <a:pt x="96" y="1"/>
                      </a:cubicBezTo>
                      <a:cubicBezTo>
                        <a:pt x="93" y="0"/>
                        <a:pt x="90" y="0"/>
                        <a:pt x="8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54"/>
                <p:cNvSpPr/>
                <p:nvPr/>
              </p:nvSpPr>
              <p:spPr>
                <a:xfrm>
                  <a:off x="4109200" y="3711350"/>
                  <a:ext cx="35150" cy="19000"/>
                </a:xfrm>
                <a:custGeom>
                  <a:rect b="b" l="l" r="r" t="t"/>
                  <a:pathLst>
                    <a:path extrusionOk="0" h="760" w="1406">
                      <a:moveTo>
                        <a:pt x="128" y="1"/>
                      </a:moveTo>
                      <a:cubicBezTo>
                        <a:pt x="118" y="1"/>
                        <a:pt x="108" y="1"/>
                        <a:pt x="98" y="1"/>
                      </a:cubicBezTo>
                      <a:cubicBezTo>
                        <a:pt x="2" y="3"/>
                        <a:pt x="0" y="152"/>
                        <a:pt x="96" y="152"/>
                      </a:cubicBezTo>
                      <a:cubicBezTo>
                        <a:pt x="97" y="152"/>
                        <a:pt x="97" y="152"/>
                        <a:pt x="98" y="152"/>
                      </a:cubicBezTo>
                      <a:cubicBezTo>
                        <a:pt x="107" y="152"/>
                        <a:pt x="116" y="152"/>
                        <a:pt x="126" y="152"/>
                      </a:cubicBezTo>
                      <a:cubicBezTo>
                        <a:pt x="572" y="152"/>
                        <a:pt x="979" y="359"/>
                        <a:pt x="1236" y="726"/>
                      </a:cubicBezTo>
                      <a:cubicBezTo>
                        <a:pt x="1253" y="750"/>
                        <a:pt x="1276" y="759"/>
                        <a:pt x="1299" y="759"/>
                      </a:cubicBezTo>
                      <a:cubicBezTo>
                        <a:pt x="1353" y="759"/>
                        <a:pt x="1406" y="705"/>
                        <a:pt x="1367" y="649"/>
                      </a:cubicBezTo>
                      <a:cubicBezTo>
                        <a:pt x="1080" y="239"/>
                        <a:pt x="629" y="1"/>
                        <a:pt x="1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54"/>
                <p:cNvSpPr/>
                <p:nvPr/>
              </p:nvSpPr>
              <p:spPr>
                <a:xfrm>
                  <a:off x="4097300" y="3729125"/>
                  <a:ext cx="24975" cy="14825"/>
                </a:xfrm>
                <a:custGeom>
                  <a:rect b="b" l="l" r="r" t="t"/>
                  <a:pathLst>
                    <a:path extrusionOk="0" h="593" w="999">
                      <a:moveTo>
                        <a:pt x="896" y="1"/>
                      </a:moveTo>
                      <a:cubicBezTo>
                        <a:pt x="879" y="1"/>
                        <a:pt x="861" y="9"/>
                        <a:pt x="847" y="27"/>
                      </a:cubicBezTo>
                      <a:cubicBezTo>
                        <a:pt x="659" y="265"/>
                        <a:pt x="399" y="414"/>
                        <a:pt x="96" y="441"/>
                      </a:cubicBezTo>
                      <a:cubicBezTo>
                        <a:pt x="3" y="450"/>
                        <a:pt x="0" y="593"/>
                        <a:pt x="88" y="593"/>
                      </a:cubicBezTo>
                      <a:cubicBezTo>
                        <a:pt x="91" y="593"/>
                        <a:pt x="94" y="593"/>
                        <a:pt x="96" y="592"/>
                      </a:cubicBezTo>
                      <a:cubicBezTo>
                        <a:pt x="437" y="562"/>
                        <a:pt x="742" y="404"/>
                        <a:pt x="953" y="133"/>
                      </a:cubicBezTo>
                      <a:cubicBezTo>
                        <a:pt x="999" y="76"/>
                        <a:pt x="949" y="1"/>
                        <a:pt x="8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54"/>
                <p:cNvSpPr/>
                <p:nvPr/>
              </p:nvSpPr>
              <p:spPr>
                <a:xfrm>
                  <a:off x="4110675" y="3736375"/>
                  <a:ext cx="15375" cy="12400"/>
                </a:xfrm>
                <a:custGeom>
                  <a:rect b="b" l="l" r="r" t="t"/>
                  <a:pathLst>
                    <a:path extrusionOk="0" h="496" w="615">
                      <a:moveTo>
                        <a:pt x="90" y="1"/>
                      </a:moveTo>
                      <a:cubicBezTo>
                        <a:pt x="1" y="1"/>
                        <a:pt x="3" y="145"/>
                        <a:pt x="97" y="152"/>
                      </a:cubicBezTo>
                      <a:cubicBezTo>
                        <a:pt x="264" y="165"/>
                        <a:pt x="405" y="284"/>
                        <a:pt x="452" y="443"/>
                      </a:cubicBezTo>
                      <a:cubicBezTo>
                        <a:pt x="463" y="480"/>
                        <a:pt x="492" y="496"/>
                        <a:pt x="522" y="496"/>
                      </a:cubicBezTo>
                      <a:cubicBezTo>
                        <a:pt x="568" y="496"/>
                        <a:pt x="614" y="459"/>
                        <a:pt x="598" y="402"/>
                      </a:cubicBezTo>
                      <a:cubicBezTo>
                        <a:pt x="531" y="175"/>
                        <a:pt x="333" y="20"/>
                        <a:pt x="97" y="1"/>
                      </a:cubicBezTo>
                      <a:cubicBezTo>
                        <a:pt x="95" y="1"/>
                        <a:pt x="92" y="1"/>
                        <a:pt x="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30" name="Google Shape;1330;p54"/>
              <p:cNvGrpSpPr/>
              <p:nvPr/>
            </p:nvGrpSpPr>
            <p:grpSpPr>
              <a:xfrm flipH="1">
                <a:off x="5533879" y="2027198"/>
                <a:ext cx="719930" cy="593598"/>
                <a:chOff x="2611525" y="1031125"/>
                <a:chExt cx="800100" cy="659700"/>
              </a:xfrm>
            </p:grpSpPr>
            <p:sp>
              <p:nvSpPr>
                <p:cNvPr id="1331" name="Google Shape;1331;p54"/>
                <p:cNvSpPr/>
                <p:nvPr/>
              </p:nvSpPr>
              <p:spPr>
                <a:xfrm>
                  <a:off x="2611525" y="1031125"/>
                  <a:ext cx="800100" cy="659700"/>
                </a:xfrm>
                <a:prstGeom prst="wedgeEllipseCallout">
                  <a:avLst>
                    <a:gd fmla="val -69219" name="adj1"/>
                    <a:gd fmla="val -69049" name="adj2"/>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32" name="Google Shape;1332;p54"/>
                <p:cNvGrpSpPr/>
                <p:nvPr/>
              </p:nvGrpSpPr>
              <p:grpSpPr>
                <a:xfrm>
                  <a:off x="2826089" y="1192098"/>
                  <a:ext cx="370879" cy="337755"/>
                  <a:chOff x="-40378075" y="3267450"/>
                  <a:chExt cx="317425" cy="289075"/>
                </a:xfrm>
              </p:grpSpPr>
              <p:sp>
                <p:nvSpPr>
                  <p:cNvPr id="1333" name="Google Shape;1333;p54"/>
                  <p:cNvSpPr/>
                  <p:nvPr/>
                </p:nvSpPr>
                <p:spPr>
                  <a:xfrm>
                    <a:off x="-40218975" y="3308400"/>
                    <a:ext cx="158325" cy="248125"/>
                  </a:xfrm>
                  <a:custGeom>
                    <a:rect b="b" l="l" r="r" t="t"/>
                    <a:pathLst>
                      <a:path extrusionOk="0" h="9925" w="6333">
                        <a:moveTo>
                          <a:pt x="4694" y="1"/>
                        </a:moveTo>
                        <a:lnTo>
                          <a:pt x="4694" y="7877"/>
                        </a:lnTo>
                        <a:cubicBezTo>
                          <a:pt x="4694" y="8097"/>
                          <a:pt x="4474" y="8255"/>
                          <a:pt x="4253" y="8255"/>
                        </a:cubicBezTo>
                        <a:cubicBezTo>
                          <a:pt x="2993" y="8255"/>
                          <a:pt x="1638" y="8696"/>
                          <a:pt x="693" y="9452"/>
                        </a:cubicBezTo>
                        <a:cubicBezTo>
                          <a:pt x="536" y="9546"/>
                          <a:pt x="189" y="9925"/>
                          <a:pt x="0" y="9925"/>
                        </a:cubicBezTo>
                        <a:lnTo>
                          <a:pt x="5073" y="9925"/>
                        </a:lnTo>
                        <a:cubicBezTo>
                          <a:pt x="5734" y="9925"/>
                          <a:pt x="6333" y="9357"/>
                          <a:pt x="6333" y="8696"/>
                        </a:cubicBezTo>
                        <a:lnTo>
                          <a:pt x="6333" y="1229"/>
                        </a:lnTo>
                        <a:cubicBezTo>
                          <a:pt x="6333" y="536"/>
                          <a:pt x="5766" y="1"/>
                          <a:pt x="507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54"/>
                  <p:cNvSpPr/>
                  <p:nvPr/>
                </p:nvSpPr>
                <p:spPr>
                  <a:xfrm>
                    <a:off x="-40316650" y="3267450"/>
                    <a:ext cx="86675" cy="257575"/>
                  </a:xfrm>
                  <a:custGeom>
                    <a:rect b="b" l="l" r="r" t="t"/>
                    <a:pathLst>
                      <a:path extrusionOk="0" h="10303" w="3467">
                        <a:moveTo>
                          <a:pt x="1" y="0"/>
                        </a:moveTo>
                        <a:lnTo>
                          <a:pt x="1" y="9105"/>
                        </a:lnTo>
                        <a:cubicBezTo>
                          <a:pt x="1166" y="9200"/>
                          <a:pt x="2489" y="9578"/>
                          <a:pt x="3466" y="10302"/>
                        </a:cubicBezTo>
                        <a:lnTo>
                          <a:pt x="3466" y="1197"/>
                        </a:lnTo>
                        <a:cubicBezTo>
                          <a:pt x="2489" y="473"/>
                          <a:pt x="1229" y="95"/>
                          <a:pt x="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54"/>
                  <p:cNvSpPr/>
                  <p:nvPr/>
                </p:nvSpPr>
                <p:spPr>
                  <a:xfrm>
                    <a:off x="-40209525" y="3267450"/>
                    <a:ext cx="86650" cy="257575"/>
                  </a:xfrm>
                  <a:custGeom>
                    <a:rect b="b" l="l" r="r" t="t"/>
                    <a:pathLst>
                      <a:path extrusionOk="0" h="10303" w="3466">
                        <a:moveTo>
                          <a:pt x="3466" y="0"/>
                        </a:moveTo>
                        <a:cubicBezTo>
                          <a:pt x="2300" y="95"/>
                          <a:pt x="977" y="473"/>
                          <a:pt x="0" y="1197"/>
                        </a:cubicBezTo>
                        <a:lnTo>
                          <a:pt x="0" y="10302"/>
                        </a:lnTo>
                        <a:cubicBezTo>
                          <a:pt x="977" y="9578"/>
                          <a:pt x="2237" y="9200"/>
                          <a:pt x="3466" y="9105"/>
                        </a:cubicBezTo>
                        <a:lnTo>
                          <a:pt x="346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54"/>
                  <p:cNvSpPr/>
                  <p:nvPr/>
                </p:nvSpPr>
                <p:spPr>
                  <a:xfrm>
                    <a:off x="-40378075" y="3308400"/>
                    <a:ext cx="157550" cy="248125"/>
                  </a:xfrm>
                  <a:custGeom>
                    <a:rect b="b" l="l" r="r" t="t"/>
                    <a:pathLst>
                      <a:path extrusionOk="0" h="9925" w="6302">
                        <a:moveTo>
                          <a:pt x="1229" y="1"/>
                        </a:moveTo>
                        <a:cubicBezTo>
                          <a:pt x="567" y="1"/>
                          <a:pt x="0" y="536"/>
                          <a:pt x="0" y="1198"/>
                        </a:cubicBezTo>
                        <a:lnTo>
                          <a:pt x="0" y="8664"/>
                        </a:lnTo>
                        <a:cubicBezTo>
                          <a:pt x="32" y="9357"/>
                          <a:pt x="567" y="9925"/>
                          <a:pt x="1229" y="9925"/>
                        </a:cubicBezTo>
                        <a:lnTo>
                          <a:pt x="6301" y="9925"/>
                        </a:lnTo>
                        <a:cubicBezTo>
                          <a:pt x="6112" y="9925"/>
                          <a:pt x="5766" y="9609"/>
                          <a:pt x="5608" y="9452"/>
                        </a:cubicBezTo>
                        <a:cubicBezTo>
                          <a:pt x="4631" y="8664"/>
                          <a:pt x="3277" y="8255"/>
                          <a:pt x="2048" y="8255"/>
                        </a:cubicBezTo>
                        <a:cubicBezTo>
                          <a:pt x="1828" y="8255"/>
                          <a:pt x="1638" y="8066"/>
                          <a:pt x="1638" y="7877"/>
                        </a:cubicBezTo>
                        <a:lnTo>
                          <a:pt x="163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0" name="Shape 1340"/>
        <p:cNvGrpSpPr/>
        <p:nvPr/>
      </p:nvGrpSpPr>
      <p:grpSpPr>
        <a:xfrm>
          <a:off x="0" y="0"/>
          <a:ext cx="0" cy="0"/>
          <a:chOff x="0" y="0"/>
          <a:chExt cx="0" cy="0"/>
        </a:xfrm>
      </p:grpSpPr>
      <p:sp>
        <p:nvSpPr>
          <p:cNvPr id="1341" name="Google Shape;1341;p55"/>
          <p:cNvSpPr txBox="1"/>
          <p:nvPr>
            <p:ph type="title"/>
          </p:nvPr>
        </p:nvSpPr>
        <p:spPr>
          <a:xfrm>
            <a:off x="713475" y="463300"/>
            <a:ext cx="7717200" cy="56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References</a:t>
            </a:r>
            <a:endParaRPr/>
          </a:p>
        </p:txBody>
      </p:sp>
      <p:sp>
        <p:nvSpPr>
          <p:cNvPr id="1342" name="Google Shape;1342;p55"/>
          <p:cNvSpPr txBox="1"/>
          <p:nvPr/>
        </p:nvSpPr>
        <p:spPr>
          <a:xfrm>
            <a:off x="712825" y="1135125"/>
            <a:ext cx="7442700" cy="341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212121"/>
                </a:solidFill>
                <a:latin typeface="Noto Sans"/>
                <a:ea typeface="Noto Sans"/>
                <a:cs typeface="Noto Sans"/>
                <a:sym typeface="Noto Sans"/>
              </a:rPr>
              <a:t>GeeksforGeeks. “MVC Design Pattern.” GeeksforGeeks, 18 Aug. 2017,</a:t>
            </a:r>
            <a:endParaRPr sz="1200">
              <a:solidFill>
                <a:srgbClr val="212121"/>
              </a:solidFill>
              <a:latin typeface="Noto Sans"/>
              <a:ea typeface="Noto Sans"/>
              <a:cs typeface="Noto Sans"/>
              <a:sym typeface="Noto Sans"/>
            </a:endParaRPr>
          </a:p>
          <a:p>
            <a:pPr indent="0" lvl="0" marL="0" rtl="0" algn="l">
              <a:spcBef>
                <a:spcPts val="0"/>
              </a:spcBef>
              <a:spcAft>
                <a:spcPts val="0"/>
              </a:spcAft>
              <a:buNone/>
            </a:pPr>
            <a:r>
              <a:rPr lang="en" sz="1200" u="sng">
                <a:solidFill>
                  <a:srgbClr val="212121"/>
                </a:solidFill>
                <a:latin typeface="Noto Sans"/>
                <a:ea typeface="Noto Sans"/>
                <a:cs typeface="Noto Sans"/>
                <a:sym typeface="Noto Sans"/>
                <a:hlinkClick r:id="rId3">
                  <a:extLst>
                    <a:ext uri="{A12FA001-AC4F-418D-AE19-62706E023703}">
                      <ahyp:hlinkClr val="tx"/>
                    </a:ext>
                  </a:extLst>
                </a:hlinkClick>
              </a:rPr>
              <a:t>www.geeksforgeeks.org/system-design/mvc-design-pattern/</a:t>
            </a:r>
            <a:r>
              <a:rPr lang="en" sz="1200">
                <a:solidFill>
                  <a:srgbClr val="212121"/>
                </a:solidFill>
                <a:latin typeface="Noto Sans"/>
                <a:ea typeface="Noto Sans"/>
                <a:cs typeface="Noto Sans"/>
                <a:sym typeface="Noto Sans"/>
              </a:rPr>
              <a:t>.</a:t>
            </a:r>
            <a:endParaRPr sz="1200">
              <a:solidFill>
                <a:srgbClr val="212121"/>
              </a:solidFill>
              <a:latin typeface="Noto Sans"/>
              <a:ea typeface="Noto Sans"/>
              <a:cs typeface="Noto Sans"/>
              <a:sym typeface="Noto Sans"/>
            </a:endParaRPr>
          </a:p>
          <a:p>
            <a:pPr indent="0" lvl="0" marL="0" rtl="0" algn="l">
              <a:spcBef>
                <a:spcPts val="0"/>
              </a:spcBef>
              <a:spcAft>
                <a:spcPts val="0"/>
              </a:spcAft>
              <a:buNone/>
            </a:pPr>
            <a:r>
              <a:t/>
            </a:r>
            <a:endParaRPr sz="1200">
              <a:solidFill>
                <a:srgbClr val="212121"/>
              </a:solidFill>
              <a:latin typeface="Noto Sans"/>
              <a:ea typeface="Noto Sans"/>
              <a:cs typeface="Noto Sans"/>
              <a:sym typeface="Noto Sans"/>
            </a:endParaRPr>
          </a:p>
          <a:p>
            <a:pPr indent="0" lvl="0" marL="0" rtl="0" algn="l">
              <a:spcBef>
                <a:spcPts val="0"/>
              </a:spcBef>
              <a:spcAft>
                <a:spcPts val="0"/>
              </a:spcAft>
              <a:buNone/>
            </a:pPr>
            <a:r>
              <a:rPr lang="en" sz="1200">
                <a:solidFill>
                  <a:srgbClr val="212121"/>
                </a:solidFill>
                <a:latin typeface="Noto Sans"/>
                <a:ea typeface="Noto Sans"/>
                <a:cs typeface="Noto Sans"/>
                <a:sym typeface="Noto Sans"/>
              </a:rPr>
              <a:t>GeeksforGeeks. “MVC Architecture System Design.” GeeksforGeeks, July 2024,</a:t>
            </a:r>
            <a:endParaRPr sz="1200">
              <a:solidFill>
                <a:srgbClr val="212121"/>
              </a:solidFill>
              <a:latin typeface="Noto Sans"/>
              <a:ea typeface="Noto Sans"/>
              <a:cs typeface="Noto Sans"/>
              <a:sym typeface="Noto Sans"/>
            </a:endParaRPr>
          </a:p>
          <a:p>
            <a:pPr indent="0" lvl="0" marL="0" rtl="0" algn="l">
              <a:spcBef>
                <a:spcPts val="0"/>
              </a:spcBef>
              <a:spcAft>
                <a:spcPts val="0"/>
              </a:spcAft>
              <a:buNone/>
            </a:pPr>
            <a:r>
              <a:rPr lang="en" sz="1200" u="sng">
                <a:solidFill>
                  <a:srgbClr val="212121"/>
                </a:solidFill>
                <a:latin typeface="Noto Sans"/>
                <a:ea typeface="Noto Sans"/>
                <a:cs typeface="Noto Sans"/>
                <a:sym typeface="Noto Sans"/>
                <a:hlinkClick r:id="rId4">
                  <a:extLst>
                    <a:ext uri="{A12FA001-AC4F-418D-AE19-62706E023703}">
                      <ahyp:hlinkClr val="tx"/>
                    </a:ext>
                  </a:extLst>
                </a:hlinkClick>
              </a:rPr>
              <a:t>www.geeksforgeeks.org/system-design/mvc-architecture-system-design/</a:t>
            </a:r>
            <a:r>
              <a:rPr lang="en" sz="1200">
                <a:solidFill>
                  <a:srgbClr val="212121"/>
                </a:solidFill>
                <a:latin typeface="Noto Sans"/>
                <a:ea typeface="Noto Sans"/>
                <a:cs typeface="Noto Sans"/>
                <a:sym typeface="Noto Sans"/>
              </a:rPr>
              <a:t>.</a:t>
            </a:r>
            <a:endParaRPr sz="1200">
              <a:solidFill>
                <a:srgbClr val="212121"/>
              </a:solidFill>
              <a:latin typeface="Noto Sans"/>
              <a:ea typeface="Noto Sans"/>
              <a:cs typeface="Noto Sans"/>
              <a:sym typeface="Noto Sans"/>
            </a:endParaRPr>
          </a:p>
          <a:p>
            <a:pPr indent="0" lvl="0" marL="0" rtl="0" algn="l">
              <a:spcBef>
                <a:spcPts val="0"/>
              </a:spcBef>
              <a:spcAft>
                <a:spcPts val="0"/>
              </a:spcAft>
              <a:buNone/>
            </a:pPr>
            <a:r>
              <a:t/>
            </a:r>
            <a:endParaRPr sz="1200">
              <a:solidFill>
                <a:srgbClr val="212121"/>
              </a:solidFill>
              <a:latin typeface="Noto Sans"/>
              <a:ea typeface="Noto Sans"/>
              <a:cs typeface="Noto Sans"/>
              <a:sym typeface="Noto Sans"/>
            </a:endParaRPr>
          </a:p>
          <a:p>
            <a:pPr indent="0" lvl="0" marL="0" rtl="0" algn="l">
              <a:spcBef>
                <a:spcPts val="0"/>
              </a:spcBef>
              <a:spcAft>
                <a:spcPts val="0"/>
              </a:spcAft>
              <a:buNone/>
            </a:pPr>
            <a:r>
              <a:rPr lang="en" sz="1200">
                <a:solidFill>
                  <a:srgbClr val="212121"/>
                </a:solidFill>
                <a:latin typeface="Noto Sans"/>
                <a:ea typeface="Noto Sans"/>
                <a:cs typeface="Noto Sans"/>
                <a:sym typeface="Noto Sans"/>
              </a:rPr>
              <a:t>GeeksforGeeks. “Class Diagram | Unified Modeling Language (UML).” GeeksforGeeks,</a:t>
            </a:r>
            <a:endParaRPr sz="1200">
              <a:solidFill>
                <a:srgbClr val="212121"/>
              </a:solidFill>
              <a:latin typeface="Noto Sans"/>
              <a:ea typeface="Noto Sans"/>
              <a:cs typeface="Noto Sans"/>
              <a:sym typeface="Noto Sans"/>
            </a:endParaRPr>
          </a:p>
          <a:p>
            <a:pPr indent="0" lvl="0" marL="0" rtl="0" algn="l">
              <a:spcBef>
                <a:spcPts val="0"/>
              </a:spcBef>
              <a:spcAft>
                <a:spcPts val="0"/>
              </a:spcAft>
              <a:buNone/>
            </a:pPr>
            <a:r>
              <a:rPr lang="en" sz="1200">
                <a:solidFill>
                  <a:srgbClr val="212121"/>
                </a:solidFill>
                <a:latin typeface="Noto Sans"/>
                <a:ea typeface="Noto Sans"/>
                <a:cs typeface="Noto Sans"/>
                <a:sym typeface="Noto Sans"/>
              </a:rPr>
              <a:t>30 Aug. 2018,</a:t>
            </a:r>
            <a:endParaRPr sz="1200">
              <a:solidFill>
                <a:srgbClr val="212121"/>
              </a:solidFill>
              <a:latin typeface="Noto Sans"/>
              <a:ea typeface="Noto Sans"/>
              <a:cs typeface="Noto Sans"/>
              <a:sym typeface="Noto Sans"/>
            </a:endParaRPr>
          </a:p>
          <a:p>
            <a:pPr indent="0" lvl="0" marL="0" rtl="0" algn="l">
              <a:spcBef>
                <a:spcPts val="0"/>
              </a:spcBef>
              <a:spcAft>
                <a:spcPts val="0"/>
              </a:spcAft>
              <a:buNone/>
            </a:pPr>
            <a:r>
              <a:rPr lang="en" sz="1200" u="sng">
                <a:solidFill>
                  <a:srgbClr val="212121"/>
                </a:solidFill>
                <a:latin typeface="Noto Sans"/>
                <a:ea typeface="Noto Sans"/>
                <a:cs typeface="Noto Sans"/>
                <a:sym typeface="Noto Sans"/>
                <a:hlinkClick r:id="rId5">
                  <a:extLst>
                    <a:ext uri="{A12FA001-AC4F-418D-AE19-62706E023703}">
                      <ahyp:hlinkClr val="tx"/>
                    </a:ext>
                  </a:extLst>
                </a:hlinkClick>
              </a:rPr>
              <a:t>www.geeksforgeeks.org/system-design/unified-modeling-language-uml-class-diagrams/</a:t>
            </a:r>
            <a:r>
              <a:rPr lang="en" sz="1200">
                <a:solidFill>
                  <a:srgbClr val="212121"/>
                </a:solidFill>
                <a:latin typeface="Noto Sans"/>
                <a:ea typeface="Noto Sans"/>
                <a:cs typeface="Noto Sans"/>
                <a:sym typeface="Noto Sans"/>
              </a:rPr>
              <a:t>.</a:t>
            </a:r>
            <a:endParaRPr sz="1200">
              <a:solidFill>
                <a:srgbClr val="212121"/>
              </a:solidFill>
              <a:latin typeface="Noto Sans"/>
              <a:ea typeface="Noto Sans"/>
              <a:cs typeface="Noto Sans"/>
              <a:sym typeface="Noto Sans"/>
            </a:endParaRPr>
          </a:p>
          <a:p>
            <a:pPr indent="0" lvl="0" marL="0" rtl="0" algn="l">
              <a:spcBef>
                <a:spcPts val="0"/>
              </a:spcBef>
              <a:spcAft>
                <a:spcPts val="0"/>
              </a:spcAft>
              <a:buNone/>
            </a:pPr>
            <a:r>
              <a:t/>
            </a:r>
            <a:endParaRPr sz="1200">
              <a:solidFill>
                <a:srgbClr val="212121"/>
              </a:solidFill>
              <a:latin typeface="Noto Sans"/>
              <a:ea typeface="Noto Sans"/>
              <a:cs typeface="Noto Sans"/>
              <a:sym typeface="Noto Sans"/>
            </a:endParaRPr>
          </a:p>
          <a:p>
            <a:pPr indent="0" lvl="0" marL="0" rtl="0" algn="l">
              <a:spcBef>
                <a:spcPts val="0"/>
              </a:spcBef>
              <a:spcAft>
                <a:spcPts val="0"/>
              </a:spcAft>
              <a:buNone/>
            </a:pPr>
            <a:r>
              <a:rPr lang="en" sz="1200">
                <a:solidFill>
                  <a:srgbClr val="212121"/>
                </a:solidFill>
                <a:latin typeface="Noto Sans"/>
                <a:ea typeface="Noto Sans"/>
                <a:cs typeface="Noto Sans"/>
                <a:sym typeface="Noto Sans"/>
              </a:rPr>
              <a:t>“Examples of class diagrams for softwares” prompt. ChatGPT, 23 Mar.version, OpenAI,</a:t>
            </a:r>
            <a:endParaRPr sz="1200">
              <a:solidFill>
                <a:srgbClr val="212121"/>
              </a:solidFill>
              <a:latin typeface="Noto Sans"/>
              <a:ea typeface="Noto Sans"/>
              <a:cs typeface="Noto Sans"/>
              <a:sym typeface="Noto Sans"/>
            </a:endParaRPr>
          </a:p>
          <a:p>
            <a:pPr indent="0" lvl="0" marL="0" rtl="0" algn="l">
              <a:spcBef>
                <a:spcPts val="0"/>
              </a:spcBef>
              <a:spcAft>
                <a:spcPts val="0"/>
              </a:spcAft>
              <a:buNone/>
            </a:pPr>
            <a:r>
              <a:rPr lang="en" sz="1200">
                <a:solidFill>
                  <a:srgbClr val="212121"/>
                </a:solidFill>
                <a:latin typeface="Noto Sans"/>
                <a:ea typeface="Noto Sans"/>
                <a:cs typeface="Noto Sans"/>
                <a:sym typeface="Noto Sans"/>
              </a:rPr>
              <a:t>4 Oct. 2023, </a:t>
            </a:r>
            <a:r>
              <a:rPr lang="en" sz="1200" u="sng">
                <a:solidFill>
                  <a:srgbClr val="212121"/>
                </a:solidFill>
                <a:latin typeface="Noto Sans"/>
                <a:ea typeface="Noto Sans"/>
                <a:cs typeface="Noto Sans"/>
                <a:sym typeface="Noto Sans"/>
                <a:hlinkClick r:id="rId6">
                  <a:extLst>
                    <a:ext uri="{A12FA001-AC4F-418D-AE19-62706E023703}">
                      <ahyp:hlinkClr val="tx"/>
                    </a:ext>
                  </a:extLst>
                </a:hlinkClick>
              </a:rPr>
              <a:t>chat.openai.com/chat</a:t>
            </a:r>
            <a:endParaRPr sz="1200">
              <a:solidFill>
                <a:srgbClr val="212121"/>
              </a:solidFill>
              <a:latin typeface="Noto Sans"/>
              <a:ea typeface="Noto Sans"/>
              <a:cs typeface="Noto Sans"/>
              <a:sym typeface="Noto Sans"/>
            </a:endParaRPr>
          </a:p>
          <a:p>
            <a:pPr indent="0" lvl="0" marL="0" rtl="0" algn="l">
              <a:spcBef>
                <a:spcPts val="0"/>
              </a:spcBef>
              <a:spcAft>
                <a:spcPts val="0"/>
              </a:spcAft>
              <a:buNone/>
            </a:pPr>
            <a:r>
              <a:t/>
            </a:r>
            <a:endParaRPr sz="1200">
              <a:solidFill>
                <a:srgbClr val="212121"/>
              </a:solidFill>
              <a:latin typeface="Noto Sans"/>
              <a:ea typeface="Noto Sans"/>
              <a:cs typeface="Noto Sans"/>
              <a:sym typeface="Noto Sans"/>
            </a:endParaRPr>
          </a:p>
          <a:p>
            <a:pPr indent="0" lvl="0" marL="0" rtl="0" algn="l">
              <a:spcBef>
                <a:spcPts val="0"/>
              </a:spcBef>
              <a:spcAft>
                <a:spcPts val="0"/>
              </a:spcAft>
              <a:buNone/>
            </a:pPr>
            <a:r>
              <a:rPr lang="en" sz="1200">
                <a:solidFill>
                  <a:srgbClr val="212121"/>
                </a:solidFill>
                <a:latin typeface="Noto Sans"/>
                <a:ea typeface="Noto Sans"/>
                <a:cs typeface="Noto Sans"/>
                <a:sym typeface="Noto Sans"/>
              </a:rPr>
              <a:t>Sommerville, Ian. Software Engineering. 10th ed., Boston, Pearson Education Limited, 2016.</a:t>
            </a:r>
            <a:endParaRPr sz="1200">
              <a:solidFill>
                <a:srgbClr val="212121"/>
              </a:solidFill>
              <a:latin typeface="Noto Sans"/>
              <a:ea typeface="Noto Sans"/>
              <a:cs typeface="Noto Sans"/>
              <a:sym typeface="Noto Sans"/>
            </a:endParaRPr>
          </a:p>
          <a:p>
            <a:pPr indent="0" lvl="0" marL="0" rtl="0" algn="l">
              <a:spcBef>
                <a:spcPts val="0"/>
              </a:spcBef>
              <a:spcAft>
                <a:spcPts val="0"/>
              </a:spcAft>
              <a:buNone/>
            </a:pPr>
            <a:r>
              <a:t/>
            </a:r>
            <a:endParaRPr sz="1200">
              <a:solidFill>
                <a:srgbClr val="212121"/>
              </a:solidFill>
              <a:latin typeface="Noto Sans"/>
              <a:ea typeface="Noto Sans"/>
              <a:cs typeface="Noto Sans"/>
              <a:sym typeface="Noto Sans"/>
            </a:endParaRPr>
          </a:p>
          <a:p>
            <a:pPr indent="0" lvl="0" marL="0" rtl="0" algn="l">
              <a:spcBef>
                <a:spcPts val="0"/>
              </a:spcBef>
              <a:spcAft>
                <a:spcPts val="0"/>
              </a:spcAft>
              <a:buNone/>
            </a:pPr>
            <a:r>
              <a:t/>
            </a:r>
            <a:endParaRPr sz="1200">
              <a:solidFill>
                <a:schemeClr val="dk1"/>
              </a:solidFill>
              <a:latin typeface="Noto Sans"/>
              <a:ea typeface="Noto Sans"/>
              <a:cs typeface="Noto Sans"/>
              <a:sym typeface="Noto Sa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book Self-Publishing Software Pitch Deck by Slidesgo">
  <a:themeElements>
    <a:clrScheme name="Simple Light">
      <a:dk1>
        <a:srgbClr val="3C363C"/>
      </a:dk1>
      <a:lt1>
        <a:srgbClr val="F4F0E2"/>
      </a:lt1>
      <a:dk2>
        <a:srgbClr val="EFCAAB"/>
      </a:dk2>
      <a:lt2>
        <a:srgbClr val="D8524A"/>
      </a:lt2>
      <a:accent1>
        <a:srgbClr val="2B405C"/>
      </a:accent1>
      <a:accent2>
        <a:srgbClr val="AAB3D7"/>
      </a:accent2>
      <a:accent3>
        <a:srgbClr val="878457"/>
      </a:accent3>
      <a:accent4>
        <a:srgbClr val="E9A038"/>
      </a:accent4>
      <a:accent5>
        <a:srgbClr val="FFCC81"/>
      </a:accent5>
      <a:accent6>
        <a:srgbClr val="FFFFFF"/>
      </a:accent6>
      <a:hlink>
        <a:srgbClr val="3C363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